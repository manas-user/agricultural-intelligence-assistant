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5"/>
  </p:sldMasterIdLst>
  <p:notesMasterIdLst>
    <p:notesMasterId r:id="rId16"/>
  </p:notesMasterIdLst>
  <p:sldIdLst>
    <p:sldId id="256" r:id="rId6"/>
    <p:sldId id="2145706024" r:id="rId7"/>
    <p:sldId id="2145706022" r:id="rId8"/>
    <p:sldId id="2145706025" r:id="rId9"/>
    <p:sldId id="2145706026" r:id="rId10"/>
    <p:sldId id="2145706027" r:id="rId11"/>
    <p:sldId id="2145706028" r:id="rId12"/>
    <p:sldId id="2145706029" r:id="rId13"/>
    <p:sldId id="2145706030" r:id="rId14"/>
    <p:sldId id="2145706031" r:id="rId1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9CA9409-4622-7D98-6505-1019E9915784}" name="Abdul D. Abiad" initials="ADA" userId="S::aabiad@adb.org::bbac1cf0-26ea-4c48-bc33-9b697ac327dc" providerId="AD"/>
  <p188:author id="{13FB9D0D-59DB-8923-226B-C7AACF79C41B}" name="Azusa Sato" initials="AS" userId="S::asato@adb.org::f0fc47ad-5664-469d-be05-36a44f99680e" providerId="AD"/>
  <p188:author id="{CD8A0219-825C-4128-726C-11196E446E9D}" name="Editha Lavina" initials="EL" userId="S::elavina@adb.org::4613df3e-51a0-4c09-ab83-1ae8c6cc6e9b" providerId="AD"/>
  <p188:author id="{494F1E1A-6367-BE1C-853B-010D20BE7E9E}" name="Navin K. Twarakavi" initials="NKT" userId="S::ntwarakavi@adb.org::88581cf3-f0ba-465b-8190-5f31dc64834c" providerId="AD"/>
  <p188:author id="{39EAD99F-4D07-1CB6-41C2-6DC8C0EC598B}" name="Jesson Pagaduan" initials="JP" userId="Jesson Pagaduan" providerId="None"/>
  <p188:author id="{5F6D44AE-2374-CEE9-53B9-3E33C1A4FBF3}" name="Mai Lin C. Villaruel" initials="MLCV" userId="S::mvillaruel@adb.org::14524574-9d0c-4ec6-b8c3-d9ddd686840f" providerId="AD"/>
  <p188:author id="{9122EAE9-6624-B53D-6549-89BCF59019CB}" name="Yas Dioco" initials="YD" userId="S::hdioco@adb.org::b1531a6e-8fc9-4923-b520-8451893ec21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CFF6"/>
    <a:srgbClr val="0087C6"/>
    <a:srgbClr val="C8DA2A"/>
    <a:srgbClr val="68C5EB"/>
    <a:srgbClr val="007DB7"/>
    <a:srgbClr val="0099D9"/>
    <a:srgbClr val="16A2DB"/>
    <a:srgbClr val="FEB615"/>
    <a:srgbClr val="0099D8"/>
    <a:srgbClr val="FDB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9F69E3-DF53-AA48-8FEC-6332FFEEABA9}" v="118" dt="2023-02-10T05:07:45.785"/>
  </p1510:revLst>
</p1510:revInfo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5044" autoAdjust="0"/>
  </p:normalViewPr>
  <p:slideViewPr>
    <p:cSldViewPr snapToGrid="0">
      <p:cViewPr varScale="1">
        <p:scale>
          <a:sx n="128" d="100"/>
          <a:sy n="128" d="100"/>
        </p:scale>
        <p:origin x="106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43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n K. Twarakavi" userId="88581cf3-f0ba-465b-8190-5f31dc64834c" providerId="ADAL" clId="{849F69E3-DF53-AA48-8FEC-6332FFEEABA9}"/>
    <pc:docChg chg="undo custSel addSld delSld modSld sldOrd delMainMaster">
      <pc:chgData name="Navin K. Twarakavi" userId="88581cf3-f0ba-465b-8190-5f31dc64834c" providerId="ADAL" clId="{849F69E3-DF53-AA48-8FEC-6332FFEEABA9}" dt="2023-02-12T05:25:32.338" v="6892" actId="20577"/>
      <pc:docMkLst>
        <pc:docMk/>
      </pc:docMkLst>
      <pc:sldChg chg="modSp mod">
        <pc:chgData name="Navin K. Twarakavi" userId="88581cf3-f0ba-465b-8190-5f31dc64834c" providerId="ADAL" clId="{849F69E3-DF53-AA48-8FEC-6332FFEEABA9}" dt="2023-02-09T01:12:48.959" v="57" actId="2711"/>
        <pc:sldMkLst>
          <pc:docMk/>
          <pc:sldMk cId="4043911423" sldId="256"/>
        </pc:sldMkLst>
        <pc:spChg chg="mod">
          <ac:chgData name="Navin K. Twarakavi" userId="88581cf3-f0ba-465b-8190-5f31dc64834c" providerId="ADAL" clId="{849F69E3-DF53-AA48-8FEC-6332FFEEABA9}" dt="2023-02-09T01:12:48.959" v="57" actId="2711"/>
          <ac:spMkLst>
            <pc:docMk/>
            <pc:sldMk cId="4043911423" sldId="256"/>
            <ac:spMk id="2" creationId="{B95F526B-EEDE-479F-84E0-1381CC0673E7}"/>
          </ac:spMkLst>
        </pc:spChg>
        <pc:spChg chg="mod">
          <ac:chgData name="Navin K. Twarakavi" userId="88581cf3-f0ba-465b-8190-5f31dc64834c" providerId="ADAL" clId="{849F69E3-DF53-AA48-8FEC-6332FFEEABA9}" dt="2023-02-09T01:12:48.959" v="57" actId="2711"/>
          <ac:spMkLst>
            <pc:docMk/>
            <pc:sldMk cId="4043911423" sldId="256"/>
            <ac:spMk id="3" creationId="{FBA398D0-A081-46EC-B03E-25324B8420F6}"/>
          </ac:spMkLst>
        </pc:spChg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1234432622" sldId="258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3802190694" sldId="270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2139406156" sldId="273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2999095554" sldId="274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2819080117" sldId="275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3194486486" sldId="276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2337361084" sldId="278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4538821" sldId="282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23191822" sldId="285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4059659110" sldId="286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4259085307" sldId="289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1819612534" sldId="291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2319858986" sldId="293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4269555661" sldId="300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1626297027" sldId="301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1520959500" sldId="302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4252408772" sldId="306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34582849" sldId="308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2789037846" sldId="309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2530978872" sldId="311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3870471604" sldId="312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4196861373" sldId="313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3770003863" sldId="9215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122089206" sldId="9216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3484392458" sldId="9217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1443702617" sldId="9219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1967253530" sldId="9220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1529368458" sldId="2145705949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2908142210" sldId="2145705950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1471175562" sldId="2145705951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2134859598" sldId="2145705953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2564233792" sldId="2145705955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3437059865" sldId="2145706013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2817314202" sldId="2145706018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2304504924" sldId="2145706020"/>
        </pc:sldMkLst>
      </pc:sldChg>
      <pc:sldChg chg="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129440425" sldId="2145706021"/>
        </pc:sldMkLst>
      </pc:sldChg>
      <pc:sldChg chg="addSp delSp modSp new mod modClrScheme chgLayout">
        <pc:chgData name="Navin K. Twarakavi" userId="88581cf3-f0ba-465b-8190-5f31dc64834c" providerId="ADAL" clId="{849F69E3-DF53-AA48-8FEC-6332FFEEABA9}" dt="2023-02-10T04:31:01.791" v="6246" actId="20577"/>
        <pc:sldMkLst>
          <pc:docMk/>
          <pc:sldMk cId="2314323089" sldId="2145706022"/>
        </pc:sldMkLst>
        <pc:spChg chg="mod ord">
          <ac:chgData name="Navin K. Twarakavi" userId="88581cf3-f0ba-465b-8190-5f31dc64834c" providerId="ADAL" clId="{849F69E3-DF53-AA48-8FEC-6332FFEEABA9}" dt="2023-02-09T01:10:28.125" v="1" actId="700"/>
          <ac:spMkLst>
            <pc:docMk/>
            <pc:sldMk cId="2314323089" sldId="2145706022"/>
            <ac:spMk id="2" creationId="{B6D1A7EC-29C0-D927-2095-E7522DB99216}"/>
          </ac:spMkLst>
        </pc:spChg>
        <pc:spChg chg="add mod ord">
          <ac:chgData name="Navin K. Twarakavi" userId="88581cf3-f0ba-465b-8190-5f31dc64834c" providerId="ADAL" clId="{849F69E3-DF53-AA48-8FEC-6332FFEEABA9}" dt="2023-02-10T04:31:01.791" v="6246" actId="20577"/>
          <ac:spMkLst>
            <pc:docMk/>
            <pc:sldMk cId="2314323089" sldId="2145706022"/>
            <ac:spMk id="3" creationId="{193D765A-2582-E2BD-E925-989E10868D5C}"/>
          </ac:spMkLst>
        </pc:spChg>
        <pc:spChg chg="add del mod">
          <ac:chgData name="Navin K. Twarakavi" userId="88581cf3-f0ba-465b-8190-5f31dc64834c" providerId="ADAL" clId="{849F69E3-DF53-AA48-8FEC-6332FFEEABA9}" dt="2023-02-09T01:51:07.565" v="473" actId="478"/>
          <ac:spMkLst>
            <pc:docMk/>
            <pc:sldMk cId="2314323089" sldId="2145706022"/>
            <ac:spMk id="4" creationId="{64B2F3DE-3660-F24D-7EB3-C973C4CD46C6}"/>
          </ac:spMkLst>
        </pc:spChg>
        <pc:spChg chg="add mod">
          <ac:chgData name="Navin K. Twarakavi" userId="88581cf3-f0ba-465b-8190-5f31dc64834c" providerId="ADAL" clId="{849F69E3-DF53-AA48-8FEC-6332FFEEABA9}" dt="2023-02-09T01:58:02.449" v="505" actId="1076"/>
          <ac:spMkLst>
            <pc:docMk/>
            <pc:sldMk cId="2314323089" sldId="2145706022"/>
            <ac:spMk id="10" creationId="{25686DA8-7B60-3D08-0C3D-EC4736F2283C}"/>
          </ac:spMkLst>
        </pc:spChg>
        <pc:spChg chg="add mod">
          <ac:chgData name="Navin K. Twarakavi" userId="88581cf3-f0ba-465b-8190-5f31dc64834c" providerId="ADAL" clId="{849F69E3-DF53-AA48-8FEC-6332FFEEABA9}" dt="2023-02-09T03:44:21.390" v="2197" actId="208"/>
          <ac:spMkLst>
            <pc:docMk/>
            <pc:sldMk cId="2314323089" sldId="2145706022"/>
            <ac:spMk id="16" creationId="{5A67A437-5B9A-A3CF-FAE3-33B78F54A3AE}"/>
          </ac:spMkLst>
        </pc:spChg>
        <pc:spChg chg="add mod">
          <ac:chgData name="Navin K. Twarakavi" userId="88581cf3-f0ba-465b-8190-5f31dc64834c" providerId="ADAL" clId="{849F69E3-DF53-AA48-8FEC-6332FFEEABA9}" dt="2023-02-09T01:58:02.449" v="505" actId="1076"/>
          <ac:spMkLst>
            <pc:docMk/>
            <pc:sldMk cId="2314323089" sldId="2145706022"/>
            <ac:spMk id="17" creationId="{8604BC9A-ECA4-038D-CCF9-8F9008BAF565}"/>
          </ac:spMkLst>
        </pc:spChg>
        <pc:spChg chg="add mod">
          <ac:chgData name="Navin K. Twarakavi" userId="88581cf3-f0ba-465b-8190-5f31dc64834c" providerId="ADAL" clId="{849F69E3-DF53-AA48-8FEC-6332FFEEABA9}" dt="2023-02-09T03:44:31.179" v="2203" actId="20577"/>
          <ac:spMkLst>
            <pc:docMk/>
            <pc:sldMk cId="2314323089" sldId="2145706022"/>
            <ac:spMk id="18" creationId="{0902398D-1A2B-EE66-D3C3-55EC43B67E72}"/>
          </ac:spMkLst>
        </pc:spChg>
        <pc:spChg chg="add mod">
          <ac:chgData name="Navin K. Twarakavi" userId="88581cf3-f0ba-465b-8190-5f31dc64834c" providerId="ADAL" clId="{849F69E3-DF53-AA48-8FEC-6332FFEEABA9}" dt="2023-02-09T03:43:40.254" v="2184" actId="20577"/>
          <ac:spMkLst>
            <pc:docMk/>
            <pc:sldMk cId="2314323089" sldId="2145706022"/>
            <ac:spMk id="20" creationId="{5C9B046A-32C0-812D-4774-2A3075CD0DFF}"/>
          </ac:spMkLst>
        </pc:spChg>
        <pc:spChg chg="add mod">
          <ac:chgData name="Navin K. Twarakavi" userId="88581cf3-f0ba-465b-8190-5f31dc64834c" providerId="ADAL" clId="{849F69E3-DF53-AA48-8FEC-6332FFEEABA9}" dt="2023-02-09T01:58:02.449" v="505" actId="1076"/>
          <ac:spMkLst>
            <pc:docMk/>
            <pc:sldMk cId="2314323089" sldId="2145706022"/>
            <ac:spMk id="21" creationId="{209F49B9-3861-C85B-3641-067F9D7141D1}"/>
          </ac:spMkLst>
        </pc:spChg>
        <pc:spChg chg="add mod">
          <ac:chgData name="Navin K. Twarakavi" userId="88581cf3-f0ba-465b-8190-5f31dc64834c" providerId="ADAL" clId="{849F69E3-DF53-AA48-8FEC-6332FFEEABA9}" dt="2023-02-09T03:44:35.298" v="2209" actId="20577"/>
          <ac:spMkLst>
            <pc:docMk/>
            <pc:sldMk cId="2314323089" sldId="2145706022"/>
            <ac:spMk id="25" creationId="{7673324A-A032-6743-349C-6CD5F387E74D}"/>
          </ac:spMkLst>
        </pc:spChg>
        <pc:spChg chg="add mod">
          <ac:chgData name="Navin K. Twarakavi" userId="88581cf3-f0ba-465b-8190-5f31dc64834c" providerId="ADAL" clId="{849F69E3-DF53-AA48-8FEC-6332FFEEABA9}" dt="2023-02-09T01:58:02.449" v="505" actId="1076"/>
          <ac:spMkLst>
            <pc:docMk/>
            <pc:sldMk cId="2314323089" sldId="2145706022"/>
            <ac:spMk id="35" creationId="{E3036283-A2F2-C77F-2EAB-5EFD29513E29}"/>
          </ac:spMkLst>
        </pc:spChg>
        <pc:cxnChg chg="add mod">
          <ac:chgData name="Navin K. Twarakavi" userId="88581cf3-f0ba-465b-8190-5f31dc64834c" providerId="ADAL" clId="{849F69E3-DF53-AA48-8FEC-6332FFEEABA9}" dt="2023-02-09T01:58:02.449" v="505" actId="1076"/>
          <ac:cxnSpMkLst>
            <pc:docMk/>
            <pc:sldMk cId="2314323089" sldId="2145706022"/>
            <ac:cxnSpMk id="6" creationId="{8F65E39F-DE6A-B759-BDF6-69146FE262E4}"/>
          </ac:cxnSpMkLst>
        </pc:cxnChg>
        <pc:cxnChg chg="add mod">
          <ac:chgData name="Navin K. Twarakavi" userId="88581cf3-f0ba-465b-8190-5f31dc64834c" providerId="ADAL" clId="{849F69E3-DF53-AA48-8FEC-6332FFEEABA9}" dt="2023-02-09T01:58:02.449" v="505" actId="1076"/>
          <ac:cxnSpMkLst>
            <pc:docMk/>
            <pc:sldMk cId="2314323089" sldId="2145706022"/>
            <ac:cxnSpMk id="7" creationId="{2D34F052-CC7D-8B80-3C8B-5EF7180BCA10}"/>
          </ac:cxnSpMkLst>
        </pc:cxnChg>
        <pc:cxnChg chg="add mod">
          <ac:chgData name="Navin K. Twarakavi" userId="88581cf3-f0ba-465b-8190-5f31dc64834c" providerId="ADAL" clId="{849F69E3-DF53-AA48-8FEC-6332FFEEABA9}" dt="2023-02-09T01:58:02.449" v="505" actId="1076"/>
          <ac:cxnSpMkLst>
            <pc:docMk/>
            <pc:sldMk cId="2314323089" sldId="2145706022"/>
            <ac:cxnSpMk id="8" creationId="{103541BA-9B69-AD68-6013-D1860873EF87}"/>
          </ac:cxnSpMkLst>
        </pc:cxnChg>
        <pc:cxnChg chg="add mod">
          <ac:chgData name="Navin K. Twarakavi" userId="88581cf3-f0ba-465b-8190-5f31dc64834c" providerId="ADAL" clId="{849F69E3-DF53-AA48-8FEC-6332FFEEABA9}" dt="2023-02-09T01:58:02.449" v="505" actId="1076"/>
          <ac:cxnSpMkLst>
            <pc:docMk/>
            <pc:sldMk cId="2314323089" sldId="2145706022"/>
            <ac:cxnSpMk id="12" creationId="{4245B052-61ED-2CDE-EF73-A2E20E2F0C88}"/>
          </ac:cxnSpMkLst>
        </pc:cxnChg>
        <pc:cxnChg chg="add mod">
          <ac:chgData name="Navin K. Twarakavi" userId="88581cf3-f0ba-465b-8190-5f31dc64834c" providerId="ADAL" clId="{849F69E3-DF53-AA48-8FEC-6332FFEEABA9}" dt="2023-02-09T01:58:02.449" v="505" actId="1076"/>
          <ac:cxnSpMkLst>
            <pc:docMk/>
            <pc:sldMk cId="2314323089" sldId="2145706022"/>
            <ac:cxnSpMk id="23" creationId="{2D1BF057-040C-55C9-7B4A-18E36FB60774}"/>
          </ac:cxnSpMkLst>
        </pc:cxnChg>
        <pc:cxnChg chg="add del mod">
          <ac:chgData name="Navin K. Twarakavi" userId="88581cf3-f0ba-465b-8190-5f31dc64834c" providerId="ADAL" clId="{849F69E3-DF53-AA48-8FEC-6332FFEEABA9}" dt="2023-02-09T01:50:13.898" v="463" actId="478"/>
          <ac:cxnSpMkLst>
            <pc:docMk/>
            <pc:sldMk cId="2314323089" sldId="2145706022"/>
            <ac:cxnSpMk id="27" creationId="{364DC4A0-51D6-0E4B-C123-24B32CFDF450}"/>
          </ac:cxnSpMkLst>
        </pc:cxnChg>
        <pc:cxnChg chg="add del mod">
          <ac:chgData name="Navin K. Twarakavi" userId="88581cf3-f0ba-465b-8190-5f31dc64834c" providerId="ADAL" clId="{849F69E3-DF53-AA48-8FEC-6332FFEEABA9}" dt="2023-02-09T01:49:30.769" v="456" actId="478"/>
          <ac:cxnSpMkLst>
            <pc:docMk/>
            <pc:sldMk cId="2314323089" sldId="2145706022"/>
            <ac:cxnSpMk id="29" creationId="{55EA4319-0328-DA2F-10DE-F44245466E0E}"/>
          </ac:cxnSpMkLst>
        </pc:cxnChg>
        <pc:cxnChg chg="add del mod">
          <ac:chgData name="Navin K. Twarakavi" userId="88581cf3-f0ba-465b-8190-5f31dc64834c" providerId="ADAL" clId="{849F69E3-DF53-AA48-8FEC-6332FFEEABA9}" dt="2023-02-09T01:50:10.572" v="462" actId="478"/>
          <ac:cxnSpMkLst>
            <pc:docMk/>
            <pc:sldMk cId="2314323089" sldId="2145706022"/>
            <ac:cxnSpMk id="31" creationId="{CDA526C6-1A86-16FC-73BC-D6FE1C90A681}"/>
          </ac:cxnSpMkLst>
        </pc:cxnChg>
        <pc:cxnChg chg="add mod">
          <ac:chgData name="Navin K. Twarakavi" userId="88581cf3-f0ba-465b-8190-5f31dc64834c" providerId="ADAL" clId="{849F69E3-DF53-AA48-8FEC-6332FFEEABA9}" dt="2023-02-09T03:42:38.320" v="2168" actId="1582"/>
          <ac:cxnSpMkLst>
            <pc:docMk/>
            <pc:sldMk cId="2314323089" sldId="2145706022"/>
            <ac:cxnSpMk id="37" creationId="{D3CD8EF3-DFC9-A8F7-F32D-C55895480B50}"/>
          </ac:cxnSpMkLst>
        </pc:cxnChg>
        <pc:cxnChg chg="add mod">
          <ac:chgData name="Navin K. Twarakavi" userId="88581cf3-f0ba-465b-8190-5f31dc64834c" providerId="ADAL" clId="{849F69E3-DF53-AA48-8FEC-6332FFEEABA9}" dt="2023-02-09T03:42:53.384" v="2171" actId="14100"/>
          <ac:cxnSpMkLst>
            <pc:docMk/>
            <pc:sldMk cId="2314323089" sldId="2145706022"/>
            <ac:cxnSpMk id="39" creationId="{5599091E-112F-F4C6-8DA0-474FE9AB1B89}"/>
          </ac:cxnSpMkLst>
        </pc:cxnChg>
        <pc:cxnChg chg="add mod">
          <ac:chgData name="Navin K. Twarakavi" userId="88581cf3-f0ba-465b-8190-5f31dc64834c" providerId="ADAL" clId="{849F69E3-DF53-AA48-8FEC-6332FFEEABA9}" dt="2023-02-09T03:43:46.389" v="2185" actId="208"/>
          <ac:cxnSpMkLst>
            <pc:docMk/>
            <pc:sldMk cId="2314323089" sldId="2145706022"/>
            <ac:cxnSpMk id="41" creationId="{A67AA316-0B25-BE6B-504A-B05E4E5BFEAC}"/>
          </ac:cxnSpMkLst>
        </pc:cxnChg>
        <pc:cxnChg chg="add mod">
          <ac:chgData name="Navin K. Twarakavi" userId="88581cf3-f0ba-465b-8190-5f31dc64834c" providerId="ADAL" clId="{849F69E3-DF53-AA48-8FEC-6332FFEEABA9}" dt="2023-02-09T03:44:16.166" v="2196" actId="1076"/>
          <ac:cxnSpMkLst>
            <pc:docMk/>
            <pc:sldMk cId="2314323089" sldId="2145706022"/>
            <ac:cxnSpMk id="42" creationId="{88475601-32BC-E80D-41CE-2AB0BD1C5AB7}"/>
          </ac:cxnSpMkLst>
        </pc:cxnChg>
      </pc:sldChg>
      <pc:sldChg chg="add del">
        <pc:chgData name="Navin K. Twarakavi" userId="88581cf3-f0ba-465b-8190-5f31dc64834c" providerId="ADAL" clId="{849F69E3-DF53-AA48-8FEC-6332FFEEABA9}" dt="2023-02-10T04:16:01.658" v="6041" actId="2696"/>
        <pc:sldMkLst>
          <pc:docMk/>
          <pc:sldMk cId="2590656755" sldId="2145706023"/>
        </pc:sldMkLst>
      </pc:sldChg>
      <pc:sldChg chg="addSp delSp modSp add mod ord">
        <pc:chgData name="Navin K. Twarakavi" userId="88581cf3-f0ba-465b-8190-5f31dc64834c" providerId="ADAL" clId="{849F69E3-DF53-AA48-8FEC-6332FFEEABA9}" dt="2023-02-10T04:35:51.851" v="6312" actId="20578"/>
        <pc:sldMkLst>
          <pc:docMk/>
          <pc:sldMk cId="4034200348" sldId="2145706024"/>
        </pc:sldMkLst>
        <pc:spChg chg="del">
          <ac:chgData name="Navin K. Twarakavi" userId="88581cf3-f0ba-465b-8190-5f31dc64834c" providerId="ADAL" clId="{849F69E3-DF53-AA48-8FEC-6332FFEEABA9}" dt="2023-02-09T02:24:21.343" v="740" actId="478"/>
          <ac:spMkLst>
            <pc:docMk/>
            <pc:sldMk cId="4034200348" sldId="2145706024"/>
            <ac:spMk id="2" creationId="{B6D1A7EC-29C0-D927-2095-E7522DB99216}"/>
          </ac:spMkLst>
        </pc:spChg>
        <pc:spChg chg="mod">
          <ac:chgData name="Navin K. Twarakavi" userId="88581cf3-f0ba-465b-8190-5f31dc64834c" providerId="ADAL" clId="{849F69E3-DF53-AA48-8FEC-6332FFEEABA9}" dt="2023-02-10T04:35:34.571" v="6311" actId="20577"/>
          <ac:spMkLst>
            <pc:docMk/>
            <pc:sldMk cId="4034200348" sldId="2145706024"/>
            <ac:spMk id="3" creationId="{193D765A-2582-E2BD-E925-989E10868D5C}"/>
          </ac:spMkLst>
        </pc:spChg>
        <pc:spChg chg="add del mod">
          <ac:chgData name="Navin K. Twarakavi" userId="88581cf3-f0ba-465b-8190-5f31dc64834c" providerId="ADAL" clId="{849F69E3-DF53-AA48-8FEC-6332FFEEABA9}" dt="2023-02-09T02:50:47.361" v="1123"/>
          <ac:spMkLst>
            <pc:docMk/>
            <pc:sldMk cId="4034200348" sldId="2145706024"/>
            <ac:spMk id="9" creationId="{D3010162-FFC0-81A2-B4C9-F91A0249A1A2}"/>
          </ac:spMkLst>
        </pc:spChg>
        <pc:spChg chg="del">
          <ac:chgData name="Navin K. Twarakavi" userId="88581cf3-f0ba-465b-8190-5f31dc64834c" providerId="ADAL" clId="{849F69E3-DF53-AA48-8FEC-6332FFEEABA9}" dt="2023-02-09T02:24:26.217" v="741" actId="478"/>
          <ac:spMkLst>
            <pc:docMk/>
            <pc:sldMk cId="4034200348" sldId="2145706024"/>
            <ac:spMk id="10" creationId="{25686DA8-7B60-3D08-0C3D-EC4736F2283C}"/>
          </ac:spMkLst>
        </pc:spChg>
        <pc:spChg chg="add del mod">
          <ac:chgData name="Navin K. Twarakavi" userId="88581cf3-f0ba-465b-8190-5f31dc64834c" providerId="ADAL" clId="{849F69E3-DF53-AA48-8FEC-6332FFEEABA9}" dt="2023-02-09T03:18:09.919" v="1137"/>
          <ac:spMkLst>
            <pc:docMk/>
            <pc:sldMk cId="4034200348" sldId="2145706024"/>
            <ac:spMk id="11" creationId="{A6F26AF8-BCE9-09FF-D1E5-D12099F885E7}"/>
          </ac:spMkLst>
        </pc:spChg>
        <pc:spChg chg="add del mod">
          <ac:chgData name="Navin K. Twarakavi" userId="88581cf3-f0ba-465b-8190-5f31dc64834c" providerId="ADAL" clId="{849F69E3-DF53-AA48-8FEC-6332FFEEABA9}" dt="2023-02-10T02:21:35.941" v="4819" actId="1076"/>
          <ac:spMkLst>
            <pc:docMk/>
            <pc:sldMk cId="4034200348" sldId="2145706024"/>
            <ac:spMk id="13" creationId="{CBCEFE0B-73ED-4B2C-E796-37699D1EA790}"/>
          </ac:spMkLst>
        </pc:spChg>
        <pc:spChg chg="add del mod">
          <ac:chgData name="Navin K. Twarakavi" userId="88581cf3-f0ba-465b-8190-5f31dc64834c" providerId="ADAL" clId="{849F69E3-DF53-AA48-8FEC-6332FFEEABA9}" dt="2023-02-09T03:22:12.504" v="1284" actId="478"/>
          <ac:spMkLst>
            <pc:docMk/>
            <pc:sldMk cId="4034200348" sldId="2145706024"/>
            <ac:spMk id="14" creationId="{FA923531-D46D-D99F-71FA-24E9D7CDEFC9}"/>
          </ac:spMkLst>
        </pc:spChg>
        <pc:spChg chg="add mod">
          <ac:chgData name="Navin K. Twarakavi" userId="88581cf3-f0ba-465b-8190-5f31dc64834c" providerId="ADAL" clId="{849F69E3-DF53-AA48-8FEC-6332FFEEABA9}" dt="2023-02-10T02:21:35.941" v="4819" actId="1076"/>
          <ac:spMkLst>
            <pc:docMk/>
            <pc:sldMk cId="4034200348" sldId="2145706024"/>
            <ac:spMk id="15" creationId="{0ABFA0D7-1F5E-6D19-8901-9367C7AD9979}"/>
          </ac:spMkLst>
        </pc:spChg>
        <pc:spChg chg="del">
          <ac:chgData name="Navin K. Twarakavi" userId="88581cf3-f0ba-465b-8190-5f31dc64834c" providerId="ADAL" clId="{849F69E3-DF53-AA48-8FEC-6332FFEEABA9}" dt="2023-02-09T02:24:26.217" v="741" actId="478"/>
          <ac:spMkLst>
            <pc:docMk/>
            <pc:sldMk cId="4034200348" sldId="2145706024"/>
            <ac:spMk id="16" creationId="{5A67A437-5B9A-A3CF-FAE3-33B78F54A3AE}"/>
          </ac:spMkLst>
        </pc:spChg>
        <pc:spChg chg="del">
          <ac:chgData name="Navin K. Twarakavi" userId="88581cf3-f0ba-465b-8190-5f31dc64834c" providerId="ADAL" clId="{849F69E3-DF53-AA48-8FEC-6332FFEEABA9}" dt="2023-02-09T02:24:26.217" v="741" actId="478"/>
          <ac:spMkLst>
            <pc:docMk/>
            <pc:sldMk cId="4034200348" sldId="2145706024"/>
            <ac:spMk id="17" creationId="{8604BC9A-ECA4-038D-CCF9-8F9008BAF565}"/>
          </ac:spMkLst>
        </pc:spChg>
        <pc:spChg chg="del">
          <ac:chgData name="Navin K. Twarakavi" userId="88581cf3-f0ba-465b-8190-5f31dc64834c" providerId="ADAL" clId="{849F69E3-DF53-AA48-8FEC-6332FFEEABA9}" dt="2023-02-09T02:24:26.217" v="741" actId="478"/>
          <ac:spMkLst>
            <pc:docMk/>
            <pc:sldMk cId="4034200348" sldId="2145706024"/>
            <ac:spMk id="18" creationId="{0902398D-1A2B-EE66-D3C3-55EC43B67E72}"/>
          </ac:spMkLst>
        </pc:spChg>
        <pc:spChg chg="del">
          <ac:chgData name="Navin K. Twarakavi" userId="88581cf3-f0ba-465b-8190-5f31dc64834c" providerId="ADAL" clId="{849F69E3-DF53-AA48-8FEC-6332FFEEABA9}" dt="2023-02-09T02:24:26.217" v="741" actId="478"/>
          <ac:spMkLst>
            <pc:docMk/>
            <pc:sldMk cId="4034200348" sldId="2145706024"/>
            <ac:spMk id="20" creationId="{5C9B046A-32C0-812D-4774-2A3075CD0DFF}"/>
          </ac:spMkLst>
        </pc:spChg>
        <pc:spChg chg="del">
          <ac:chgData name="Navin K. Twarakavi" userId="88581cf3-f0ba-465b-8190-5f31dc64834c" providerId="ADAL" clId="{849F69E3-DF53-AA48-8FEC-6332FFEEABA9}" dt="2023-02-09T02:24:26.217" v="741" actId="478"/>
          <ac:spMkLst>
            <pc:docMk/>
            <pc:sldMk cId="4034200348" sldId="2145706024"/>
            <ac:spMk id="21" creationId="{209F49B9-3861-C85B-3641-067F9D7141D1}"/>
          </ac:spMkLst>
        </pc:spChg>
        <pc:spChg chg="del">
          <ac:chgData name="Navin K. Twarakavi" userId="88581cf3-f0ba-465b-8190-5f31dc64834c" providerId="ADAL" clId="{849F69E3-DF53-AA48-8FEC-6332FFEEABA9}" dt="2023-02-09T02:24:26.217" v="741" actId="478"/>
          <ac:spMkLst>
            <pc:docMk/>
            <pc:sldMk cId="4034200348" sldId="2145706024"/>
            <ac:spMk id="25" creationId="{7673324A-A032-6743-349C-6CD5F387E74D}"/>
          </ac:spMkLst>
        </pc:spChg>
        <pc:spChg chg="del">
          <ac:chgData name="Navin K. Twarakavi" userId="88581cf3-f0ba-465b-8190-5f31dc64834c" providerId="ADAL" clId="{849F69E3-DF53-AA48-8FEC-6332FFEEABA9}" dt="2023-02-09T02:24:26.217" v="741" actId="478"/>
          <ac:spMkLst>
            <pc:docMk/>
            <pc:sldMk cId="4034200348" sldId="2145706024"/>
            <ac:spMk id="35" creationId="{E3036283-A2F2-C77F-2EAB-5EFD29513E29}"/>
          </ac:spMkLst>
        </pc:spChg>
        <pc:picChg chg="add mod">
          <ac:chgData name="Navin K. Twarakavi" userId="88581cf3-f0ba-465b-8190-5f31dc64834c" providerId="ADAL" clId="{849F69E3-DF53-AA48-8FEC-6332FFEEABA9}" dt="2023-02-10T02:21:37.992" v="4820" actId="1076"/>
          <ac:picMkLst>
            <pc:docMk/>
            <pc:sldMk cId="4034200348" sldId="2145706024"/>
            <ac:picMk id="5" creationId="{D2F66169-B428-4367-0294-6DE346F798F4}"/>
          </ac:picMkLst>
        </pc:picChg>
        <pc:cxnChg chg="del">
          <ac:chgData name="Navin K. Twarakavi" userId="88581cf3-f0ba-465b-8190-5f31dc64834c" providerId="ADAL" clId="{849F69E3-DF53-AA48-8FEC-6332FFEEABA9}" dt="2023-02-09T02:24:26.217" v="741" actId="478"/>
          <ac:cxnSpMkLst>
            <pc:docMk/>
            <pc:sldMk cId="4034200348" sldId="2145706024"/>
            <ac:cxnSpMk id="6" creationId="{8F65E39F-DE6A-B759-BDF6-69146FE262E4}"/>
          </ac:cxnSpMkLst>
        </pc:cxnChg>
        <pc:cxnChg chg="del">
          <ac:chgData name="Navin K. Twarakavi" userId="88581cf3-f0ba-465b-8190-5f31dc64834c" providerId="ADAL" clId="{849F69E3-DF53-AA48-8FEC-6332FFEEABA9}" dt="2023-02-09T02:24:26.217" v="741" actId="478"/>
          <ac:cxnSpMkLst>
            <pc:docMk/>
            <pc:sldMk cId="4034200348" sldId="2145706024"/>
            <ac:cxnSpMk id="7" creationId="{2D34F052-CC7D-8B80-3C8B-5EF7180BCA10}"/>
          </ac:cxnSpMkLst>
        </pc:cxnChg>
        <pc:cxnChg chg="del">
          <ac:chgData name="Navin K. Twarakavi" userId="88581cf3-f0ba-465b-8190-5f31dc64834c" providerId="ADAL" clId="{849F69E3-DF53-AA48-8FEC-6332FFEEABA9}" dt="2023-02-09T02:24:26.217" v="741" actId="478"/>
          <ac:cxnSpMkLst>
            <pc:docMk/>
            <pc:sldMk cId="4034200348" sldId="2145706024"/>
            <ac:cxnSpMk id="8" creationId="{103541BA-9B69-AD68-6013-D1860873EF87}"/>
          </ac:cxnSpMkLst>
        </pc:cxnChg>
        <pc:cxnChg chg="del">
          <ac:chgData name="Navin K. Twarakavi" userId="88581cf3-f0ba-465b-8190-5f31dc64834c" providerId="ADAL" clId="{849F69E3-DF53-AA48-8FEC-6332FFEEABA9}" dt="2023-02-09T02:24:26.217" v="741" actId="478"/>
          <ac:cxnSpMkLst>
            <pc:docMk/>
            <pc:sldMk cId="4034200348" sldId="2145706024"/>
            <ac:cxnSpMk id="12" creationId="{4245B052-61ED-2CDE-EF73-A2E20E2F0C88}"/>
          </ac:cxnSpMkLst>
        </pc:cxnChg>
        <pc:cxnChg chg="del">
          <ac:chgData name="Navin K. Twarakavi" userId="88581cf3-f0ba-465b-8190-5f31dc64834c" providerId="ADAL" clId="{849F69E3-DF53-AA48-8FEC-6332FFEEABA9}" dt="2023-02-09T02:24:26.217" v="741" actId="478"/>
          <ac:cxnSpMkLst>
            <pc:docMk/>
            <pc:sldMk cId="4034200348" sldId="2145706024"/>
            <ac:cxnSpMk id="23" creationId="{2D1BF057-040C-55C9-7B4A-18E36FB60774}"/>
          </ac:cxnSpMkLst>
        </pc:cxnChg>
      </pc:sldChg>
      <pc:sldChg chg="addSp delSp modSp add mod">
        <pc:chgData name="Navin K. Twarakavi" userId="88581cf3-f0ba-465b-8190-5f31dc64834c" providerId="ADAL" clId="{849F69E3-DF53-AA48-8FEC-6332FFEEABA9}" dt="2023-02-10T04:30:47.232" v="6240" actId="20577"/>
        <pc:sldMkLst>
          <pc:docMk/>
          <pc:sldMk cId="1253737314" sldId="2145706025"/>
        </pc:sldMkLst>
        <pc:spChg chg="mod">
          <ac:chgData name="Navin K. Twarakavi" userId="88581cf3-f0ba-465b-8190-5f31dc64834c" providerId="ADAL" clId="{849F69E3-DF53-AA48-8FEC-6332FFEEABA9}" dt="2023-02-10T04:30:47.232" v="6240" actId="20577"/>
          <ac:spMkLst>
            <pc:docMk/>
            <pc:sldMk cId="1253737314" sldId="2145706025"/>
            <ac:spMk id="3" creationId="{193D765A-2582-E2BD-E925-989E10868D5C}"/>
          </ac:spMkLst>
        </pc:spChg>
        <pc:spChg chg="add mod">
          <ac:chgData name="Navin K. Twarakavi" userId="88581cf3-f0ba-465b-8190-5f31dc64834c" providerId="ADAL" clId="{849F69E3-DF53-AA48-8FEC-6332FFEEABA9}" dt="2023-02-10T01:46:55.536" v="3505" actId="20577"/>
          <ac:spMkLst>
            <pc:docMk/>
            <pc:sldMk cId="1253737314" sldId="2145706025"/>
            <ac:spMk id="7" creationId="{78C0CB1E-A060-666B-5721-9B0B7888A8ED}"/>
          </ac:spMkLst>
        </pc:spChg>
        <pc:spChg chg="add mod">
          <ac:chgData name="Navin K. Twarakavi" userId="88581cf3-f0ba-465b-8190-5f31dc64834c" providerId="ADAL" clId="{849F69E3-DF53-AA48-8FEC-6332FFEEABA9}" dt="2023-02-10T01:47:24.518" v="3558" actId="1076"/>
          <ac:spMkLst>
            <pc:docMk/>
            <pc:sldMk cId="1253737314" sldId="2145706025"/>
            <ac:spMk id="9" creationId="{A77049CA-14A6-8D1C-5BF9-076E25B0FDFC}"/>
          </ac:spMkLst>
        </pc:spChg>
        <pc:spChg chg="mod">
          <ac:chgData name="Navin K. Twarakavi" userId="88581cf3-f0ba-465b-8190-5f31dc64834c" providerId="ADAL" clId="{849F69E3-DF53-AA48-8FEC-6332FFEEABA9}" dt="2023-02-09T06:46:01.385" v="3033" actId="1076"/>
          <ac:spMkLst>
            <pc:docMk/>
            <pc:sldMk cId="1253737314" sldId="2145706025"/>
            <ac:spMk id="10" creationId="{25686DA8-7B60-3D08-0C3D-EC4736F2283C}"/>
          </ac:spMkLst>
        </pc:spChg>
        <pc:spChg chg="mod">
          <ac:chgData name="Navin K. Twarakavi" userId="88581cf3-f0ba-465b-8190-5f31dc64834c" providerId="ADAL" clId="{849F69E3-DF53-AA48-8FEC-6332FFEEABA9}" dt="2023-02-10T01:39:45.083" v="3080" actId="1076"/>
          <ac:spMkLst>
            <pc:docMk/>
            <pc:sldMk cId="1253737314" sldId="2145706025"/>
            <ac:spMk id="16" creationId="{5A67A437-5B9A-A3CF-FAE3-33B78F54A3AE}"/>
          </ac:spMkLst>
        </pc:spChg>
        <pc:spChg chg="del">
          <ac:chgData name="Navin K. Twarakavi" userId="88581cf3-f0ba-465b-8190-5f31dc64834c" providerId="ADAL" clId="{849F69E3-DF53-AA48-8FEC-6332FFEEABA9}" dt="2023-02-09T03:54:43.944" v="2889" actId="478"/>
          <ac:spMkLst>
            <pc:docMk/>
            <pc:sldMk cId="1253737314" sldId="2145706025"/>
            <ac:spMk id="17" creationId="{8604BC9A-ECA4-038D-CCF9-8F9008BAF565}"/>
          </ac:spMkLst>
        </pc:spChg>
        <pc:spChg chg="mod">
          <ac:chgData name="Navin K. Twarakavi" userId="88581cf3-f0ba-465b-8190-5f31dc64834c" providerId="ADAL" clId="{849F69E3-DF53-AA48-8FEC-6332FFEEABA9}" dt="2023-02-10T01:40:26.758" v="3088" actId="1076"/>
          <ac:spMkLst>
            <pc:docMk/>
            <pc:sldMk cId="1253737314" sldId="2145706025"/>
            <ac:spMk id="18" creationId="{0902398D-1A2B-EE66-D3C3-55EC43B67E72}"/>
          </ac:spMkLst>
        </pc:spChg>
        <pc:spChg chg="del">
          <ac:chgData name="Navin K. Twarakavi" userId="88581cf3-f0ba-465b-8190-5f31dc64834c" providerId="ADAL" clId="{849F69E3-DF53-AA48-8FEC-6332FFEEABA9}" dt="2023-02-09T03:54:48.863" v="2890" actId="478"/>
          <ac:spMkLst>
            <pc:docMk/>
            <pc:sldMk cId="1253737314" sldId="2145706025"/>
            <ac:spMk id="20" creationId="{5C9B046A-32C0-812D-4774-2A3075CD0DFF}"/>
          </ac:spMkLst>
        </pc:spChg>
        <pc:spChg chg="mod">
          <ac:chgData name="Navin K. Twarakavi" userId="88581cf3-f0ba-465b-8190-5f31dc64834c" providerId="ADAL" clId="{849F69E3-DF53-AA48-8FEC-6332FFEEABA9}" dt="2023-02-09T06:46:04.708" v="3034" actId="1076"/>
          <ac:spMkLst>
            <pc:docMk/>
            <pc:sldMk cId="1253737314" sldId="2145706025"/>
            <ac:spMk id="21" creationId="{209F49B9-3861-C85B-3641-067F9D7141D1}"/>
          </ac:spMkLst>
        </pc:spChg>
        <pc:spChg chg="mod">
          <ac:chgData name="Navin K. Twarakavi" userId="88581cf3-f0ba-465b-8190-5f31dc64834c" providerId="ADAL" clId="{849F69E3-DF53-AA48-8FEC-6332FFEEABA9}" dt="2023-02-10T01:40:26.758" v="3088" actId="1076"/>
          <ac:spMkLst>
            <pc:docMk/>
            <pc:sldMk cId="1253737314" sldId="2145706025"/>
            <ac:spMk id="25" creationId="{7673324A-A032-6743-349C-6CD5F387E74D}"/>
          </ac:spMkLst>
        </pc:spChg>
        <pc:spChg chg="add mod">
          <ac:chgData name="Navin K. Twarakavi" userId="88581cf3-f0ba-465b-8190-5f31dc64834c" providerId="ADAL" clId="{849F69E3-DF53-AA48-8FEC-6332FFEEABA9}" dt="2023-02-10T01:46:46.575" v="3500" actId="14100"/>
          <ac:spMkLst>
            <pc:docMk/>
            <pc:sldMk cId="1253737314" sldId="2145706025"/>
            <ac:spMk id="27" creationId="{C6479EC5-C5EC-C35A-D927-8074F554B70B}"/>
          </ac:spMkLst>
        </pc:spChg>
        <pc:spChg chg="add del mod">
          <ac:chgData name="Navin K. Twarakavi" userId="88581cf3-f0ba-465b-8190-5f31dc64834c" providerId="ADAL" clId="{849F69E3-DF53-AA48-8FEC-6332FFEEABA9}" dt="2023-02-09T04:05:11.028" v="3006" actId="21"/>
          <ac:spMkLst>
            <pc:docMk/>
            <pc:sldMk cId="1253737314" sldId="2145706025"/>
            <ac:spMk id="28" creationId="{FCD23E11-7307-69C8-C898-E7AB63C20079}"/>
          </ac:spMkLst>
        </pc:spChg>
        <pc:spChg chg="add del mod">
          <ac:chgData name="Navin K. Twarakavi" userId="88581cf3-f0ba-465b-8190-5f31dc64834c" providerId="ADAL" clId="{849F69E3-DF53-AA48-8FEC-6332FFEEABA9}" dt="2023-02-09T04:05:51.011" v="3010" actId="21"/>
          <ac:spMkLst>
            <pc:docMk/>
            <pc:sldMk cId="1253737314" sldId="2145706025"/>
            <ac:spMk id="29" creationId="{E8AC6B31-BE46-B6B4-9AE0-4B850C270D43}"/>
          </ac:spMkLst>
        </pc:spChg>
        <pc:spChg chg="add mod">
          <ac:chgData name="Navin K. Twarakavi" userId="88581cf3-f0ba-465b-8190-5f31dc64834c" providerId="ADAL" clId="{849F69E3-DF53-AA48-8FEC-6332FFEEABA9}" dt="2023-02-10T01:42:05.272" v="3099" actId="14100"/>
          <ac:spMkLst>
            <pc:docMk/>
            <pc:sldMk cId="1253737314" sldId="2145706025"/>
            <ac:spMk id="30" creationId="{FB217798-09E5-AB48-95A9-FD037150829E}"/>
          </ac:spMkLst>
        </pc:spChg>
        <pc:spChg chg="mod">
          <ac:chgData name="Navin K. Twarakavi" userId="88581cf3-f0ba-465b-8190-5f31dc64834c" providerId="ADAL" clId="{849F69E3-DF53-AA48-8FEC-6332FFEEABA9}" dt="2023-02-09T06:45:38.503" v="3030" actId="1076"/>
          <ac:spMkLst>
            <pc:docMk/>
            <pc:sldMk cId="1253737314" sldId="2145706025"/>
            <ac:spMk id="35" creationId="{E3036283-A2F2-C77F-2EAB-5EFD29513E29}"/>
          </ac:spMkLst>
        </pc:spChg>
        <pc:grpChg chg="add mod">
          <ac:chgData name="Navin K. Twarakavi" userId="88581cf3-f0ba-465b-8190-5f31dc64834c" providerId="ADAL" clId="{849F69E3-DF53-AA48-8FEC-6332FFEEABA9}" dt="2023-02-09T06:45:56.502" v="3032" actId="688"/>
          <ac:grpSpMkLst>
            <pc:docMk/>
            <pc:sldMk cId="1253737314" sldId="2145706025"/>
            <ac:grpSpMk id="31" creationId="{822686D4-83DA-3BFA-231C-9749DD1D43A5}"/>
          </ac:grpSpMkLst>
        </pc:grpChg>
        <pc:graphicFrameChg chg="add mod">
          <ac:chgData name="Navin K. Twarakavi" userId="88581cf3-f0ba-465b-8190-5f31dc64834c" providerId="ADAL" clId="{849F69E3-DF53-AA48-8FEC-6332FFEEABA9}" dt="2023-02-10T01:46:59.533" v="3506" actId="14100"/>
          <ac:graphicFrameMkLst>
            <pc:docMk/>
            <pc:sldMk cId="1253737314" sldId="2145706025"/>
            <ac:graphicFrameMk id="4" creationId="{0DC8F1BB-E541-C97B-AAA7-3DEB430D47FC}"/>
          </ac:graphicFrameMkLst>
        </pc:graphicFrameChg>
        <pc:cxnChg chg="mod">
          <ac:chgData name="Navin K. Twarakavi" userId="88581cf3-f0ba-465b-8190-5f31dc64834c" providerId="ADAL" clId="{849F69E3-DF53-AA48-8FEC-6332FFEEABA9}" dt="2023-02-09T03:58:06.374" v="2957" actId="1076"/>
          <ac:cxnSpMkLst>
            <pc:docMk/>
            <pc:sldMk cId="1253737314" sldId="2145706025"/>
            <ac:cxnSpMk id="6" creationId="{8F65E39F-DE6A-B759-BDF6-69146FE262E4}"/>
          </ac:cxnSpMkLst>
        </pc:cxnChg>
        <pc:cxnChg chg="del">
          <ac:chgData name="Navin K. Twarakavi" userId="88581cf3-f0ba-465b-8190-5f31dc64834c" providerId="ADAL" clId="{849F69E3-DF53-AA48-8FEC-6332FFEEABA9}" dt="2023-02-09T03:54:48.863" v="2890" actId="478"/>
          <ac:cxnSpMkLst>
            <pc:docMk/>
            <pc:sldMk cId="1253737314" sldId="2145706025"/>
            <ac:cxnSpMk id="7" creationId="{2D34F052-CC7D-8B80-3C8B-5EF7180BCA10}"/>
          </ac:cxnSpMkLst>
        </pc:cxnChg>
        <pc:cxnChg chg="mod">
          <ac:chgData name="Navin K. Twarakavi" userId="88581cf3-f0ba-465b-8190-5f31dc64834c" providerId="ADAL" clId="{849F69E3-DF53-AA48-8FEC-6332FFEEABA9}" dt="2023-02-09T03:58:06.374" v="2957" actId="1076"/>
          <ac:cxnSpMkLst>
            <pc:docMk/>
            <pc:sldMk cId="1253737314" sldId="2145706025"/>
            <ac:cxnSpMk id="8" creationId="{103541BA-9B69-AD68-6013-D1860873EF87}"/>
          </ac:cxnSpMkLst>
        </pc:cxnChg>
        <pc:cxnChg chg="mod">
          <ac:chgData name="Navin K. Twarakavi" userId="88581cf3-f0ba-465b-8190-5f31dc64834c" providerId="ADAL" clId="{849F69E3-DF53-AA48-8FEC-6332FFEEABA9}" dt="2023-02-09T03:58:06.374" v="2957" actId="1076"/>
          <ac:cxnSpMkLst>
            <pc:docMk/>
            <pc:sldMk cId="1253737314" sldId="2145706025"/>
            <ac:cxnSpMk id="12" creationId="{4245B052-61ED-2CDE-EF73-A2E20E2F0C88}"/>
          </ac:cxnSpMkLst>
        </pc:cxnChg>
        <pc:cxnChg chg="add mod">
          <ac:chgData name="Navin K. Twarakavi" userId="88581cf3-f0ba-465b-8190-5f31dc64834c" providerId="ADAL" clId="{849F69E3-DF53-AA48-8FEC-6332FFEEABA9}" dt="2023-02-10T01:40:26.758" v="3088" actId="1076"/>
          <ac:cxnSpMkLst>
            <pc:docMk/>
            <pc:sldMk cId="1253737314" sldId="2145706025"/>
            <ac:cxnSpMk id="15" creationId="{3F2B2967-30D4-811E-C2AF-EEC3842569A9}"/>
          </ac:cxnSpMkLst>
        </pc:cxnChg>
        <pc:cxnChg chg="del">
          <ac:chgData name="Navin K. Twarakavi" userId="88581cf3-f0ba-465b-8190-5f31dc64834c" providerId="ADAL" clId="{849F69E3-DF53-AA48-8FEC-6332FFEEABA9}" dt="2023-02-09T03:54:48.863" v="2890" actId="478"/>
          <ac:cxnSpMkLst>
            <pc:docMk/>
            <pc:sldMk cId="1253737314" sldId="2145706025"/>
            <ac:cxnSpMk id="23" creationId="{2D1BF057-040C-55C9-7B4A-18E36FB60774}"/>
          </ac:cxnSpMkLst>
        </pc:cxnChg>
        <pc:cxnChg chg="add mod">
          <ac:chgData name="Navin K. Twarakavi" userId="88581cf3-f0ba-465b-8190-5f31dc64834c" providerId="ADAL" clId="{849F69E3-DF53-AA48-8FEC-6332FFEEABA9}" dt="2023-02-10T01:40:26.758" v="3088" actId="1076"/>
          <ac:cxnSpMkLst>
            <pc:docMk/>
            <pc:sldMk cId="1253737314" sldId="2145706025"/>
            <ac:cxnSpMk id="26" creationId="{38D199F5-EF37-AD36-E14B-9B5095A8A78F}"/>
          </ac:cxnSpMkLst>
        </pc:cxnChg>
        <pc:cxnChg chg="del mod">
          <ac:chgData name="Navin K. Twarakavi" userId="88581cf3-f0ba-465b-8190-5f31dc64834c" providerId="ADAL" clId="{849F69E3-DF53-AA48-8FEC-6332FFEEABA9}" dt="2023-02-09T03:55:12.998" v="2896" actId="478"/>
          <ac:cxnSpMkLst>
            <pc:docMk/>
            <pc:sldMk cId="1253737314" sldId="2145706025"/>
            <ac:cxnSpMk id="37" creationId="{D3CD8EF3-DFC9-A8F7-F32D-C55895480B50}"/>
          </ac:cxnSpMkLst>
        </pc:cxnChg>
        <pc:cxnChg chg="del">
          <ac:chgData name="Navin K. Twarakavi" userId="88581cf3-f0ba-465b-8190-5f31dc64834c" providerId="ADAL" clId="{849F69E3-DF53-AA48-8FEC-6332FFEEABA9}" dt="2023-02-09T03:55:52.439" v="2918" actId="478"/>
          <ac:cxnSpMkLst>
            <pc:docMk/>
            <pc:sldMk cId="1253737314" sldId="2145706025"/>
            <ac:cxnSpMk id="39" creationId="{5599091E-112F-F4C6-8DA0-474FE9AB1B89}"/>
          </ac:cxnSpMkLst>
        </pc:cxnChg>
        <pc:cxnChg chg="del">
          <ac:chgData name="Navin K. Twarakavi" userId="88581cf3-f0ba-465b-8190-5f31dc64834c" providerId="ADAL" clId="{849F69E3-DF53-AA48-8FEC-6332FFEEABA9}" dt="2023-02-09T03:54:48.863" v="2890" actId="478"/>
          <ac:cxnSpMkLst>
            <pc:docMk/>
            <pc:sldMk cId="1253737314" sldId="2145706025"/>
            <ac:cxnSpMk id="41" creationId="{A67AA316-0B25-BE6B-504A-B05E4E5BFEAC}"/>
          </ac:cxnSpMkLst>
        </pc:cxnChg>
        <pc:cxnChg chg="mod">
          <ac:chgData name="Navin K. Twarakavi" userId="88581cf3-f0ba-465b-8190-5f31dc64834c" providerId="ADAL" clId="{849F69E3-DF53-AA48-8FEC-6332FFEEABA9}" dt="2023-02-10T01:39:45.083" v="3080" actId="1076"/>
          <ac:cxnSpMkLst>
            <pc:docMk/>
            <pc:sldMk cId="1253737314" sldId="2145706025"/>
            <ac:cxnSpMk id="42" creationId="{88475601-32BC-E80D-41CE-2AB0BD1C5AB7}"/>
          </ac:cxnSpMkLst>
        </pc:cxnChg>
      </pc:sldChg>
      <pc:sldChg chg="addSp delSp modSp add mod">
        <pc:chgData name="Navin K. Twarakavi" userId="88581cf3-f0ba-465b-8190-5f31dc64834c" providerId="ADAL" clId="{849F69E3-DF53-AA48-8FEC-6332FFEEABA9}" dt="2023-02-12T05:25:32.338" v="6892" actId="20577"/>
        <pc:sldMkLst>
          <pc:docMk/>
          <pc:sldMk cId="3114118814" sldId="2145706026"/>
        </pc:sldMkLst>
        <pc:spChg chg="mod">
          <ac:chgData name="Navin K. Twarakavi" userId="88581cf3-f0ba-465b-8190-5f31dc64834c" providerId="ADAL" clId="{849F69E3-DF53-AA48-8FEC-6332FFEEABA9}" dt="2023-02-10T02:20:38.588" v="4673" actId="20577"/>
          <ac:spMkLst>
            <pc:docMk/>
            <pc:sldMk cId="3114118814" sldId="2145706026"/>
            <ac:spMk id="3" creationId="{193D765A-2582-E2BD-E925-989E10868D5C}"/>
          </ac:spMkLst>
        </pc:spChg>
        <pc:spChg chg="add mod">
          <ac:chgData name="Navin K. Twarakavi" userId="88581cf3-f0ba-465b-8190-5f31dc64834c" providerId="ADAL" clId="{849F69E3-DF53-AA48-8FEC-6332FFEEABA9}" dt="2023-02-12T05:25:32.338" v="6892" actId="20577"/>
          <ac:spMkLst>
            <pc:docMk/>
            <pc:sldMk cId="3114118814" sldId="2145706026"/>
            <ac:spMk id="4" creationId="{A8786078-0501-3D6F-B905-D46D23288EE5}"/>
          </ac:spMkLst>
        </pc:spChg>
        <pc:spChg chg="add mod">
          <ac:chgData name="Navin K. Twarakavi" userId="88581cf3-f0ba-465b-8190-5f31dc64834c" providerId="ADAL" clId="{849F69E3-DF53-AA48-8FEC-6332FFEEABA9}" dt="2023-02-10T02:20:19.530" v="4651" actId="20577"/>
          <ac:spMkLst>
            <pc:docMk/>
            <pc:sldMk cId="3114118814" sldId="2145706026"/>
            <ac:spMk id="9" creationId="{7890613B-3C33-6FFE-5C7D-E1F10C56D762}"/>
          </ac:spMkLst>
        </pc:spChg>
        <pc:spChg chg="add mod">
          <ac:chgData name="Navin K. Twarakavi" userId="88581cf3-f0ba-465b-8190-5f31dc64834c" providerId="ADAL" clId="{849F69E3-DF53-AA48-8FEC-6332FFEEABA9}" dt="2023-02-10T02:20:04.625" v="4648" actId="207"/>
          <ac:spMkLst>
            <pc:docMk/>
            <pc:sldMk cId="3114118814" sldId="2145706026"/>
            <ac:spMk id="10" creationId="{5800FD3E-E86F-5227-49CC-4FD9A9574F12}"/>
          </ac:spMkLst>
        </pc:spChg>
        <pc:spChg chg="del">
          <ac:chgData name="Navin K. Twarakavi" userId="88581cf3-f0ba-465b-8190-5f31dc64834c" providerId="ADAL" clId="{849F69E3-DF53-AA48-8FEC-6332FFEEABA9}" dt="2023-02-10T02:05:53.893" v="3788" actId="478"/>
          <ac:spMkLst>
            <pc:docMk/>
            <pc:sldMk cId="3114118814" sldId="2145706026"/>
            <ac:spMk id="13" creationId="{CBCEFE0B-73ED-4B2C-E796-37699D1EA790}"/>
          </ac:spMkLst>
        </pc:spChg>
        <pc:spChg chg="del">
          <ac:chgData name="Navin K. Twarakavi" userId="88581cf3-f0ba-465b-8190-5f31dc64834c" providerId="ADAL" clId="{849F69E3-DF53-AA48-8FEC-6332FFEEABA9}" dt="2023-02-10T02:05:53.893" v="3788" actId="478"/>
          <ac:spMkLst>
            <pc:docMk/>
            <pc:sldMk cId="3114118814" sldId="2145706026"/>
            <ac:spMk id="15" creationId="{0ABFA0D7-1F5E-6D19-8901-9367C7AD9979}"/>
          </ac:spMkLst>
        </pc:spChg>
        <pc:picChg chg="del mod">
          <ac:chgData name="Navin K. Twarakavi" userId="88581cf3-f0ba-465b-8190-5f31dc64834c" providerId="ADAL" clId="{849F69E3-DF53-AA48-8FEC-6332FFEEABA9}" dt="2023-02-10T02:05:49.118" v="3787" actId="478"/>
          <ac:picMkLst>
            <pc:docMk/>
            <pc:sldMk cId="3114118814" sldId="2145706026"/>
            <ac:picMk id="5" creationId="{D2F66169-B428-4367-0294-6DE346F798F4}"/>
          </ac:picMkLst>
        </pc:picChg>
        <pc:picChg chg="add mod">
          <ac:chgData name="Navin K. Twarakavi" userId="88581cf3-f0ba-465b-8190-5f31dc64834c" providerId="ADAL" clId="{849F69E3-DF53-AA48-8FEC-6332FFEEABA9}" dt="2023-02-10T02:19:53.491" v="4646" actId="1076"/>
          <ac:picMkLst>
            <pc:docMk/>
            <pc:sldMk cId="3114118814" sldId="2145706026"/>
            <ac:picMk id="7" creationId="{1A725CB5-3E73-969A-A623-1C450F17D392}"/>
          </ac:picMkLst>
        </pc:picChg>
      </pc:sldChg>
      <pc:sldChg chg="addSp delSp modSp add mod">
        <pc:chgData name="Navin K. Twarakavi" userId="88581cf3-f0ba-465b-8190-5f31dc64834c" providerId="ADAL" clId="{849F69E3-DF53-AA48-8FEC-6332FFEEABA9}" dt="2023-02-10T05:10:03.182" v="6844" actId="20577"/>
        <pc:sldMkLst>
          <pc:docMk/>
          <pc:sldMk cId="2243654945" sldId="2145706027"/>
        </pc:sldMkLst>
        <pc:spChg chg="add del mod">
          <ac:chgData name="Navin K. Twarakavi" userId="88581cf3-f0ba-465b-8190-5f31dc64834c" providerId="ADAL" clId="{849F69E3-DF53-AA48-8FEC-6332FFEEABA9}" dt="2023-02-10T03:43:50.844" v="5659" actId="478"/>
          <ac:spMkLst>
            <pc:docMk/>
            <pc:sldMk cId="2243654945" sldId="2145706027"/>
            <ac:spMk id="2" creationId="{5955B193-4229-C422-2441-752DE499D9B0}"/>
          </ac:spMkLst>
        </pc:spChg>
        <pc:spChg chg="mod">
          <ac:chgData name="Navin K. Twarakavi" userId="88581cf3-f0ba-465b-8190-5f31dc64834c" providerId="ADAL" clId="{849F69E3-DF53-AA48-8FEC-6332FFEEABA9}" dt="2023-02-10T05:10:03.182" v="6844" actId="20577"/>
          <ac:spMkLst>
            <pc:docMk/>
            <pc:sldMk cId="2243654945" sldId="2145706027"/>
            <ac:spMk id="3" creationId="{193D765A-2582-E2BD-E925-989E10868D5C}"/>
          </ac:spMkLst>
        </pc:spChg>
        <pc:spChg chg="del">
          <ac:chgData name="Navin K. Twarakavi" userId="88581cf3-f0ba-465b-8190-5f31dc64834c" providerId="ADAL" clId="{849F69E3-DF53-AA48-8FEC-6332FFEEABA9}" dt="2023-02-10T02:25:15.134" v="5296" actId="478"/>
          <ac:spMkLst>
            <pc:docMk/>
            <pc:sldMk cId="2243654945" sldId="2145706027"/>
            <ac:spMk id="4" creationId="{A8786078-0501-3D6F-B905-D46D23288EE5}"/>
          </ac:spMkLst>
        </pc:spChg>
        <pc:spChg chg="add del mod">
          <ac:chgData name="Navin K. Twarakavi" userId="88581cf3-f0ba-465b-8190-5f31dc64834c" providerId="ADAL" clId="{849F69E3-DF53-AA48-8FEC-6332FFEEABA9}" dt="2023-02-10T03:45:31.042" v="5660" actId="478"/>
          <ac:spMkLst>
            <pc:docMk/>
            <pc:sldMk cId="2243654945" sldId="2145706027"/>
            <ac:spMk id="6" creationId="{FA90A371-83FA-EE27-ABF0-9C70F7478DA2}"/>
          </ac:spMkLst>
        </pc:spChg>
        <pc:spChg chg="add del mod">
          <ac:chgData name="Navin K. Twarakavi" userId="88581cf3-f0ba-465b-8190-5f31dc64834c" providerId="ADAL" clId="{849F69E3-DF53-AA48-8FEC-6332FFEEABA9}" dt="2023-02-10T03:45:31.042" v="5660" actId="478"/>
          <ac:spMkLst>
            <pc:docMk/>
            <pc:sldMk cId="2243654945" sldId="2145706027"/>
            <ac:spMk id="8" creationId="{AB1B8CAA-8EC1-929C-1947-372C3B77B157}"/>
          </ac:spMkLst>
        </pc:spChg>
        <pc:spChg chg="del">
          <ac:chgData name="Navin K. Twarakavi" userId="88581cf3-f0ba-465b-8190-5f31dc64834c" providerId="ADAL" clId="{849F69E3-DF53-AA48-8FEC-6332FFEEABA9}" dt="2023-02-10T02:25:11.030" v="5295" actId="478"/>
          <ac:spMkLst>
            <pc:docMk/>
            <pc:sldMk cId="2243654945" sldId="2145706027"/>
            <ac:spMk id="9" creationId="{7890613B-3C33-6FFE-5C7D-E1F10C56D762}"/>
          </ac:spMkLst>
        </pc:spChg>
        <pc:spChg chg="del">
          <ac:chgData name="Navin K. Twarakavi" userId="88581cf3-f0ba-465b-8190-5f31dc64834c" providerId="ADAL" clId="{849F69E3-DF53-AA48-8FEC-6332FFEEABA9}" dt="2023-02-10T02:25:05.675" v="5293" actId="478"/>
          <ac:spMkLst>
            <pc:docMk/>
            <pc:sldMk cId="2243654945" sldId="2145706027"/>
            <ac:spMk id="10" creationId="{5800FD3E-E86F-5227-49CC-4FD9A9574F12}"/>
          </ac:spMkLst>
        </pc:spChg>
        <pc:spChg chg="add del mod">
          <ac:chgData name="Navin K. Twarakavi" userId="88581cf3-f0ba-465b-8190-5f31dc64834c" providerId="ADAL" clId="{849F69E3-DF53-AA48-8FEC-6332FFEEABA9}" dt="2023-02-10T03:45:35.382" v="5661" actId="478"/>
          <ac:spMkLst>
            <pc:docMk/>
            <pc:sldMk cId="2243654945" sldId="2145706027"/>
            <ac:spMk id="11" creationId="{D4EA786D-D7D6-5C12-69F2-59CB6C379AEF}"/>
          </ac:spMkLst>
        </pc:spChg>
        <pc:spChg chg="mod">
          <ac:chgData name="Navin K. Twarakavi" userId="88581cf3-f0ba-465b-8190-5f31dc64834c" providerId="ADAL" clId="{849F69E3-DF53-AA48-8FEC-6332FFEEABA9}" dt="2023-02-10T03:43:42.793" v="5658" actId="1076"/>
          <ac:spMkLst>
            <pc:docMk/>
            <pc:sldMk cId="2243654945" sldId="2145706027"/>
            <ac:spMk id="13" creationId="{F1E5750B-12AC-C3E6-959E-E3902C86B5E1}"/>
          </ac:spMkLst>
        </pc:spChg>
        <pc:spChg chg="mod">
          <ac:chgData name="Navin K. Twarakavi" userId="88581cf3-f0ba-465b-8190-5f31dc64834c" providerId="ADAL" clId="{849F69E3-DF53-AA48-8FEC-6332FFEEABA9}" dt="2023-02-10T03:43:42.793" v="5658" actId="1076"/>
          <ac:spMkLst>
            <pc:docMk/>
            <pc:sldMk cId="2243654945" sldId="2145706027"/>
            <ac:spMk id="14" creationId="{F0A4C092-C9AA-5C02-EF97-D857D334F84A}"/>
          </ac:spMkLst>
        </pc:spChg>
        <pc:spChg chg="mod">
          <ac:chgData name="Navin K. Twarakavi" userId="88581cf3-f0ba-465b-8190-5f31dc64834c" providerId="ADAL" clId="{849F69E3-DF53-AA48-8FEC-6332FFEEABA9}" dt="2023-02-10T03:43:42.793" v="5658" actId="1076"/>
          <ac:spMkLst>
            <pc:docMk/>
            <pc:sldMk cId="2243654945" sldId="2145706027"/>
            <ac:spMk id="16" creationId="{B181BB8B-DE0C-0132-81F8-29193D495B44}"/>
          </ac:spMkLst>
        </pc:spChg>
        <pc:spChg chg="mod">
          <ac:chgData name="Navin K. Twarakavi" userId="88581cf3-f0ba-465b-8190-5f31dc64834c" providerId="ADAL" clId="{849F69E3-DF53-AA48-8FEC-6332FFEEABA9}" dt="2023-02-10T03:43:42.793" v="5658" actId="1076"/>
          <ac:spMkLst>
            <pc:docMk/>
            <pc:sldMk cId="2243654945" sldId="2145706027"/>
            <ac:spMk id="17" creationId="{686EFCB0-94B5-742B-FC7F-A3A2974DDB4A}"/>
          </ac:spMkLst>
        </pc:spChg>
        <pc:spChg chg="mod">
          <ac:chgData name="Navin K. Twarakavi" userId="88581cf3-f0ba-465b-8190-5f31dc64834c" providerId="ADAL" clId="{849F69E3-DF53-AA48-8FEC-6332FFEEABA9}" dt="2023-02-10T03:43:42.793" v="5658" actId="1076"/>
          <ac:spMkLst>
            <pc:docMk/>
            <pc:sldMk cId="2243654945" sldId="2145706027"/>
            <ac:spMk id="19" creationId="{1C4E82E3-1F8B-B2A0-79C8-442CBFC448B9}"/>
          </ac:spMkLst>
        </pc:spChg>
        <pc:spChg chg="mod">
          <ac:chgData name="Navin K. Twarakavi" userId="88581cf3-f0ba-465b-8190-5f31dc64834c" providerId="ADAL" clId="{849F69E3-DF53-AA48-8FEC-6332FFEEABA9}" dt="2023-02-10T03:43:42.793" v="5658" actId="1076"/>
          <ac:spMkLst>
            <pc:docMk/>
            <pc:sldMk cId="2243654945" sldId="2145706027"/>
            <ac:spMk id="20" creationId="{B5195E0A-00D6-5277-3E5B-324DD8C0520D}"/>
          </ac:spMkLst>
        </pc:spChg>
        <pc:spChg chg="add del mod">
          <ac:chgData name="Navin K. Twarakavi" userId="88581cf3-f0ba-465b-8190-5f31dc64834c" providerId="ADAL" clId="{849F69E3-DF53-AA48-8FEC-6332FFEEABA9}" dt="2023-02-10T03:45:35.382" v="5661" actId="478"/>
          <ac:spMkLst>
            <pc:docMk/>
            <pc:sldMk cId="2243654945" sldId="2145706027"/>
            <ac:spMk id="21" creationId="{88E0B778-6288-1B2A-24DB-30F9832A365B}"/>
          </ac:spMkLst>
        </pc:spChg>
        <pc:spChg chg="mod">
          <ac:chgData name="Navin K. Twarakavi" userId="88581cf3-f0ba-465b-8190-5f31dc64834c" providerId="ADAL" clId="{849F69E3-DF53-AA48-8FEC-6332FFEEABA9}" dt="2023-02-10T03:43:42.793" v="5658" actId="1076"/>
          <ac:spMkLst>
            <pc:docMk/>
            <pc:sldMk cId="2243654945" sldId="2145706027"/>
            <ac:spMk id="23" creationId="{7C9B5870-EAD4-43E5-90F3-E5ECEFDAEE9A}"/>
          </ac:spMkLst>
        </pc:spChg>
        <pc:spChg chg="mod">
          <ac:chgData name="Navin K. Twarakavi" userId="88581cf3-f0ba-465b-8190-5f31dc64834c" providerId="ADAL" clId="{849F69E3-DF53-AA48-8FEC-6332FFEEABA9}" dt="2023-02-10T03:43:42.793" v="5658" actId="1076"/>
          <ac:spMkLst>
            <pc:docMk/>
            <pc:sldMk cId="2243654945" sldId="2145706027"/>
            <ac:spMk id="24" creationId="{76D06DBF-77BC-FFE3-CE63-55E4D1CEE469}"/>
          </ac:spMkLst>
        </pc:spChg>
        <pc:spChg chg="add del mod">
          <ac:chgData name="Navin K. Twarakavi" userId="88581cf3-f0ba-465b-8190-5f31dc64834c" providerId="ADAL" clId="{849F69E3-DF53-AA48-8FEC-6332FFEEABA9}" dt="2023-02-10T03:45:31.042" v="5660" actId="478"/>
          <ac:spMkLst>
            <pc:docMk/>
            <pc:sldMk cId="2243654945" sldId="2145706027"/>
            <ac:spMk id="25" creationId="{87C50E61-B268-EC4C-CE16-B12D21F88478}"/>
          </ac:spMkLst>
        </pc:spChg>
        <pc:spChg chg="add del mod">
          <ac:chgData name="Navin K. Twarakavi" userId="88581cf3-f0ba-465b-8190-5f31dc64834c" providerId="ADAL" clId="{849F69E3-DF53-AA48-8FEC-6332FFEEABA9}" dt="2023-02-10T03:45:31.042" v="5660" actId="478"/>
          <ac:spMkLst>
            <pc:docMk/>
            <pc:sldMk cId="2243654945" sldId="2145706027"/>
            <ac:spMk id="26" creationId="{4C8CC580-DDA0-C17C-05E1-0C0BAA4DF016}"/>
          </ac:spMkLst>
        </pc:spChg>
        <pc:spChg chg="mod">
          <ac:chgData name="Navin K. Twarakavi" userId="88581cf3-f0ba-465b-8190-5f31dc64834c" providerId="ADAL" clId="{849F69E3-DF53-AA48-8FEC-6332FFEEABA9}" dt="2023-02-10T03:43:42.793" v="5658" actId="1076"/>
          <ac:spMkLst>
            <pc:docMk/>
            <pc:sldMk cId="2243654945" sldId="2145706027"/>
            <ac:spMk id="28" creationId="{9046FFCD-175B-F8AE-A0B5-4A6F616BCA0C}"/>
          </ac:spMkLst>
        </pc:spChg>
        <pc:spChg chg="mod">
          <ac:chgData name="Navin K. Twarakavi" userId="88581cf3-f0ba-465b-8190-5f31dc64834c" providerId="ADAL" clId="{849F69E3-DF53-AA48-8FEC-6332FFEEABA9}" dt="2023-02-10T03:43:42.793" v="5658" actId="1076"/>
          <ac:spMkLst>
            <pc:docMk/>
            <pc:sldMk cId="2243654945" sldId="2145706027"/>
            <ac:spMk id="29" creationId="{37430372-B0ED-88E0-3F2F-B53062BB704D}"/>
          </ac:spMkLst>
        </pc:spChg>
        <pc:spChg chg="mod">
          <ac:chgData name="Navin K. Twarakavi" userId="88581cf3-f0ba-465b-8190-5f31dc64834c" providerId="ADAL" clId="{849F69E3-DF53-AA48-8FEC-6332FFEEABA9}" dt="2023-02-10T03:43:42.793" v="5658" actId="1076"/>
          <ac:spMkLst>
            <pc:docMk/>
            <pc:sldMk cId="2243654945" sldId="2145706027"/>
            <ac:spMk id="30" creationId="{81BED11C-054F-E96D-9853-90F8EBFF6DD3}"/>
          </ac:spMkLst>
        </pc:spChg>
        <pc:spChg chg="add del mod">
          <ac:chgData name="Navin K. Twarakavi" userId="88581cf3-f0ba-465b-8190-5f31dc64834c" providerId="ADAL" clId="{849F69E3-DF53-AA48-8FEC-6332FFEEABA9}" dt="2023-02-10T03:45:31.042" v="5660" actId="478"/>
          <ac:spMkLst>
            <pc:docMk/>
            <pc:sldMk cId="2243654945" sldId="2145706027"/>
            <ac:spMk id="31" creationId="{044551DF-A7F5-B7A5-C134-B9C6D0E35E50}"/>
          </ac:spMkLst>
        </pc:spChg>
        <pc:spChg chg="mod">
          <ac:chgData name="Navin K. Twarakavi" userId="88581cf3-f0ba-465b-8190-5f31dc64834c" providerId="ADAL" clId="{849F69E3-DF53-AA48-8FEC-6332FFEEABA9}" dt="2023-02-10T03:43:42.793" v="5658" actId="1076"/>
          <ac:spMkLst>
            <pc:docMk/>
            <pc:sldMk cId="2243654945" sldId="2145706027"/>
            <ac:spMk id="33" creationId="{ADE434F8-E107-DE95-5958-62441DFD15E1}"/>
          </ac:spMkLst>
        </pc:spChg>
        <pc:spChg chg="mod">
          <ac:chgData name="Navin K. Twarakavi" userId="88581cf3-f0ba-465b-8190-5f31dc64834c" providerId="ADAL" clId="{849F69E3-DF53-AA48-8FEC-6332FFEEABA9}" dt="2023-02-10T03:43:42.793" v="5658" actId="1076"/>
          <ac:spMkLst>
            <pc:docMk/>
            <pc:sldMk cId="2243654945" sldId="2145706027"/>
            <ac:spMk id="34" creationId="{1A7BC07D-4D6B-FBA1-2C93-2BBC65C8B1CF}"/>
          </ac:spMkLst>
        </pc:spChg>
        <pc:spChg chg="mod">
          <ac:chgData name="Navin K. Twarakavi" userId="88581cf3-f0ba-465b-8190-5f31dc64834c" providerId="ADAL" clId="{849F69E3-DF53-AA48-8FEC-6332FFEEABA9}" dt="2023-02-10T03:43:42.793" v="5658" actId="1076"/>
          <ac:spMkLst>
            <pc:docMk/>
            <pc:sldMk cId="2243654945" sldId="2145706027"/>
            <ac:spMk id="36" creationId="{35CFF3B8-EFD8-15E3-1795-2715DED01AF3}"/>
          </ac:spMkLst>
        </pc:spChg>
        <pc:spChg chg="mod">
          <ac:chgData name="Navin K. Twarakavi" userId="88581cf3-f0ba-465b-8190-5f31dc64834c" providerId="ADAL" clId="{849F69E3-DF53-AA48-8FEC-6332FFEEABA9}" dt="2023-02-10T03:43:42.793" v="5658" actId="1076"/>
          <ac:spMkLst>
            <pc:docMk/>
            <pc:sldMk cId="2243654945" sldId="2145706027"/>
            <ac:spMk id="37" creationId="{6BEA3800-3112-1644-881E-593A3EAD9265}"/>
          </ac:spMkLst>
        </pc:spChg>
        <pc:spChg chg="add del mod">
          <ac:chgData name="Navin K. Twarakavi" userId="88581cf3-f0ba-465b-8190-5f31dc64834c" providerId="ADAL" clId="{849F69E3-DF53-AA48-8FEC-6332FFEEABA9}" dt="2023-02-10T03:45:31.042" v="5660" actId="478"/>
          <ac:spMkLst>
            <pc:docMk/>
            <pc:sldMk cId="2243654945" sldId="2145706027"/>
            <ac:spMk id="38" creationId="{879E0091-EDD4-0D40-5D95-9339F74FAC4C}"/>
          </ac:spMkLst>
        </pc:spChg>
        <pc:spChg chg="add del mod">
          <ac:chgData name="Navin K. Twarakavi" userId="88581cf3-f0ba-465b-8190-5f31dc64834c" providerId="ADAL" clId="{849F69E3-DF53-AA48-8FEC-6332FFEEABA9}" dt="2023-02-10T03:45:31.042" v="5660" actId="478"/>
          <ac:spMkLst>
            <pc:docMk/>
            <pc:sldMk cId="2243654945" sldId="2145706027"/>
            <ac:spMk id="39" creationId="{8AB20D53-97D2-0786-3E8A-A52BF6387052}"/>
          </ac:spMkLst>
        </pc:spChg>
        <pc:spChg chg="add del mod">
          <ac:chgData name="Navin K. Twarakavi" userId="88581cf3-f0ba-465b-8190-5f31dc64834c" providerId="ADAL" clId="{849F69E3-DF53-AA48-8FEC-6332FFEEABA9}" dt="2023-02-10T03:45:31.042" v="5660" actId="478"/>
          <ac:spMkLst>
            <pc:docMk/>
            <pc:sldMk cId="2243654945" sldId="2145706027"/>
            <ac:spMk id="40" creationId="{9CDEF92A-5A78-6D92-FD54-3F6A53C55A12}"/>
          </ac:spMkLst>
        </pc:spChg>
        <pc:spChg chg="add del mod">
          <ac:chgData name="Navin K. Twarakavi" userId="88581cf3-f0ba-465b-8190-5f31dc64834c" providerId="ADAL" clId="{849F69E3-DF53-AA48-8FEC-6332FFEEABA9}" dt="2023-02-10T03:45:31.042" v="5660" actId="478"/>
          <ac:spMkLst>
            <pc:docMk/>
            <pc:sldMk cId="2243654945" sldId="2145706027"/>
            <ac:spMk id="41" creationId="{626F503F-0851-8F43-90B0-E23C443855A1}"/>
          </ac:spMkLst>
        </pc:spChg>
        <pc:spChg chg="add del mod">
          <ac:chgData name="Navin K. Twarakavi" userId="88581cf3-f0ba-465b-8190-5f31dc64834c" providerId="ADAL" clId="{849F69E3-DF53-AA48-8FEC-6332FFEEABA9}" dt="2023-02-10T03:45:31.042" v="5660" actId="478"/>
          <ac:spMkLst>
            <pc:docMk/>
            <pc:sldMk cId="2243654945" sldId="2145706027"/>
            <ac:spMk id="42" creationId="{AB2296EC-4D97-7754-66A6-4CD9BB086E08}"/>
          </ac:spMkLst>
        </pc:spChg>
        <pc:spChg chg="add del mod">
          <ac:chgData name="Navin K. Twarakavi" userId="88581cf3-f0ba-465b-8190-5f31dc64834c" providerId="ADAL" clId="{849F69E3-DF53-AA48-8FEC-6332FFEEABA9}" dt="2023-02-10T03:45:31.042" v="5660" actId="478"/>
          <ac:spMkLst>
            <pc:docMk/>
            <pc:sldMk cId="2243654945" sldId="2145706027"/>
            <ac:spMk id="43" creationId="{FE6A8CFB-E502-A043-0AE3-7CA45640F87E}"/>
          </ac:spMkLst>
        </pc:spChg>
        <pc:spChg chg="add del mod">
          <ac:chgData name="Navin K. Twarakavi" userId="88581cf3-f0ba-465b-8190-5f31dc64834c" providerId="ADAL" clId="{849F69E3-DF53-AA48-8FEC-6332FFEEABA9}" dt="2023-02-10T03:45:35.382" v="5661" actId="478"/>
          <ac:spMkLst>
            <pc:docMk/>
            <pc:sldMk cId="2243654945" sldId="2145706027"/>
            <ac:spMk id="48" creationId="{221488E2-196D-D094-CCC3-0D2960954EE5}"/>
          </ac:spMkLst>
        </pc:spChg>
        <pc:spChg chg="add del mod">
          <ac:chgData name="Navin K. Twarakavi" userId="88581cf3-f0ba-465b-8190-5f31dc64834c" providerId="ADAL" clId="{849F69E3-DF53-AA48-8FEC-6332FFEEABA9}" dt="2023-02-10T03:45:31.042" v="5660" actId="478"/>
          <ac:spMkLst>
            <pc:docMk/>
            <pc:sldMk cId="2243654945" sldId="2145706027"/>
            <ac:spMk id="49" creationId="{18D17979-EF35-DF95-4547-1E06A05F09C0}"/>
          </ac:spMkLst>
        </pc:spChg>
        <pc:spChg chg="add del mod">
          <ac:chgData name="Navin K. Twarakavi" userId="88581cf3-f0ba-465b-8190-5f31dc64834c" providerId="ADAL" clId="{849F69E3-DF53-AA48-8FEC-6332FFEEABA9}" dt="2023-02-10T03:45:31.042" v="5660" actId="478"/>
          <ac:spMkLst>
            <pc:docMk/>
            <pc:sldMk cId="2243654945" sldId="2145706027"/>
            <ac:spMk id="51" creationId="{26B7EFED-6CBD-02BA-EF01-27D447FE87A6}"/>
          </ac:spMkLst>
        </pc:spChg>
        <pc:spChg chg="add del mod">
          <ac:chgData name="Navin K. Twarakavi" userId="88581cf3-f0ba-465b-8190-5f31dc64834c" providerId="ADAL" clId="{849F69E3-DF53-AA48-8FEC-6332FFEEABA9}" dt="2023-02-10T03:45:31.042" v="5660" actId="478"/>
          <ac:spMkLst>
            <pc:docMk/>
            <pc:sldMk cId="2243654945" sldId="2145706027"/>
            <ac:spMk id="52" creationId="{2E32A257-2342-3EDA-4430-A43E91A16134}"/>
          </ac:spMkLst>
        </pc:spChg>
        <pc:spChg chg="add mod">
          <ac:chgData name="Navin K. Twarakavi" userId="88581cf3-f0ba-465b-8190-5f31dc64834c" providerId="ADAL" clId="{849F69E3-DF53-AA48-8FEC-6332FFEEABA9}" dt="2023-02-10T04:34:52.471" v="6298" actId="20577"/>
          <ac:spMkLst>
            <pc:docMk/>
            <pc:sldMk cId="2243654945" sldId="2145706027"/>
            <ac:spMk id="54" creationId="{E794230A-56A9-2EF4-A1B8-F414D0A03A9E}"/>
          </ac:spMkLst>
        </pc:spChg>
        <pc:spChg chg="add del mod">
          <ac:chgData name="Navin K. Twarakavi" userId="88581cf3-f0ba-465b-8190-5f31dc64834c" providerId="ADAL" clId="{849F69E3-DF53-AA48-8FEC-6332FFEEABA9}" dt="2023-02-10T04:03:40.646" v="5857" actId="22"/>
          <ac:spMkLst>
            <pc:docMk/>
            <pc:sldMk cId="2243654945" sldId="2145706027"/>
            <ac:spMk id="58" creationId="{6DCF532A-3F55-DEFA-D2D1-8708C5F7C77D}"/>
          </ac:spMkLst>
        </pc:spChg>
        <pc:spChg chg="add mod">
          <ac:chgData name="Navin K. Twarakavi" userId="88581cf3-f0ba-465b-8190-5f31dc64834c" providerId="ADAL" clId="{849F69E3-DF53-AA48-8FEC-6332FFEEABA9}" dt="2023-02-10T04:08:05.191" v="5924" actId="1076"/>
          <ac:spMkLst>
            <pc:docMk/>
            <pc:sldMk cId="2243654945" sldId="2145706027"/>
            <ac:spMk id="60" creationId="{6B308FB8-28D1-41E2-F77B-82A113BB0ED5}"/>
          </ac:spMkLst>
        </pc:spChg>
        <pc:spChg chg="add del mod">
          <ac:chgData name="Navin K. Twarakavi" userId="88581cf3-f0ba-465b-8190-5f31dc64834c" providerId="ADAL" clId="{849F69E3-DF53-AA48-8FEC-6332FFEEABA9}" dt="2023-02-10T04:06:17.420" v="5894" actId="478"/>
          <ac:spMkLst>
            <pc:docMk/>
            <pc:sldMk cId="2243654945" sldId="2145706027"/>
            <ac:spMk id="62" creationId="{F3E73B14-0DA8-FD26-A454-EA8B8FBB2F00}"/>
          </ac:spMkLst>
        </pc:spChg>
        <pc:spChg chg="add del mod">
          <ac:chgData name="Navin K. Twarakavi" userId="88581cf3-f0ba-465b-8190-5f31dc64834c" providerId="ADAL" clId="{849F69E3-DF53-AA48-8FEC-6332FFEEABA9}" dt="2023-02-10T04:16:46.032" v="6044" actId="478"/>
          <ac:spMkLst>
            <pc:docMk/>
            <pc:sldMk cId="2243654945" sldId="2145706027"/>
            <ac:spMk id="63" creationId="{E21D3006-61A8-E6E3-70AC-EC8897F3EFC1}"/>
          </ac:spMkLst>
        </pc:spChg>
        <pc:grpChg chg="add del mod">
          <ac:chgData name="Navin K. Twarakavi" userId="88581cf3-f0ba-465b-8190-5f31dc64834c" providerId="ADAL" clId="{849F69E3-DF53-AA48-8FEC-6332FFEEABA9}" dt="2023-02-10T03:45:31.042" v="5660" actId="478"/>
          <ac:grpSpMkLst>
            <pc:docMk/>
            <pc:sldMk cId="2243654945" sldId="2145706027"/>
            <ac:grpSpMk id="12" creationId="{C84D5C94-7C79-0179-643F-10F25E9B06E7}"/>
          </ac:grpSpMkLst>
        </pc:grpChg>
        <pc:grpChg chg="add del mod">
          <ac:chgData name="Navin K. Twarakavi" userId="88581cf3-f0ba-465b-8190-5f31dc64834c" providerId="ADAL" clId="{849F69E3-DF53-AA48-8FEC-6332FFEEABA9}" dt="2023-02-10T03:45:31.042" v="5660" actId="478"/>
          <ac:grpSpMkLst>
            <pc:docMk/>
            <pc:sldMk cId="2243654945" sldId="2145706027"/>
            <ac:grpSpMk id="15" creationId="{9EE7E05A-A399-0245-EBBF-F0F33609FFC4}"/>
          </ac:grpSpMkLst>
        </pc:grpChg>
        <pc:grpChg chg="add del mod">
          <ac:chgData name="Navin K. Twarakavi" userId="88581cf3-f0ba-465b-8190-5f31dc64834c" providerId="ADAL" clId="{849F69E3-DF53-AA48-8FEC-6332FFEEABA9}" dt="2023-02-10T03:45:31.042" v="5660" actId="478"/>
          <ac:grpSpMkLst>
            <pc:docMk/>
            <pc:sldMk cId="2243654945" sldId="2145706027"/>
            <ac:grpSpMk id="18" creationId="{13F32F34-4619-A2FD-36B4-F5C63E301DD8}"/>
          </ac:grpSpMkLst>
        </pc:grpChg>
        <pc:grpChg chg="add del mod">
          <ac:chgData name="Navin K. Twarakavi" userId="88581cf3-f0ba-465b-8190-5f31dc64834c" providerId="ADAL" clId="{849F69E3-DF53-AA48-8FEC-6332FFEEABA9}" dt="2023-02-10T03:45:31.042" v="5660" actId="478"/>
          <ac:grpSpMkLst>
            <pc:docMk/>
            <pc:sldMk cId="2243654945" sldId="2145706027"/>
            <ac:grpSpMk id="22" creationId="{7356AA14-D779-45B3-9C60-B16B7F8709FF}"/>
          </ac:grpSpMkLst>
        </pc:grpChg>
        <pc:grpChg chg="add del mod">
          <ac:chgData name="Navin K. Twarakavi" userId="88581cf3-f0ba-465b-8190-5f31dc64834c" providerId="ADAL" clId="{849F69E3-DF53-AA48-8FEC-6332FFEEABA9}" dt="2023-02-10T03:45:35.382" v="5661" actId="478"/>
          <ac:grpSpMkLst>
            <pc:docMk/>
            <pc:sldMk cId="2243654945" sldId="2145706027"/>
            <ac:grpSpMk id="27" creationId="{1400FCDF-B15F-E85D-8F25-FAF17164DB5C}"/>
          </ac:grpSpMkLst>
        </pc:grpChg>
        <pc:grpChg chg="add del mod">
          <ac:chgData name="Navin K. Twarakavi" userId="88581cf3-f0ba-465b-8190-5f31dc64834c" providerId="ADAL" clId="{849F69E3-DF53-AA48-8FEC-6332FFEEABA9}" dt="2023-02-10T03:45:31.042" v="5660" actId="478"/>
          <ac:grpSpMkLst>
            <pc:docMk/>
            <pc:sldMk cId="2243654945" sldId="2145706027"/>
            <ac:grpSpMk id="32" creationId="{BF9C8D2F-1123-D9EF-A582-F3D015DBB4E2}"/>
          </ac:grpSpMkLst>
        </pc:grpChg>
        <pc:grpChg chg="add del mod">
          <ac:chgData name="Navin K. Twarakavi" userId="88581cf3-f0ba-465b-8190-5f31dc64834c" providerId="ADAL" clId="{849F69E3-DF53-AA48-8FEC-6332FFEEABA9}" dt="2023-02-10T03:45:31.042" v="5660" actId="478"/>
          <ac:grpSpMkLst>
            <pc:docMk/>
            <pc:sldMk cId="2243654945" sldId="2145706027"/>
            <ac:grpSpMk id="35" creationId="{EDDEEB6F-3732-23C7-8B5E-8BD698D6D154}"/>
          </ac:grpSpMkLst>
        </pc:grpChg>
        <pc:graphicFrameChg chg="add del mod modGraphic">
          <ac:chgData name="Navin K. Twarakavi" userId="88581cf3-f0ba-465b-8190-5f31dc64834c" providerId="ADAL" clId="{849F69E3-DF53-AA48-8FEC-6332FFEEABA9}" dt="2023-02-10T03:43:37.455" v="5656" actId="478"/>
          <ac:graphicFrameMkLst>
            <pc:docMk/>
            <pc:sldMk cId="2243654945" sldId="2145706027"/>
            <ac:graphicFrameMk id="5" creationId="{71C38990-F504-BF9C-FE80-147F027E1B0B}"/>
          </ac:graphicFrameMkLst>
        </pc:graphicFrameChg>
        <pc:picChg chg="del">
          <ac:chgData name="Navin K. Twarakavi" userId="88581cf3-f0ba-465b-8190-5f31dc64834c" providerId="ADAL" clId="{849F69E3-DF53-AA48-8FEC-6332FFEEABA9}" dt="2023-02-10T02:25:07.494" v="5294" actId="478"/>
          <ac:picMkLst>
            <pc:docMk/>
            <pc:sldMk cId="2243654945" sldId="2145706027"/>
            <ac:picMk id="7" creationId="{1A725CB5-3E73-969A-A623-1C450F17D392}"/>
          </ac:picMkLst>
        </pc:picChg>
        <pc:picChg chg="add mod">
          <ac:chgData name="Navin K. Twarakavi" userId="88581cf3-f0ba-465b-8190-5f31dc64834c" providerId="ADAL" clId="{849F69E3-DF53-AA48-8FEC-6332FFEEABA9}" dt="2023-02-10T04:08:05.191" v="5924" actId="1076"/>
          <ac:picMkLst>
            <pc:docMk/>
            <pc:sldMk cId="2243654945" sldId="2145706027"/>
            <ac:picMk id="56" creationId="{5C5E5A50-8000-E254-BBA3-9B10C6304D43}"/>
          </ac:picMkLst>
        </pc:picChg>
        <pc:cxnChg chg="add del mod">
          <ac:chgData name="Navin K. Twarakavi" userId="88581cf3-f0ba-465b-8190-5f31dc64834c" providerId="ADAL" clId="{849F69E3-DF53-AA48-8FEC-6332FFEEABA9}" dt="2023-02-10T03:45:31.042" v="5660" actId="478"/>
          <ac:cxnSpMkLst>
            <pc:docMk/>
            <pc:sldMk cId="2243654945" sldId="2145706027"/>
            <ac:cxnSpMk id="44" creationId="{8E9A361E-18C2-18A0-9878-8BF96A772659}"/>
          </ac:cxnSpMkLst>
        </pc:cxnChg>
        <pc:cxnChg chg="add del mod">
          <ac:chgData name="Navin K. Twarakavi" userId="88581cf3-f0ba-465b-8190-5f31dc64834c" providerId="ADAL" clId="{849F69E3-DF53-AA48-8FEC-6332FFEEABA9}" dt="2023-02-10T03:45:31.042" v="5660" actId="478"/>
          <ac:cxnSpMkLst>
            <pc:docMk/>
            <pc:sldMk cId="2243654945" sldId="2145706027"/>
            <ac:cxnSpMk id="45" creationId="{6A7DA003-495D-6A34-FFEB-E0F554C15522}"/>
          </ac:cxnSpMkLst>
        </pc:cxnChg>
        <pc:cxnChg chg="add del mod">
          <ac:chgData name="Navin K. Twarakavi" userId="88581cf3-f0ba-465b-8190-5f31dc64834c" providerId="ADAL" clId="{849F69E3-DF53-AA48-8FEC-6332FFEEABA9}" dt="2023-02-10T03:45:31.042" v="5660" actId="478"/>
          <ac:cxnSpMkLst>
            <pc:docMk/>
            <pc:sldMk cId="2243654945" sldId="2145706027"/>
            <ac:cxnSpMk id="46" creationId="{18E9068E-30A7-3E00-61C1-13F61B26ADE0}"/>
          </ac:cxnSpMkLst>
        </pc:cxnChg>
        <pc:cxnChg chg="add del mod">
          <ac:chgData name="Navin K. Twarakavi" userId="88581cf3-f0ba-465b-8190-5f31dc64834c" providerId="ADAL" clId="{849F69E3-DF53-AA48-8FEC-6332FFEEABA9}" dt="2023-02-10T03:45:31.042" v="5660" actId="478"/>
          <ac:cxnSpMkLst>
            <pc:docMk/>
            <pc:sldMk cId="2243654945" sldId="2145706027"/>
            <ac:cxnSpMk id="47" creationId="{B794FDAC-D278-4475-D2D7-A80AC7C4E03B}"/>
          </ac:cxnSpMkLst>
        </pc:cxnChg>
        <pc:cxnChg chg="add del mod">
          <ac:chgData name="Navin K. Twarakavi" userId="88581cf3-f0ba-465b-8190-5f31dc64834c" providerId="ADAL" clId="{849F69E3-DF53-AA48-8FEC-6332FFEEABA9}" dt="2023-02-10T03:45:31.042" v="5660" actId="478"/>
          <ac:cxnSpMkLst>
            <pc:docMk/>
            <pc:sldMk cId="2243654945" sldId="2145706027"/>
            <ac:cxnSpMk id="50" creationId="{1B1611DC-2263-5F79-CB33-86079793E733}"/>
          </ac:cxnSpMkLst>
        </pc:cxnChg>
      </pc:sldChg>
      <pc:sldChg chg="addSp modSp add mod">
        <pc:chgData name="Navin K. Twarakavi" userId="88581cf3-f0ba-465b-8190-5f31dc64834c" providerId="ADAL" clId="{849F69E3-DF53-AA48-8FEC-6332FFEEABA9}" dt="2023-02-10T04:31:50.351" v="6284" actId="20577"/>
        <pc:sldMkLst>
          <pc:docMk/>
          <pc:sldMk cId="3759352481" sldId="2145706028"/>
        </pc:sldMkLst>
        <pc:spChg chg="mod">
          <ac:chgData name="Navin K. Twarakavi" userId="88581cf3-f0ba-465b-8190-5f31dc64834c" providerId="ADAL" clId="{849F69E3-DF53-AA48-8FEC-6332FFEEABA9}" dt="2023-02-10T04:31:50.351" v="6284" actId="20577"/>
          <ac:spMkLst>
            <pc:docMk/>
            <pc:sldMk cId="3759352481" sldId="2145706028"/>
            <ac:spMk id="3" creationId="{193D765A-2582-E2BD-E925-989E10868D5C}"/>
          </ac:spMkLst>
        </pc:spChg>
        <pc:spChg chg="add mod">
          <ac:chgData name="Navin K. Twarakavi" userId="88581cf3-f0ba-465b-8190-5f31dc64834c" providerId="ADAL" clId="{849F69E3-DF53-AA48-8FEC-6332FFEEABA9}" dt="2023-02-10T04:16:20.115" v="6042" actId="1076"/>
          <ac:spMkLst>
            <pc:docMk/>
            <pc:sldMk cId="3759352481" sldId="2145706028"/>
            <ac:spMk id="4" creationId="{248C2C59-57B6-BD33-2EEB-81D3A4622C4A}"/>
          </ac:spMkLst>
        </pc:spChg>
        <pc:spChg chg="add mod">
          <ac:chgData name="Navin K. Twarakavi" userId="88581cf3-f0ba-465b-8190-5f31dc64834c" providerId="ADAL" clId="{849F69E3-DF53-AA48-8FEC-6332FFEEABA9}" dt="2023-02-10T04:13:26.375" v="5984" actId="1076"/>
          <ac:spMkLst>
            <pc:docMk/>
            <pc:sldMk cId="3759352481" sldId="2145706028"/>
            <ac:spMk id="5" creationId="{4A486109-7BEC-7250-4266-61D96D35B319}"/>
          </ac:spMkLst>
        </pc:spChg>
        <pc:spChg chg="add mod">
          <ac:chgData name="Navin K. Twarakavi" userId="88581cf3-f0ba-465b-8190-5f31dc64834c" providerId="ADAL" clId="{849F69E3-DF53-AA48-8FEC-6332FFEEABA9}" dt="2023-02-10T04:15:33.474" v="6036" actId="1076"/>
          <ac:spMkLst>
            <pc:docMk/>
            <pc:sldMk cId="3759352481" sldId="2145706028"/>
            <ac:spMk id="7" creationId="{928FF946-BED6-E47A-501C-D6CD4593B07B}"/>
          </ac:spMkLst>
        </pc:spChg>
        <pc:spChg chg="add mod">
          <ac:chgData name="Navin K. Twarakavi" userId="88581cf3-f0ba-465b-8190-5f31dc64834c" providerId="ADAL" clId="{849F69E3-DF53-AA48-8FEC-6332FFEEABA9}" dt="2023-02-10T04:14:27.525" v="6003" actId="1076"/>
          <ac:spMkLst>
            <pc:docMk/>
            <pc:sldMk cId="3759352481" sldId="2145706028"/>
            <ac:spMk id="9" creationId="{EE32BED0-EF84-579C-B340-17B16371B846}"/>
          </ac:spMkLst>
        </pc:spChg>
        <pc:spChg chg="add mod">
          <ac:chgData name="Navin K. Twarakavi" userId="88581cf3-f0ba-465b-8190-5f31dc64834c" providerId="ADAL" clId="{849F69E3-DF53-AA48-8FEC-6332FFEEABA9}" dt="2023-02-10T04:15:15.550" v="6032" actId="113"/>
          <ac:spMkLst>
            <pc:docMk/>
            <pc:sldMk cId="3759352481" sldId="2145706028"/>
            <ac:spMk id="11" creationId="{239AC454-3092-7069-DA6C-52FAFBBD02D5}"/>
          </ac:spMkLst>
        </pc:spChg>
        <pc:picChg chg="add mod">
          <ac:chgData name="Navin K. Twarakavi" userId="88581cf3-f0ba-465b-8190-5f31dc64834c" providerId="ADAL" clId="{849F69E3-DF53-AA48-8FEC-6332FFEEABA9}" dt="2023-02-10T04:15:40.383" v="6039" actId="1076"/>
          <ac:picMkLst>
            <pc:docMk/>
            <pc:sldMk cId="3759352481" sldId="2145706028"/>
            <ac:picMk id="12" creationId="{7717B5F6-9C06-35C8-E5EF-16675E3F0350}"/>
          </ac:picMkLst>
        </pc:picChg>
      </pc:sldChg>
      <pc:sldChg chg="addSp delSp modSp add mod">
        <pc:chgData name="Navin K. Twarakavi" userId="88581cf3-f0ba-465b-8190-5f31dc64834c" providerId="ADAL" clId="{849F69E3-DF53-AA48-8FEC-6332FFEEABA9}" dt="2023-02-10T05:09:02.172" v="6790" actId="113"/>
        <pc:sldMkLst>
          <pc:docMk/>
          <pc:sldMk cId="3517500847" sldId="2145706029"/>
        </pc:sldMkLst>
        <pc:spChg chg="add mod">
          <ac:chgData name="Navin K. Twarakavi" userId="88581cf3-f0ba-465b-8190-5f31dc64834c" providerId="ADAL" clId="{849F69E3-DF53-AA48-8FEC-6332FFEEABA9}" dt="2023-02-10T05:02:19.266" v="6607" actId="2711"/>
          <ac:spMkLst>
            <pc:docMk/>
            <pc:sldMk cId="3517500847" sldId="2145706029"/>
            <ac:spMk id="2" creationId="{848142FB-5402-29AC-8AB4-4CA70B8B800C}"/>
          </ac:spMkLst>
        </pc:spChg>
        <pc:spChg chg="mod">
          <ac:chgData name="Navin K. Twarakavi" userId="88581cf3-f0ba-465b-8190-5f31dc64834c" providerId="ADAL" clId="{849F69E3-DF53-AA48-8FEC-6332FFEEABA9}" dt="2023-02-10T05:09:02.172" v="6790" actId="113"/>
          <ac:spMkLst>
            <pc:docMk/>
            <pc:sldMk cId="3517500847" sldId="2145706029"/>
            <ac:spMk id="3" creationId="{193D765A-2582-E2BD-E925-989E10868D5C}"/>
          </ac:spMkLst>
        </pc:spChg>
        <pc:spChg chg="add mod">
          <ac:chgData name="Navin K. Twarakavi" userId="88581cf3-f0ba-465b-8190-5f31dc64834c" providerId="ADAL" clId="{849F69E3-DF53-AA48-8FEC-6332FFEEABA9}" dt="2023-02-10T05:02:19.266" v="6607" actId="2711"/>
          <ac:spMkLst>
            <pc:docMk/>
            <pc:sldMk cId="3517500847" sldId="2145706029"/>
            <ac:spMk id="4" creationId="{115C0668-C0A7-7AF6-EA6A-9262AE219378}"/>
          </ac:spMkLst>
        </pc:spChg>
        <pc:spChg chg="add mod">
          <ac:chgData name="Navin K. Twarakavi" userId="88581cf3-f0ba-465b-8190-5f31dc64834c" providerId="ADAL" clId="{849F69E3-DF53-AA48-8FEC-6332FFEEABA9}" dt="2023-02-10T05:02:19.266" v="6607" actId="2711"/>
          <ac:spMkLst>
            <pc:docMk/>
            <pc:sldMk cId="3517500847" sldId="2145706029"/>
            <ac:spMk id="5" creationId="{B0607D60-0065-502E-4D6D-ED48D300F88C}"/>
          </ac:spMkLst>
        </pc:spChg>
        <pc:spChg chg="add mod">
          <ac:chgData name="Navin K. Twarakavi" userId="88581cf3-f0ba-465b-8190-5f31dc64834c" providerId="ADAL" clId="{849F69E3-DF53-AA48-8FEC-6332FFEEABA9}" dt="2023-02-10T05:02:19.266" v="6607" actId="2711"/>
          <ac:spMkLst>
            <pc:docMk/>
            <pc:sldMk cId="3517500847" sldId="2145706029"/>
            <ac:spMk id="11" creationId="{25C41936-756C-D405-27E7-6CCFFFF238EE}"/>
          </ac:spMkLst>
        </pc:spChg>
        <pc:spChg chg="add mod">
          <ac:chgData name="Navin K. Twarakavi" userId="88581cf3-f0ba-465b-8190-5f31dc64834c" providerId="ADAL" clId="{849F69E3-DF53-AA48-8FEC-6332FFEEABA9}" dt="2023-02-10T05:02:19.266" v="6607" actId="2711"/>
          <ac:spMkLst>
            <pc:docMk/>
            <pc:sldMk cId="3517500847" sldId="2145706029"/>
            <ac:spMk id="12" creationId="{3F36EBC4-6585-A62E-E62D-BF23A2D04091}"/>
          </ac:spMkLst>
        </pc:spChg>
        <pc:spChg chg="add mod">
          <ac:chgData name="Navin K. Twarakavi" userId="88581cf3-f0ba-465b-8190-5f31dc64834c" providerId="ADAL" clId="{849F69E3-DF53-AA48-8FEC-6332FFEEABA9}" dt="2023-02-10T05:02:19.266" v="6607" actId="2711"/>
          <ac:spMkLst>
            <pc:docMk/>
            <pc:sldMk cId="3517500847" sldId="2145706029"/>
            <ac:spMk id="13" creationId="{8846ACA4-9E58-3A79-F87F-4222B7DDA836}"/>
          </ac:spMkLst>
        </pc:spChg>
        <pc:spChg chg="add del mod">
          <ac:chgData name="Navin K. Twarakavi" userId="88581cf3-f0ba-465b-8190-5f31dc64834c" providerId="ADAL" clId="{849F69E3-DF53-AA48-8FEC-6332FFEEABA9}" dt="2023-02-10T04:57:37.672" v="6489" actId="478"/>
          <ac:spMkLst>
            <pc:docMk/>
            <pc:sldMk cId="3517500847" sldId="2145706029"/>
            <ac:spMk id="15" creationId="{55C48C68-F525-F312-1289-6BC1366BA2EF}"/>
          </ac:spMkLst>
        </pc:spChg>
        <pc:spChg chg="add mod">
          <ac:chgData name="Navin K. Twarakavi" userId="88581cf3-f0ba-465b-8190-5f31dc64834c" providerId="ADAL" clId="{849F69E3-DF53-AA48-8FEC-6332FFEEABA9}" dt="2023-02-10T05:06:47.995" v="6684" actId="12"/>
          <ac:spMkLst>
            <pc:docMk/>
            <pc:sldMk cId="3517500847" sldId="2145706029"/>
            <ac:spMk id="17" creationId="{CB678DD2-F0BD-0EC9-4417-860C593392A8}"/>
          </ac:spMkLst>
        </pc:spChg>
        <pc:spChg chg="add mod">
          <ac:chgData name="Navin K. Twarakavi" userId="88581cf3-f0ba-465b-8190-5f31dc64834c" providerId="ADAL" clId="{849F69E3-DF53-AA48-8FEC-6332FFEEABA9}" dt="2023-02-10T05:06:10.397" v="6678" actId="20577"/>
          <ac:spMkLst>
            <pc:docMk/>
            <pc:sldMk cId="3517500847" sldId="2145706029"/>
            <ac:spMk id="18" creationId="{25DE8177-98F7-7889-58C9-3E62D6634DF9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19" creationId="{1D9DFD5F-503C-2D16-5FF3-1C86E7A70835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20" creationId="{4DBEA60A-4B14-923D-F498-EB08BEF92581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21" creationId="{510189D8-EC46-14DA-E22A-C1373B0B0021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22" creationId="{894F712E-ADEB-37F6-3DE0-09304B8D833A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23" creationId="{AA1FC153-00D4-8AEC-FBC5-6F8AD3B0C678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24" creationId="{7933A0BD-6944-0609-378D-FEA088BC1B6F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25" creationId="{B39F8AD1-18B1-5ABB-55F4-937701704FF2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26" creationId="{B0055965-3B28-C851-1791-6DFD26BD0E59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27" creationId="{E9E8865F-6E1B-B64A-567B-1824E700DC7B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28" creationId="{FCA0C30C-98EF-83DE-814E-45172BE2DBCD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29" creationId="{8F6BF690-8636-61E3-2393-C922787D729B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30" creationId="{32772F95-EA86-23C4-1C43-A824000B983C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31" creationId="{27F5A1B3-7EE6-36C4-862D-688ED62741C7}"/>
          </ac:spMkLst>
        </pc:spChg>
        <pc:spChg chg="mod">
          <ac:chgData name="Navin K. Twarakavi" userId="88581cf3-f0ba-465b-8190-5f31dc64834c" providerId="ADAL" clId="{849F69E3-DF53-AA48-8FEC-6332FFEEABA9}" dt="2023-02-10T05:04:39.557" v="6631" actId="2711"/>
          <ac:spMkLst>
            <pc:docMk/>
            <pc:sldMk cId="3517500847" sldId="2145706029"/>
            <ac:spMk id="33" creationId="{9483CA3D-4A56-F958-1C74-8977FEF21338}"/>
          </ac:spMkLst>
        </pc:spChg>
        <pc:spChg chg="mod">
          <ac:chgData name="Navin K. Twarakavi" userId="88581cf3-f0ba-465b-8190-5f31dc64834c" providerId="ADAL" clId="{849F69E3-DF53-AA48-8FEC-6332FFEEABA9}" dt="2023-02-10T05:04:39.557" v="6631" actId="2711"/>
          <ac:spMkLst>
            <pc:docMk/>
            <pc:sldMk cId="3517500847" sldId="2145706029"/>
            <ac:spMk id="34" creationId="{1DE8E47C-86C3-8574-688D-C69AC63EC506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35" creationId="{96C1CA83-6C49-AAA4-84B5-C6207AF03697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36" creationId="{8A82AE3F-88C6-1637-25D0-2B720DB77373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37" creationId="{BAB6DCBE-0BCC-99B5-B85E-026051FE2CBA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38" creationId="{BC9EBB1D-21AB-CFFF-F43C-6DEF2550CAEA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39" creationId="{28F0E6C8-82C7-6A9D-DE33-C69BFF709361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40" creationId="{67907A23-8A89-E083-14EB-E65704B7901D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41" creationId="{172C501F-13CF-FA51-BF35-965253C78211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42" creationId="{A5635A6C-B052-C7C2-8267-F2E356803496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43" creationId="{8D2018EC-B7FA-1A7E-61F1-EFD0227CEDC1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44" creationId="{08244B86-9FE1-E817-2BE6-DBB8186D33E2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45" creationId="{36D48052-25C7-1B44-C159-71B8DBFC2466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46" creationId="{13A2F610-B5A6-2394-6BF8-A64E88A6845E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47" creationId="{18AA52F8-2456-07EC-9ADF-BE607BD9E34E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48" creationId="{F050361F-94E5-5EAB-9ACF-1CF4AA1E0C76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49" creationId="{80B81061-A89A-278C-33E1-4D2C3B1321AB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50" creationId="{21512132-4837-4622-ED86-394F2AC3A96D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51" creationId="{CB325AEA-67E5-C595-5C58-704565FD07CE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52" creationId="{D745D2C0-A0AE-F2E2-9F41-7D2F3659DDDF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53" creationId="{5C15584E-5B41-D68D-DCC8-E9FFAA24E6EB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54" creationId="{9A4F29DA-26BE-B729-A4C6-3C013923FE91}"/>
          </ac:spMkLst>
        </pc:spChg>
        <pc:spChg chg="add del mod">
          <ac:chgData name="Navin K. Twarakavi" userId="88581cf3-f0ba-465b-8190-5f31dc64834c" providerId="ADAL" clId="{849F69E3-DF53-AA48-8FEC-6332FFEEABA9}" dt="2023-02-10T05:04:41.006" v="6632"/>
          <ac:spMkLst>
            <pc:docMk/>
            <pc:sldMk cId="3517500847" sldId="2145706029"/>
            <ac:spMk id="55" creationId="{0345CA5A-2118-F8CF-AA2C-64BCB7A09544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56" creationId="{AD5023C7-F55E-63F1-33C8-F1C667ACE7EC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57" creationId="{0A979714-5289-1957-610C-CAEEEDF16E12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58" creationId="{5093C0A2-4E2F-6B60-CC5E-74DCC894FADD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59" creationId="{6B17978A-C6FE-4A7E-C7E8-8BE636D463C7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60" creationId="{7EC59A73-4C91-4682-A957-108A3E0BB75F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61" creationId="{0FB55782-B3C7-3C25-5BF8-BA5CAD0D1E03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62" creationId="{EFD057B4-50E9-CAFF-421C-C8CE941C388C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63" creationId="{C3BEC9D4-F943-0567-3353-153DEB0DE3DE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64" creationId="{230A7847-56B9-0062-D74E-1C5837FA6AFB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65" creationId="{2E4E38E4-A31C-C219-150A-090C9D375672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66" creationId="{BFC920CA-0141-39B9-C81E-09B5AC302827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67" creationId="{F7563917-60D8-2F46-6A38-107ED2CB0418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68" creationId="{256C8151-62F9-81CA-166B-ECE51E04C44E}"/>
          </ac:spMkLst>
        </pc:spChg>
        <pc:spChg chg="mod">
          <ac:chgData name="Navin K. Twarakavi" userId="88581cf3-f0ba-465b-8190-5f31dc64834c" providerId="ADAL" clId="{849F69E3-DF53-AA48-8FEC-6332FFEEABA9}" dt="2023-02-10T05:04:55.882" v="6636"/>
          <ac:spMkLst>
            <pc:docMk/>
            <pc:sldMk cId="3517500847" sldId="2145706029"/>
            <ac:spMk id="70" creationId="{7339FF5C-8205-5B65-D6A4-E49F8E616A6B}"/>
          </ac:spMkLst>
        </pc:spChg>
        <pc:spChg chg="mod">
          <ac:chgData name="Navin K. Twarakavi" userId="88581cf3-f0ba-465b-8190-5f31dc64834c" providerId="ADAL" clId="{849F69E3-DF53-AA48-8FEC-6332FFEEABA9}" dt="2023-02-10T05:04:55.882" v="6636"/>
          <ac:spMkLst>
            <pc:docMk/>
            <pc:sldMk cId="3517500847" sldId="2145706029"/>
            <ac:spMk id="71" creationId="{06A8F902-D13D-7B0D-18F4-3DFC752FBA89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72" creationId="{2B1D5C87-1A99-117E-D012-0C24E158C4C9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73" creationId="{44FB0448-2AF2-742D-6439-37500D469686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74" creationId="{3004B630-6CCF-02D7-DD3E-3583CCF6CB52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75" creationId="{27C6B097-246A-0030-F609-B2257AB1B408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76" creationId="{19C50A4A-3D0B-A8CD-69E1-874372606115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77" creationId="{27C2FB03-F698-81EC-D73F-FDF4EF314A4B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78" creationId="{CDE64C9E-2405-7974-C8C7-8F560A47ACDB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79" creationId="{999970E8-9536-D3FA-A2D3-747B0AA33367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80" creationId="{AB85BA13-1C5E-A465-D2AE-29DDCFEAAB57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81" creationId="{7C861C38-F31D-5DD0-14EA-642DB55C1913}"/>
          </ac:spMkLst>
        </pc:spChg>
        <pc:spChg chg="add mod">
          <ac:chgData name="Navin K. Twarakavi" userId="88581cf3-f0ba-465b-8190-5f31dc64834c" providerId="ADAL" clId="{849F69E3-DF53-AA48-8FEC-6332FFEEABA9}" dt="2023-02-10T05:05:04.111" v="6637" actId="1076"/>
          <ac:spMkLst>
            <pc:docMk/>
            <pc:sldMk cId="3517500847" sldId="2145706029"/>
            <ac:spMk id="82" creationId="{D97C6785-A2E4-7A9B-06FB-7F51D994981E}"/>
          </ac:spMkLst>
        </pc:spChg>
        <pc:spChg chg="add mod">
          <ac:chgData name="Navin K. Twarakavi" userId="88581cf3-f0ba-465b-8190-5f31dc64834c" providerId="ADAL" clId="{849F69E3-DF53-AA48-8FEC-6332FFEEABA9}" dt="2023-02-10T05:05:28.185" v="6665" actId="207"/>
          <ac:spMkLst>
            <pc:docMk/>
            <pc:sldMk cId="3517500847" sldId="2145706029"/>
            <ac:spMk id="83" creationId="{57903BE8-FDC7-758F-C4E3-C0D1E25288C7}"/>
          </ac:spMkLst>
        </pc:spChg>
        <pc:spChg chg="add mod">
          <ac:chgData name="Navin K. Twarakavi" userId="88581cf3-f0ba-465b-8190-5f31dc64834c" providerId="ADAL" clId="{849F69E3-DF53-AA48-8FEC-6332FFEEABA9}" dt="2023-02-10T05:07:17.075" v="6685" actId="20577"/>
          <ac:spMkLst>
            <pc:docMk/>
            <pc:sldMk cId="3517500847" sldId="2145706029"/>
            <ac:spMk id="85" creationId="{4D2BE2E7-C5E7-A857-1916-087688174ADD}"/>
          </ac:spMkLst>
        </pc:spChg>
        <pc:grpChg chg="add del mod">
          <ac:chgData name="Navin K. Twarakavi" userId="88581cf3-f0ba-465b-8190-5f31dc64834c" providerId="ADAL" clId="{849F69E3-DF53-AA48-8FEC-6332FFEEABA9}" dt="2023-02-10T05:04:41.006" v="6632"/>
          <ac:grpSpMkLst>
            <pc:docMk/>
            <pc:sldMk cId="3517500847" sldId="2145706029"/>
            <ac:grpSpMk id="32" creationId="{64636E13-D918-77EE-9CC2-CC023BFEF9FD}"/>
          </ac:grpSpMkLst>
        </pc:grpChg>
        <pc:grpChg chg="add mod">
          <ac:chgData name="Navin K. Twarakavi" userId="88581cf3-f0ba-465b-8190-5f31dc64834c" providerId="ADAL" clId="{849F69E3-DF53-AA48-8FEC-6332FFEEABA9}" dt="2023-02-10T05:05:04.111" v="6637" actId="1076"/>
          <ac:grpSpMkLst>
            <pc:docMk/>
            <pc:sldMk cId="3517500847" sldId="2145706029"/>
            <ac:grpSpMk id="69" creationId="{3ED0FC3B-225C-F673-7C04-53D44E4D7419}"/>
          </ac:grpSpMkLst>
        </pc:grpChg>
        <pc:cxnChg chg="add mod">
          <ac:chgData name="Navin K. Twarakavi" userId="88581cf3-f0ba-465b-8190-5f31dc64834c" providerId="ADAL" clId="{849F69E3-DF53-AA48-8FEC-6332FFEEABA9}" dt="2023-02-10T04:55:45.855" v="6402" actId="208"/>
          <ac:cxnSpMkLst>
            <pc:docMk/>
            <pc:sldMk cId="3517500847" sldId="2145706029"/>
            <ac:cxnSpMk id="7" creationId="{95AA90FD-F7F5-ECD2-4D97-F3A5F89A72DE}"/>
          </ac:cxnSpMkLst>
        </pc:cxnChg>
        <pc:cxnChg chg="add mod">
          <ac:chgData name="Navin K. Twarakavi" userId="88581cf3-f0ba-465b-8190-5f31dc64834c" providerId="ADAL" clId="{849F69E3-DF53-AA48-8FEC-6332FFEEABA9}" dt="2023-02-10T04:55:56.321" v="6403" actId="208"/>
          <ac:cxnSpMkLst>
            <pc:docMk/>
            <pc:sldMk cId="3517500847" sldId="2145706029"/>
            <ac:cxnSpMk id="8" creationId="{EEB0405A-828E-FB28-6148-99B97C0FCA4C}"/>
          </ac:cxnSpMkLst>
        </pc:cxnChg>
        <pc:cxnChg chg="add mod">
          <ac:chgData name="Navin K. Twarakavi" userId="88581cf3-f0ba-465b-8190-5f31dc64834c" providerId="ADAL" clId="{849F69E3-DF53-AA48-8FEC-6332FFEEABA9}" dt="2023-02-10T04:55:45.855" v="6402" actId="208"/>
          <ac:cxnSpMkLst>
            <pc:docMk/>
            <pc:sldMk cId="3517500847" sldId="2145706029"/>
            <ac:cxnSpMk id="9" creationId="{3426B220-2495-A8D5-77CD-4B597811C1D8}"/>
          </ac:cxnSpMkLst>
        </pc:cxnChg>
        <pc:cxnChg chg="add mod">
          <ac:chgData name="Navin K. Twarakavi" userId="88581cf3-f0ba-465b-8190-5f31dc64834c" providerId="ADAL" clId="{849F69E3-DF53-AA48-8FEC-6332FFEEABA9}" dt="2023-02-10T04:55:56.321" v="6403" actId="208"/>
          <ac:cxnSpMkLst>
            <pc:docMk/>
            <pc:sldMk cId="3517500847" sldId="2145706029"/>
            <ac:cxnSpMk id="10" creationId="{6A8615BF-1EBB-D085-BF67-F1A41475BB59}"/>
          </ac:cxnSpMkLst>
        </pc:cxnChg>
      </pc:sldChg>
      <pc:sldChg chg="addSp delSp modSp add mod ord">
        <pc:chgData name="Navin K. Twarakavi" userId="88581cf3-f0ba-465b-8190-5f31dc64834c" providerId="ADAL" clId="{849F69E3-DF53-AA48-8FEC-6332FFEEABA9}" dt="2023-02-12T05:25:18.583" v="6891" actId="20578"/>
        <pc:sldMkLst>
          <pc:docMk/>
          <pc:sldMk cId="3917948833" sldId="2145706030"/>
        </pc:sldMkLst>
        <pc:spChg chg="mod">
          <ac:chgData name="Navin K. Twarakavi" userId="88581cf3-f0ba-465b-8190-5f31dc64834c" providerId="ADAL" clId="{849F69E3-DF53-AA48-8FEC-6332FFEEABA9}" dt="2023-02-10T05:10:31.349" v="6890" actId="20577"/>
          <ac:spMkLst>
            <pc:docMk/>
            <pc:sldMk cId="3917948833" sldId="2145706030"/>
            <ac:spMk id="3" creationId="{193D765A-2582-E2BD-E925-989E10868D5C}"/>
          </ac:spMkLst>
        </pc:spChg>
        <pc:spChg chg="del">
          <ac:chgData name="Navin K. Twarakavi" userId="88581cf3-f0ba-465b-8190-5f31dc64834c" providerId="ADAL" clId="{849F69E3-DF53-AA48-8FEC-6332FFEEABA9}" dt="2023-02-10T04:19:50.168" v="6065" actId="478"/>
          <ac:spMkLst>
            <pc:docMk/>
            <pc:sldMk cId="3917948833" sldId="2145706030"/>
            <ac:spMk id="4" creationId="{248C2C59-57B6-BD33-2EEB-81D3A4622C4A}"/>
          </ac:spMkLst>
        </pc:spChg>
        <pc:spChg chg="del">
          <ac:chgData name="Navin K. Twarakavi" userId="88581cf3-f0ba-465b-8190-5f31dc64834c" providerId="ADAL" clId="{849F69E3-DF53-AA48-8FEC-6332FFEEABA9}" dt="2023-02-10T04:19:52.544" v="6066" actId="478"/>
          <ac:spMkLst>
            <pc:docMk/>
            <pc:sldMk cId="3917948833" sldId="2145706030"/>
            <ac:spMk id="5" creationId="{4A486109-7BEC-7250-4266-61D96D35B319}"/>
          </ac:spMkLst>
        </pc:spChg>
        <pc:spChg chg="add mod">
          <ac:chgData name="Navin K. Twarakavi" userId="88581cf3-f0ba-465b-8190-5f31dc64834c" providerId="ADAL" clId="{849F69E3-DF53-AA48-8FEC-6332FFEEABA9}" dt="2023-02-10T04:29:14.278" v="6226" actId="14100"/>
          <ac:spMkLst>
            <pc:docMk/>
            <pc:sldMk cId="3917948833" sldId="2145706030"/>
            <ac:spMk id="6" creationId="{C3D16800-0AFF-923A-41DF-1CA41917E637}"/>
          </ac:spMkLst>
        </pc:spChg>
        <pc:spChg chg="del">
          <ac:chgData name="Navin K. Twarakavi" userId="88581cf3-f0ba-465b-8190-5f31dc64834c" providerId="ADAL" clId="{849F69E3-DF53-AA48-8FEC-6332FFEEABA9}" dt="2023-02-10T04:19:50.168" v="6065" actId="478"/>
          <ac:spMkLst>
            <pc:docMk/>
            <pc:sldMk cId="3917948833" sldId="2145706030"/>
            <ac:spMk id="7" creationId="{928FF946-BED6-E47A-501C-D6CD4593B07B}"/>
          </ac:spMkLst>
        </pc:spChg>
        <pc:spChg chg="del">
          <ac:chgData name="Navin K. Twarakavi" userId="88581cf3-f0ba-465b-8190-5f31dc64834c" providerId="ADAL" clId="{849F69E3-DF53-AA48-8FEC-6332FFEEABA9}" dt="2023-02-10T04:19:50.168" v="6065" actId="478"/>
          <ac:spMkLst>
            <pc:docMk/>
            <pc:sldMk cId="3917948833" sldId="2145706030"/>
            <ac:spMk id="9" creationId="{EE32BED0-EF84-579C-B340-17B16371B846}"/>
          </ac:spMkLst>
        </pc:spChg>
        <pc:spChg chg="add mod">
          <ac:chgData name="Navin K. Twarakavi" userId="88581cf3-f0ba-465b-8190-5f31dc64834c" providerId="ADAL" clId="{849F69E3-DF53-AA48-8FEC-6332FFEEABA9}" dt="2023-02-10T04:29:09.335" v="6225" actId="14100"/>
          <ac:spMkLst>
            <pc:docMk/>
            <pc:sldMk cId="3917948833" sldId="2145706030"/>
            <ac:spMk id="10" creationId="{49F5C950-F723-52DD-0695-22302D547661}"/>
          </ac:spMkLst>
        </pc:spChg>
        <pc:spChg chg="del">
          <ac:chgData name="Navin K. Twarakavi" userId="88581cf3-f0ba-465b-8190-5f31dc64834c" providerId="ADAL" clId="{849F69E3-DF53-AA48-8FEC-6332FFEEABA9}" dt="2023-02-10T04:19:50.168" v="6065" actId="478"/>
          <ac:spMkLst>
            <pc:docMk/>
            <pc:sldMk cId="3917948833" sldId="2145706030"/>
            <ac:spMk id="11" creationId="{239AC454-3092-7069-DA6C-52FAFBBD02D5}"/>
          </ac:spMkLst>
        </pc:spChg>
        <pc:spChg chg="add mod">
          <ac:chgData name="Navin K. Twarakavi" userId="88581cf3-f0ba-465b-8190-5f31dc64834c" providerId="ADAL" clId="{849F69E3-DF53-AA48-8FEC-6332FFEEABA9}" dt="2023-02-10T04:28:52.785" v="6221" actId="14100"/>
          <ac:spMkLst>
            <pc:docMk/>
            <pc:sldMk cId="3917948833" sldId="2145706030"/>
            <ac:spMk id="14" creationId="{343744D5-E8CB-E9A4-48CA-88163666AB8C}"/>
          </ac:spMkLst>
        </pc:spChg>
        <pc:spChg chg="add del mod">
          <ac:chgData name="Navin K. Twarakavi" userId="88581cf3-f0ba-465b-8190-5f31dc64834c" providerId="ADAL" clId="{849F69E3-DF53-AA48-8FEC-6332FFEEABA9}" dt="2023-02-10T04:27:45.198" v="6214" actId="478"/>
          <ac:spMkLst>
            <pc:docMk/>
            <pc:sldMk cId="3917948833" sldId="2145706030"/>
            <ac:spMk id="16" creationId="{AAA00FFE-91CC-1012-354F-9835CAB7A7E3}"/>
          </ac:spMkLst>
        </pc:spChg>
        <pc:spChg chg="add del mod">
          <ac:chgData name="Navin K. Twarakavi" userId="88581cf3-f0ba-465b-8190-5f31dc64834c" providerId="ADAL" clId="{849F69E3-DF53-AA48-8FEC-6332FFEEABA9}" dt="2023-02-10T04:27:45.198" v="6214" actId="478"/>
          <ac:spMkLst>
            <pc:docMk/>
            <pc:sldMk cId="3917948833" sldId="2145706030"/>
            <ac:spMk id="17" creationId="{95437E71-EBA4-75B2-365C-5FF4F1D95D81}"/>
          </ac:spMkLst>
        </pc:spChg>
        <pc:spChg chg="add del mod">
          <ac:chgData name="Navin K. Twarakavi" userId="88581cf3-f0ba-465b-8190-5f31dc64834c" providerId="ADAL" clId="{849F69E3-DF53-AA48-8FEC-6332FFEEABA9}" dt="2023-02-10T04:27:45.198" v="6214" actId="478"/>
          <ac:spMkLst>
            <pc:docMk/>
            <pc:sldMk cId="3917948833" sldId="2145706030"/>
            <ac:spMk id="18" creationId="{DE30A16C-5A45-7AD4-B90B-B81560EDCEB0}"/>
          </ac:spMkLst>
        </pc:spChg>
        <pc:picChg chg="del">
          <ac:chgData name="Navin K. Twarakavi" userId="88581cf3-f0ba-465b-8190-5f31dc64834c" providerId="ADAL" clId="{849F69E3-DF53-AA48-8FEC-6332FFEEABA9}" dt="2023-02-10T04:19:50.168" v="6065" actId="478"/>
          <ac:picMkLst>
            <pc:docMk/>
            <pc:sldMk cId="3917948833" sldId="2145706030"/>
            <ac:picMk id="12" creationId="{7717B5F6-9C06-35C8-E5EF-16675E3F0350}"/>
          </ac:picMkLst>
        </pc:picChg>
        <pc:picChg chg="add del mod">
          <ac:chgData name="Navin K. Twarakavi" userId="88581cf3-f0ba-465b-8190-5f31dc64834c" providerId="ADAL" clId="{849F69E3-DF53-AA48-8FEC-6332FFEEABA9}" dt="2023-02-10T04:27:45.198" v="6214" actId="478"/>
          <ac:picMkLst>
            <pc:docMk/>
            <pc:sldMk cId="3917948833" sldId="2145706030"/>
            <ac:picMk id="15" creationId="{85AB8792-1F65-F98B-EFD2-A68D2195C158}"/>
          </ac:picMkLst>
        </pc:picChg>
        <pc:picChg chg="add mod modCrop">
          <ac:chgData name="Navin K. Twarakavi" userId="88581cf3-f0ba-465b-8190-5f31dc64834c" providerId="ADAL" clId="{849F69E3-DF53-AA48-8FEC-6332FFEEABA9}" dt="2023-02-10T04:29:06.345" v="6224" actId="1076"/>
          <ac:picMkLst>
            <pc:docMk/>
            <pc:sldMk cId="3917948833" sldId="2145706030"/>
            <ac:picMk id="19" creationId="{12063576-91BC-2601-8D8E-A6F6CC62A259}"/>
          </ac:picMkLst>
        </pc:picChg>
      </pc:sldChg>
      <pc:sldChg chg="addSp delSp modSp new mod modClrScheme chgLayout">
        <pc:chgData name="Navin K. Twarakavi" userId="88581cf3-f0ba-465b-8190-5f31dc64834c" providerId="ADAL" clId="{849F69E3-DF53-AA48-8FEC-6332FFEEABA9}" dt="2023-02-10T05:07:54.565" v="6706" actId="14100"/>
        <pc:sldMkLst>
          <pc:docMk/>
          <pc:sldMk cId="1012180562" sldId="2145706031"/>
        </pc:sldMkLst>
        <pc:spChg chg="del">
          <ac:chgData name="Navin K. Twarakavi" userId="88581cf3-f0ba-465b-8190-5f31dc64834c" providerId="ADAL" clId="{849F69E3-DF53-AA48-8FEC-6332FFEEABA9}" dt="2023-02-10T05:07:35.728" v="6687" actId="700"/>
          <ac:spMkLst>
            <pc:docMk/>
            <pc:sldMk cId="1012180562" sldId="2145706031"/>
            <ac:spMk id="2" creationId="{15A835DD-8D13-121D-5C78-AB2B3D599676}"/>
          </ac:spMkLst>
        </pc:spChg>
        <pc:spChg chg="add mod">
          <ac:chgData name="Navin K. Twarakavi" userId="88581cf3-f0ba-465b-8190-5f31dc64834c" providerId="ADAL" clId="{849F69E3-DF53-AA48-8FEC-6332FFEEABA9}" dt="2023-02-10T05:07:54.565" v="6706" actId="14100"/>
          <ac:spMkLst>
            <pc:docMk/>
            <pc:sldMk cId="1012180562" sldId="2145706031"/>
            <ac:spMk id="3" creationId="{693E0C5C-12EF-289E-4956-6FD3FAD8BF88}"/>
          </ac:spMkLst>
        </pc:spChg>
      </pc:sldChg>
      <pc:sldChg chg="add del">
        <pc:chgData name="Navin K. Twarakavi" userId="88581cf3-f0ba-465b-8190-5f31dc64834c" providerId="ADAL" clId="{849F69E3-DF53-AA48-8FEC-6332FFEEABA9}" dt="2023-02-10T04:19:11.098" v="6061"/>
        <pc:sldMkLst>
          <pc:docMk/>
          <pc:sldMk cId="3704705871" sldId="2145706031"/>
        </pc:sldMkLst>
      </pc:sldChg>
      <pc:sldChg chg="addSp modSp new del mod">
        <pc:chgData name="Navin K. Twarakavi" userId="88581cf3-f0ba-465b-8190-5f31dc64834c" providerId="ADAL" clId="{849F69E3-DF53-AA48-8FEC-6332FFEEABA9}" dt="2023-02-10T05:06:16.589" v="6679" actId="2696"/>
        <pc:sldMkLst>
          <pc:docMk/>
          <pc:sldMk cId="3794998634" sldId="2145706031"/>
        </pc:sldMkLst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3" creationId="{A1F0BB6D-964C-BE82-5D9F-892F24F42B6B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4" creationId="{5AA2A2CE-8C5A-7B93-5196-4D1D0C6DF0F3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5" creationId="{9B6AC818-FAE8-C601-C6FC-1816A5CE9643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6" creationId="{CC6D8AC8-0EC4-098C-4CD0-E2A866B1FE07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7" creationId="{47EF6C41-5959-73C2-0368-7A31D8D3CF3B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8" creationId="{57C6C91A-BD88-BC8F-4275-ECBBDDA1E165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9" creationId="{340C6B5A-CECE-CB13-3061-63C4CC0B95E5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10" creationId="{72A297EE-6727-01D3-7765-B3C9B98D582D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11" creationId="{F78B4C03-3816-B4F8-2C86-53DBEE1003A5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12" creationId="{807E7CF4-78FD-A3A4-F5E1-DB300C2D2447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13" creationId="{663A2978-1519-BF8C-B7E4-846D7F90827A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14" creationId="{827F7EAD-C13E-6825-EB50-7692BD4F6D24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15" creationId="{FB01412D-CD16-E3DC-A1E2-215A5E755B2D}"/>
          </ac:spMkLst>
        </pc:spChg>
        <pc:spChg chg="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17" creationId="{172B0BDD-1500-B952-4325-BC3A7A17AA5D}"/>
          </ac:spMkLst>
        </pc:spChg>
        <pc:spChg chg="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18" creationId="{7E9465F4-E536-57DC-E14A-4798A9D3BD1C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19" creationId="{5C2C43D3-98FE-1385-2C23-E66A8DF46B37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20" creationId="{AB8432F7-76E3-E96C-7A0E-BD19E80FB8A0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21" creationId="{AB75D78B-D10C-3B37-1A65-85ACA04EA8DF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22" creationId="{FAB7D90F-A39B-C4A5-6C2E-96DD2F736BC1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23" creationId="{7B23DD5F-B0D4-20F4-A75A-6753AFAFD873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24" creationId="{61CE8D97-DFC0-9870-DECD-58429872DBF5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25" creationId="{C67C715A-0FB2-A5C7-B99A-4C0AFF2BAB51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26" creationId="{64CB8B75-96C5-FBC0-D473-5D5753CD432B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27" creationId="{2ADB58F7-DD9C-4606-7DD4-9A9BC62E8DA5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28" creationId="{15ED04CF-DEF1-53DD-EA6F-905564CAA81F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29" creationId="{491F2B91-97FC-290D-5F75-F098C46ADB1A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30" creationId="{02E71F70-A92B-9C45-7597-A5F4E707F7FA}"/>
          </ac:spMkLst>
        </pc:spChg>
        <pc:spChg chg="add mod">
          <ac:chgData name="Navin K. Twarakavi" userId="88581cf3-f0ba-465b-8190-5f31dc64834c" providerId="ADAL" clId="{849F69E3-DF53-AA48-8FEC-6332FFEEABA9}" dt="2023-02-10T05:04:48.059" v="6635" actId="1076"/>
          <ac:spMkLst>
            <pc:docMk/>
            <pc:sldMk cId="3794998634" sldId="2145706031"/>
            <ac:spMk id="31" creationId="{DABA5B85-ED63-DDDE-4191-6FDC8BCF09B3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32" creationId="{0A673B8F-46B8-F581-5E0D-4D0BD0AD052D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33" creationId="{C4C19FAB-8076-9E7D-EC4E-95F699590462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34" creationId="{B9224904-E269-9CD7-25A6-D640CA8181EB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35" creationId="{00516934-EC86-5DE0-A7F8-EA9AA73E3BE4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36" creationId="{2262C133-02E4-0773-D976-EAB181CA06EE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37" creationId="{92F1DF47-5959-4CB7-AEFE-6DD6964F765E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38" creationId="{5748C677-C5D3-3324-51FB-E0EA9480B45B}"/>
          </ac:spMkLst>
        </pc:spChg>
        <pc:spChg chg="add mod">
          <ac:chgData name="Navin K. Twarakavi" userId="88581cf3-f0ba-465b-8190-5f31dc64834c" providerId="ADAL" clId="{849F69E3-DF53-AA48-8FEC-6332FFEEABA9}" dt="2023-02-10T05:04:45.029" v="6634"/>
          <ac:spMkLst>
            <pc:docMk/>
            <pc:sldMk cId="3794998634" sldId="2145706031"/>
            <ac:spMk id="39" creationId="{BADD8355-A031-594D-C6EE-4078D9F90D66}"/>
          </ac:spMkLst>
        </pc:spChg>
        <pc:grpChg chg="add mod">
          <ac:chgData name="Navin K. Twarakavi" userId="88581cf3-f0ba-465b-8190-5f31dc64834c" providerId="ADAL" clId="{849F69E3-DF53-AA48-8FEC-6332FFEEABA9}" dt="2023-02-10T05:04:45.029" v="6634"/>
          <ac:grpSpMkLst>
            <pc:docMk/>
            <pc:sldMk cId="3794998634" sldId="2145706031"/>
            <ac:grpSpMk id="16" creationId="{D06C2B87-8A6C-CFC0-6B08-5A6DE667E059}"/>
          </ac:grpSpMkLst>
        </pc:grpChg>
      </pc:sldChg>
      <pc:sldMasterChg chg="del delSldLayout">
        <pc:chgData name="Navin K. Twarakavi" userId="88581cf3-f0ba-465b-8190-5f31dc64834c" providerId="ADAL" clId="{849F69E3-DF53-AA48-8FEC-6332FFEEABA9}" dt="2023-02-10T04:16:01.658" v="6041" actId="2696"/>
        <pc:sldMasterMkLst>
          <pc:docMk/>
          <pc:sldMasterMk cId="1071804876" sldId="2147483648"/>
        </pc:sldMasterMkLst>
        <pc:sldLayoutChg chg="del">
          <pc:chgData name="Navin K. Twarakavi" userId="88581cf3-f0ba-465b-8190-5f31dc64834c" providerId="ADAL" clId="{849F69E3-DF53-AA48-8FEC-6332FFEEABA9}" dt="2023-02-10T04:16:01.658" v="6041" actId="2696"/>
          <pc:sldLayoutMkLst>
            <pc:docMk/>
            <pc:sldMasterMk cId="1071804876" sldId="2147483648"/>
            <pc:sldLayoutMk cId="1464586519" sldId="2147483649"/>
          </pc:sldLayoutMkLst>
        </pc:sldLayoutChg>
        <pc:sldLayoutChg chg="del">
          <pc:chgData name="Navin K. Twarakavi" userId="88581cf3-f0ba-465b-8190-5f31dc64834c" providerId="ADAL" clId="{849F69E3-DF53-AA48-8FEC-6332FFEEABA9}" dt="2023-02-10T04:16:01.658" v="6041" actId="2696"/>
          <pc:sldLayoutMkLst>
            <pc:docMk/>
            <pc:sldMasterMk cId="1071804876" sldId="2147483648"/>
            <pc:sldLayoutMk cId="1760904090" sldId="2147483650"/>
          </pc:sldLayoutMkLst>
        </pc:sldLayoutChg>
        <pc:sldLayoutChg chg="del">
          <pc:chgData name="Navin K. Twarakavi" userId="88581cf3-f0ba-465b-8190-5f31dc64834c" providerId="ADAL" clId="{849F69E3-DF53-AA48-8FEC-6332FFEEABA9}" dt="2023-02-10T04:16:01.658" v="6041" actId="2696"/>
          <pc:sldLayoutMkLst>
            <pc:docMk/>
            <pc:sldMasterMk cId="1071804876" sldId="2147483648"/>
            <pc:sldLayoutMk cId="1437352005" sldId="2147483651"/>
          </pc:sldLayoutMkLst>
        </pc:sldLayoutChg>
        <pc:sldLayoutChg chg="del">
          <pc:chgData name="Navin K. Twarakavi" userId="88581cf3-f0ba-465b-8190-5f31dc64834c" providerId="ADAL" clId="{849F69E3-DF53-AA48-8FEC-6332FFEEABA9}" dt="2023-02-10T04:16:01.658" v="6041" actId="2696"/>
          <pc:sldLayoutMkLst>
            <pc:docMk/>
            <pc:sldMasterMk cId="1071804876" sldId="2147483648"/>
            <pc:sldLayoutMk cId="2326285138" sldId="2147483652"/>
          </pc:sldLayoutMkLst>
        </pc:sldLayoutChg>
        <pc:sldLayoutChg chg="del">
          <pc:chgData name="Navin K. Twarakavi" userId="88581cf3-f0ba-465b-8190-5f31dc64834c" providerId="ADAL" clId="{849F69E3-DF53-AA48-8FEC-6332FFEEABA9}" dt="2023-02-10T04:16:01.658" v="6041" actId="2696"/>
          <pc:sldLayoutMkLst>
            <pc:docMk/>
            <pc:sldMasterMk cId="1071804876" sldId="2147483648"/>
            <pc:sldLayoutMk cId="1083231637" sldId="2147483653"/>
          </pc:sldLayoutMkLst>
        </pc:sldLayoutChg>
        <pc:sldLayoutChg chg="del">
          <pc:chgData name="Navin K. Twarakavi" userId="88581cf3-f0ba-465b-8190-5f31dc64834c" providerId="ADAL" clId="{849F69E3-DF53-AA48-8FEC-6332FFEEABA9}" dt="2023-02-10T04:16:01.658" v="6041" actId="2696"/>
          <pc:sldLayoutMkLst>
            <pc:docMk/>
            <pc:sldMasterMk cId="1071804876" sldId="2147483648"/>
            <pc:sldLayoutMk cId="3037156235" sldId="2147483654"/>
          </pc:sldLayoutMkLst>
        </pc:sldLayoutChg>
        <pc:sldLayoutChg chg="del">
          <pc:chgData name="Navin K. Twarakavi" userId="88581cf3-f0ba-465b-8190-5f31dc64834c" providerId="ADAL" clId="{849F69E3-DF53-AA48-8FEC-6332FFEEABA9}" dt="2023-02-10T04:16:01.658" v="6041" actId="2696"/>
          <pc:sldLayoutMkLst>
            <pc:docMk/>
            <pc:sldMasterMk cId="1071804876" sldId="2147483648"/>
            <pc:sldLayoutMk cId="865047429" sldId="2147483655"/>
          </pc:sldLayoutMkLst>
        </pc:sldLayoutChg>
        <pc:sldLayoutChg chg="del">
          <pc:chgData name="Navin K. Twarakavi" userId="88581cf3-f0ba-465b-8190-5f31dc64834c" providerId="ADAL" clId="{849F69E3-DF53-AA48-8FEC-6332FFEEABA9}" dt="2023-02-10T04:16:01.658" v="6041" actId="2696"/>
          <pc:sldLayoutMkLst>
            <pc:docMk/>
            <pc:sldMasterMk cId="1071804876" sldId="2147483648"/>
            <pc:sldLayoutMk cId="1318457650" sldId="2147483656"/>
          </pc:sldLayoutMkLst>
        </pc:sldLayoutChg>
        <pc:sldLayoutChg chg="del">
          <pc:chgData name="Navin K. Twarakavi" userId="88581cf3-f0ba-465b-8190-5f31dc64834c" providerId="ADAL" clId="{849F69E3-DF53-AA48-8FEC-6332FFEEABA9}" dt="2023-02-10T04:16:01.658" v="6041" actId="2696"/>
          <pc:sldLayoutMkLst>
            <pc:docMk/>
            <pc:sldMasterMk cId="1071804876" sldId="2147483648"/>
            <pc:sldLayoutMk cId="3900625214" sldId="2147483657"/>
          </pc:sldLayoutMkLst>
        </pc:sldLayoutChg>
        <pc:sldLayoutChg chg="del">
          <pc:chgData name="Navin K. Twarakavi" userId="88581cf3-f0ba-465b-8190-5f31dc64834c" providerId="ADAL" clId="{849F69E3-DF53-AA48-8FEC-6332FFEEABA9}" dt="2023-02-10T04:16:01.658" v="6041" actId="2696"/>
          <pc:sldLayoutMkLst>
            <pc:docMk/>
            <pc:sldMasterMk cId="1071804876" sldId="2147483648"/>
            <pc:sldLayoutMk cId="450225999" sldId="2147483658"/>
          </pc:sldLayoutMkLst>
        </pc:sldLayoutChg>
        <pc:sldLayoutChg chg="del">
          <pc:chgData name="Navin K. Twarakavi" userId="88581cf3-f0ba-465b-8190-5f31dc64834c" providerId="ADAL" clId="{849F69E3-DF53-AA48-8FEC-6332FFEEABA9}" dt="2023-02-10T04:16:01.658" v="6041" actId="2696"/>
          <pc:sldLayoutMkLst>
            <pc:docMk/>
            <pc:sldMasterMk cId="1071804876" sldId="2147483648"/>
            <pc:sldLayoutMk cId="416448609" sldId="214748365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asiandevbank-my.sharepoint.com/personal/atakagawa_adb_org/Documents/Book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808-BF48-BFFC-E1C94CAEF9F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808-BF48-BFFC-E1C94CAEF9F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$3.3</a:t>
                    </a:r>
                    <a:r>
                      <a:rPr lang="en-US" baseline="0"/>
                      <a:t> Billion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808-BF48-BFFC-E1C94CAEF9F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$</a:t>
                    </a:r>
                    <a:fld id="{349D3A0E-CCC6-4B5F-8349-C33F265CD4D2}" type="VALUE">
                      <a:rPr lang="en-US" smtClean="0"/>
                      <a:pPr/>
                      <a:t>[VALUE]</a:t>
                    </a:fld>
                    <a:r>
                      <a:rPr lang="en-US"/>
                      <a:t> Billion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808-BF48-BFFC-E1C94CAEF9F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Sheet2!$A$2:$A$3</c:f>
              <c:strCache>
                <c:ptCount val="2"/>
                <c:pt idx="0">
                  <c:v>2022</c:v>
                </c:pt>
                <c:pt idx="1">
                  <c:v>2023-2025</c:v>
                </c:pt>
              </c:strCache>
            </c:strRef>
          </c:cat>
          <c:val>
            <c:numRef>
              <c:f>Sheet2!$B$2:$B$3</c:f>
              <c:numCache>
                <c:formatCode>General</c:formatCode>
                <c:ptCount val="2"/>
                <c:pt idx="0" formatCode="#,##0">
                  <c:v>3.3</c:v>
                </c:pt>
                <c:pt idx="1">
                  <c:v>10.7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808-BF48-BFFC-E1C94CAEF9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27"/>
        <c:axId val="835041880"/>
        <c:axId val="192038072"/>
      </c:barChart>
      <c:catAx>
        <c:axId val="835041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KR"/>
          </a:p>
        </c:txPr>
        <c:crossAx val="192038072"/>
        <c:crosses val="autoZero"/>
        <c:auto val="1"/>
        <c:lblAlgn val="ctr"/>
        <c:lblOffset val="100"/>
        <c:noMultiLvlLbl val="0"/>
      </c:catAx>
      <c:valAx>
        <c:axId val="19203807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835041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 b="1"/>
      </a:pPr>
      <a:endParaRPr lang="en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3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300"/>
            </a:lvl1pPr>
          </a:lstStyle>
          <a:p>
            <a:fld id="{DC9ECFC4-7485-465C-A24C-93EA67F460F2}" type="datetimeFigureOut">
              <a:rPr lang="en-PH" smtClean="0"/>
              <a:t>2/12/23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2" tIns="46586" rIns="93172" bIns="46586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2" tIns="46586" rIns="93172" bIns="4658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3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300"/>
            </a:lvl1pPr>
          </a:lstStyle>
          <a:p>
            <a:fld id="{2FFE57A5-5207-48F1-9040-DBDB9C32D48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0778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Calibri" panose="020F0502020204030204" pitchFamily="34" charset="0"/>
              <a:ea typeface="Yu Gothic" panose="020B0400000000000000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E57A5-5207-48F1-9040-DBDB9C32D48B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07289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E57A5-5207-48F1-9040-DBDB9C32D48B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49053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E57A5-5207-48F1-9040-DBDB9C32D48B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40865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E57A5-5207-48F1-9040-DBDB9C32D48B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33298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E57A5-5207-48F1-9040-DBDB9C32D48B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80390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E57A5-5207-48F1-9040-DBDB9C32D48B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39806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E57A5-5207-48F1-9040-DBDB9C32D48B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78809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E57A5-5207-48F1-9040-DBDB9C32D48B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93651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E57A5-5207-48F1-9040-DBDB9C32D48B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20576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A close up of a logo&#10;&#10;Description generated with high confidence">
            <a:extLst>
              <a:ext uri="{FF2B5EF4-FFF2-40B4-BE49-F238E27FC236}">
                <a16:creationId xmlns:a16="http://schemas.microsoft.com/office/drawing/2014/main" id="{48587B39-6A20-43EA-8EAB-B28BEEBBDE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36499" y="-1437"/>
            <a:ext cx="9155501" cy="68594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D76D8B-BC26-41DC-AFDD-5654CA50B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5230" y="1122363"/>
            <a:ext cx="9502770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5000">
                <a:solidFill>
                  <a:srgbClr val="1B2F6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2351EF-A87F-4183-9DFE-874AC3B35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5230" y="3602038"/>
            <a:ext cx="950277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C9F1F-056A-4A67-B133-832D60E27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BD3BC-6BEA-4C6A-98E4-892CC4179838}" type="datetime1">
              <a:rPr lang="en-PH" smtClean="0"/>
              <a:t>2/12/23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F340F-BBE1-45F3-83EC-785849DC3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49AF7-EBD4-4F04-8A79-C79CF9CFF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366BB-B52B-42A5-9F24-4DA9836010F7}" type="slidenum">
              <a:rPr lang="en-PH" smtClean="0"/>
              <a:t>‹#›</a:t>
            </a:fld>
            <a:endParaRPr lang="en-PH"/>
          </a:p>
        </p:txBody>
      </p:sp>
      <p:pic>
        <p:nvPicPr>
          <p:cNvPr id="8" name="Picture 12">
            <a:extLst>
              <a:ext uri="{FF2B5EF4-FFF2-40B4-BE49-F238E27FC236}">
                <a16:creationId xmlns:a16="http://schemas.microsoft.com/office/drawing/2014/main" id="{C8D93850-82E7-40AC-8B12-7066C47668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5442" y="5766759"/>
            <a:ext cx="759788" cy="75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996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52BEA55-2B22-485B-9F0B-EC91C83B15F8}"/>
              </a:ext>
            </a:extLst>
          </p:cNvPr>
          <p:cNvSpPr/>
          <p:nvPr userDrawn="1"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342652-3CB6-45A7-9241-64E91DF881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5" t="23838" b="73932"/>
          <a:stretch/>
        </p:blipFill>
        <p:spPr>
          <a:xfrm>
            <a:off x="808619" y="989147"/>
            <a:ext cx="10561638" cy="1194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4D30EC-D06F-4068-86EA-A22D79D1E7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409" t="-1003" r="62520" b="54637"/>
          <a:stretch/>
        </p:blipFill>
        <p:spPr>
          <a:xfrm>
            <a:off x="10744200" y="5211052"/>
            <a:ext cx="1447800" cy="1646948"/>
          </a:xfrm>
          <a:prstGeom prst="rect">
            <a:avLst/>
          </a:prstGeom>
        </p:spPr>
      </p:pic>
      <p:pic>
        <p:nvPicPr>
          <p:cNvPr id="10" name="Picture 12">
            <a:extLst>
              <a:ext uri="{FF2B5EF4-FFF2-40B4-BE49-F238E27FC236}">
                <a16:creationId xmlns:a16="http://schemas.microsoft.com/office/drawing/2014/main" id="{1AC405B2-C274-4490-BDA1-1576524307B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74818" y="6258802"/>
            <a:ext cx="472879" cy="4728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E90004-E25F-47ED-9363-6F42EFDF4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25"/>
            <a:ext cx="10512000" cy="10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2F6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BA95E-917F-4F72-95D0-02B88B02D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9349"/>
            <a:ext cx="10515600" cy="48576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D164C-8179-43B9-BBB3-B740C9E797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7000" y="6356350"/>
            <a:ext cx="2743200" cy="365125"/>
          </a:xfrm>
        </p:spPr>
        <p:txBody>
          <a:bodyPr/>
          <a:lstStyle/>
          <a:p>
            <a:fld id="{D2B0CAE4-C5D6-473C-988B-4D073EE98596}" type="datetime1">
              <a:rPr lang="en-PH" smtClean="0"/>
              <a:t>2/12/23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BD410-D2A3-4768-9E44-EC7263481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A0605-A4BE-4FCF-9F89-1DB0A882D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23510"/>
            <a:ext cx="577850" cy="167790"/>
          </a:xfrm>
        </p:spPr>
        <p:txBody>
          <a:bodyPr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90366BB-B52B-42A5-9F24-4DA9836010F7}" type="slidenum">
              <a:rPr lang="en-PH" smtClean="0"/>
              <a:pPr/>
              <a:t>‹#›</a:t>
            </a:fld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18A028-8750-4EDA-85D6-CD8FB722BEF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38200" y="6733381"/>
            <a:ext cx="5184775" cy="123111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PUBLIC. This information is being disclosed to the public in accordance with ADB’s Access to Information Policy.</a:t>
            </a:r>
          </a:p>
        </p:txBody>
      </p:sp>
    </p:spTree>
    <p:extLst>
      <p:ext uri="{BB962C8B-B14F-4D97-AF65-F5344CB8AC3E}">
        <p14:creationId xmlns:p14="http://schemas.microsoft.com/office/powerpoint/2010/main" val="1882306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1FEC4-89C4-4CA3-B3DE-2F9568A0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8C637-D46C-406F-9D8E-00E4743E6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08BC5-3C4E-4B00-A9E5-FC0179913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82FAC-6304-4784-9977-4F11D3572DB9}" type="datetime1">
              <a:rPr lang="en-PH" smtClean="0"/>
              <a:t>2/12/23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4C1CB-3800-453B-B6D4-BFE57FAC4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C11B8-D495-4673-AF9A-88B85BF43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366BB-B52B-42A5-9F24-4DA9836010F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98383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4AAA-E5A5-4A98-9A4B-A92EBD3F1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20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B0A53-9A4B-4C3F-A824-5712D2F8A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9C294F-FEFA-44ED-B62C-8B7B83004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F6E85B-4E1D-404F-A046-21DB63DC7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0508E-02DD-411F-8359-DD6945F8E7FD}" type="datetime1">
              <a:rPr lang="en-PH" smtClean="0"/>
              <a:t>2/12/23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33EA4-F354-4BD4-B1E2-6049E8D87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D0014-07C6-451D-978A-234CEF5A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366BB-B52B-42A5-9F24-4DA9836010F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9780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6AA94-4E4F-400C-85D0-9A4BB613F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547F0-F6E8-4A95-A386-71C1EB2CF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C15428-E3B6-46AD-91E6-C016726DE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79E406-BB2F-4274-8C65-278F9F7654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F45B3B-8C35-44A7-9DCF-BD1F7DA2D4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EC4E96-01D5-45BD-B83E-1067B0266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CC866-1184-4DEE-A50E-FE09668FC83C}" type="datetime1">
              <a:rPr lang="en-PH" smtClean="0"/>
              <a:t>2/12/23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432A67-EF6F-4150-A1B1-5BFCCE244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07327D-1620-4916-B18B-444FB465C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366BB-B52B-42A5-9F24-4DA9836010F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55500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F976619-F0FA-5533-4BFD-9F32939F61A4}"/>
              </a:ext>
            </a:extLst>
          </p:cNvPr>
          <p:cNvSpPr/>
          <p:nvPr userDrawn="1"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8A3BCA-8D64-F8F5-FD01-1C6669DE5A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5" t="23838" b="73932"/>
          <a:stretch/>
        </p:blipFill>
        <p:spPr>
          <a:xfrm>
            <a:off x="808619" y="989147"/>
            <a:ext cx="10561638" cy="1194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3BE78C-84AF-9C30-60BF-387B33A338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409" t="-1003" r="62520" b="54637"/>
          <a:stretch/>
        </p:blipFill>
        <p:spPr>
          <a:xfrm>
            <a:off x="10744200" y="5211052"/>
            <a:ext cx="1447800" cy="1646948"/>
          </a:xfrm>
          <a:prstGeom prst="rect">
            <a:avLst/>
          </a:prstGeom>
        </p:spPr>
      </p:pic>
      <p:pic>
        <p:nvPicPr>
          <p:cNvPr id="9" name="Picture 12">
            <a:extLst>
              <a:ext uri="{FF2B5EF4-FFF2-40B4-BE49-F238E27FC236}">
                <a16:creationId xmlns:a16="http://schemas.microsoft.com/office/drawing/2014/main" id="{638295F0-F33D-F4D1-B8D4-87B995A7DF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74818" y="6258802"/>
            <a:ext cx="472879" cy="4728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D961D7-DE74-4323-BBDA-E8D5DFF08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25"/>
            <a:ext cx="10512000" cy="10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2F6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770FF8-F4A2-46E5-8916-0A9D3A15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E03A00F-59EB-43CC-7684-521EFA16C66E}"/>
              </a:ext>
            </a:extLst>
          </p:cNvPr>
          <p:cNvSpPr txBox="1">
            <a:spLocks/>
          </p:cNvSpPr>
          <p:nvPr userDrawn="1"/>
        </p:nvSpPr>
        <p:spPr>
          <a:xfrm>
            <a:off x="0" y="6423510"/>
            <a:ext cx="577850" cy="1677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0366BB-B52B-42A5-9F24-4DA9836010F7}" type="slidenum">
              <a:rPr lang="en-PH" smtClean="0"/>
              <a:pPr/>
              <a:t>‹#›</a:t>
            </a:fld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78858F-1AAC-4306-F96E-9CFF5C6020C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38200" y="6733381"/>
            <a:ext cx="5184775" cy="123111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PUBLIC. This information is being disclosed to the public in accordance with ADB’s Access to Information Policy.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AC8E5B5-A273-F7A6-1382-2E48779C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7000" y="6356350"/>
            <a:ext cx="2743200" cy="365125"/>
          </a:xfrm>
        </p:spPr>
        <p:txBody>
          <a:bodyPr/>
          <a:lstStyle/>
          <a:p>
            <a:fld id="{D2B0CAE4-C5D6-473C-988B-4D073EE98596}" type="datetime1">
              <a:rPr lang="en-PH" smtClean="0"/>
              <a:t>2/12/23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42741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3B7DCC-A6ED-4263-945D-676DF123E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BFAD-D7EB-44F6-9031-3B9A42F8F6BD}" type="datetime1">
              <a:rPr lang="en-PH" smtClean="0"/>
              <a:t>2/12/23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7E2EB7-D939-47E6-8C4A-61EC88C06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AAAF4-18C9-4EF9-B9CF-8CF02485F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366BB-B52B-42A5-9F24-4DA9836010F7}" type="slidenum">
              <a:rPr lang="en-PH" smtClean="0"/>
              <a:t>‹#›</a:t>
            </a:fld>
            <a:endParaRPr lang="en-PH"/>
          </a:p>
        </p:txBody>
      </p:sp>
      <p:pic>
        <p:nvPicPr>
          <p:cNvPr id="5" name="Picture 4" descr="A close up of a logo&#10;&#10;Description generated with high confidence">
            <a:extLst>
              <a:ext uri="{FF2B5EF4-FFF2-40B4-BE49-F238E27FC236}">
                <a16:creationId xmlns:a16="http://schemas.microsoft.com/office/drawing/2014/main" id="{7429B81B-E0AD-457A-98F4-4C12FB1376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36499" y="-1437"/>
            <a:ext cx="9155501" cy="6859437"/>
          </a:xfrm>
          <a:prstGeom prst="rect">
            <a:avLst/>
          </a:prstGeom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6F6CE3FC-1BB3-4E97-A9A1-A12A6A0FE2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5442" y="5766759"/>
            <a:ext cx="759788" cy="75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143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4520D-DA3A-4DCE-8763-E77AB7DB7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37942-E6E1-40D4-86D4-3EC3D3576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190AB-1D87-4CD8-A327-00505AF33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6159D-5E07-45BF-A9B8-54B3073F5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55C8A-9B67-4361-BE11-068D428776C3}" type="datetime1">
              <a:rPr lang="en-PH" smtClean="0"/>
              <a:t>2/12/23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662B5-3432-4CD0-8EE7-274BD4764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78E0F-F529-46A6-B0B8-8FAD91C11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366BB-B52B-42A5-9F24-4DA9836010F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47141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03869-92B8-49F1-8865-8E74951B4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A2AC0E-A644-4296-81FD-58C6B9FF9D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1FE09-B17F-4AC3-B0BC-6EC65A03A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DF5D2-DFCF-4E7E-B544-F18AA23C0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49EB7-331C-466B-9C40-0C4898843FF0}" type="datetime1">
              <a:rPr lang="en-PH" smtClean="0"/>
              <a:t>2/12/23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407E-CB82-47B3-A990-263C6852D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9BF7C-D992-473C-B86C-38A958330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366BB-B52B-42A5-9F24-4DA9836010F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0727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D47D7-95A0-4B1D-A710-4145AA4AF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20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2304F9-C64D-48C7-8FBB-098D4B6EE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015"/>
            <a:ext cx="10515600" cy="481194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B199C-30D6-474D-A66C-E78A6C3E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1FFA3-653B-4300-995A-0DE7A1EEA3EB}" type="datetime1">
              <a:rPr lang="en-PH" smtClean="0"/>
              <a:t>2/12/23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AC384-41DF-4DB8-ABC5-263347B42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AF66A-2F75-4FD3-B82A-5C194A53D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366BB-B52B-42A5-9F24-4DA9836010F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16857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8C8F56-C0F1-4893-965C-AB353B23F0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31D5F0-EBE1-4434-BD90-30599711F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51399-7465-4634-AC39-7F3495DCC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0DF24-C137-47FF-A16C-5FAD1470E38B}" type="datetime1">
              <a:rPr lang="en-PH" smtClean="0"/>
              <a:t>2/12/23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0EEE9-DAC0-4317-A880-87D40D690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8E5F2-0F20-4B70-BE3C-D792E5772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366BB-B52B-42A5-9F24-4DA9836010F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09390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F2D8E0-48D7-4801-816A-529027728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23"/>
            <a:ext cx="10512000" cy="100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D3EC4-5F70-46CB-9CAD-4CFDD7CBE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21200"/>
            <a:ext cx="10515600" cy="4881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75E0D-505C-44FC-8319-7B7927AD43A2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F531C-8CC5-48A9-B6E5-495F4F3F8E10}" type="datetime1">
              <a:rPr lang="en-PH" smtClean="0"/>
              <a:t>2/12/23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30759-1529-4F0E-A58A-4E90433F0F62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A531E-9B83-4EFE-87B8-6296116C44B6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366BB-B52B-42A5-9F24-4DA9836010F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17983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c01.safelinks.protection.outlook.com/?url=https%3A%2F%2Fwww.lsta.org%2Fcontent%2Fsustainability-linked-loan-principles-sllp%2F&amp;data=05%7C01%7Ckjarvis.consultant%40adb.org%7C0c62e763e50e4bd5346008da6872a6db%7C9495d6bb41c24c58848f92e52cf3d640%7C0%7C0%7C637937138882334145%7CUnknown%7CTWFpbGZsb3d8eyJWIjoiMC4wLjAwMDAiLCJQIjoiV2luMzIiLCJBTiI6Ik1haWwiLCJXVCI6Mn0%3D%7C3000%7C%7C%7C&amp;sdata=zHoOhw253wuYvNtjvJJNZ9FRMR4zwxPhAnbGAg4mOk4%3D&amp;reserved=0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526B-EEDE-479F-84E0-1381CC0673E7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986320" y="1447800"/>
            <a:ext cx="6811766" cy="2387600"/>
          </a:xfrm>
        </p:spPr>
        <p:txBody>
          <a:bodyPr anchor="ctr">
            <a:normAutofit/>
          </a:bodyPr>
          <a:lstStyle/>
          <a:p>
            <a:pPr algn="l"/>
            <a:r>
              <a:rPr lang="en-PH" b="1" dirty="0">
                <a:solidFill>
                  <a:srgbClr val="1B2F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Innovative Financing Mechanisms for Climate-smart Agriculture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398D0-A081-46EC-B03E-25324B8420F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986320" y="3602038"/>
            <a:ext cx="8606943" cy="1808162"/>
          </a:xfrm>
        </p:spPr>
        <p:txBody>
          <a:bodyPr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February 2023</a:t>
            </a:r>
          </a:p>
          <a:p>
            <a:pPr marL="0" indent="0" algn="l">
              <a:lnSpc>
                <a:spcPct val="110000"/>
              </a:lnSpc>
              <a:buNone/>
            </a:pPr>
            <a:endParaRPr lang="en-PH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911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3D765A-2582-E2BD-E925-989E10868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03" y="34925"/>
            <a:ext cx="11024171" cy="10080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endParaRPr lang="en-K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D2F66169-B428-4367-0294-6DE346F798F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3F3F4"/>
              </a:clrFrom>
              <a:clrTo>
                <a:srgbClr val="F3F3F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03" y="2050819"/>
            <a:ext cx="4140602" cy="36576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CEFE0B-73ED-4B2C-E796-37699D1EA790}"/>
              </a:ext>
            </a:extLst>
          </p:cNvPr>
          <p:cNvSpPr txBox="1"/>
          <p:nvPr/>
        </p:nvSpPr>
        <p:spPr>
          <a:xfrm>
            <a:off x="5190110" y="1669421"/>
            <a:ext cx="6451600" cy="513871"/>
          </a:xfrm>
          <a:prstGeom prst="rect">
            <a:avLst/>
          </a:prstGeom>
          <a:solidFill>
            <a:srgbClr val="6DCFF6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ADB’s approach to financing climate-smart agriculture</a:t>
            </a:r>
            <a:endParaRPr lang="en-PH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ABFA0D7-1F5E-6D19-8901-9367C7AD9979}"/>
              </a:ext>
            </a:extLst>
          </p:cNvPr>
          <p:cNvSpPr txBox="1">
            <a:spLocks/>
          </p:cNvSpPr>
          <p:nvPr/>
        </p:nvSpPr>
        <p:spPr>
          <a:xfrm>
            <a:off x="5230360" y="2334756"/>
            <a:ext cx="6451599" cy="35433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705" indent="-179705">
              <a:lnSpc>
                <a:spcPct val="100000"/>
              </a:lnSpc>
              <a:spcBef>
                <a:spcPts val="600"/>
              </a:spcBef>
              <a:buClr>
                <a:srgbClr val="0099D8"/>
              </a:buClr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Develop  food security investment pipeline with developing member countries that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simultaneously supports ADB’s  climate and food security ambitions</a:t>
            </a:r>
          </a:p>
          <a:p>
            <a:pPr marL="179705" indent="-179705">
              <a:lnSpc>
                <a:spcPct val="100000"/>
              </a:lnSpc>
              <a:spcBef>
                <a:spcPts val="600"/>
              </a:spcBef>
              <a:buClr>
                <a:srgbClr val="0099D8"/>
              </a:buClr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Support policy reforms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essential for developing member countries to effectively adopt climate-smart practices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9705" indent="-179705">
              <a:lnSpc>
                <a:spcPct val="100000"/>
              </a:lnSpc>
              <a:spcBef>
                <a:spcPts val="600"/>
              </a:spcBef>
              <a:buClr>
                <a:srgbClr val="0099D8"/>
              </a:buClr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Design innovative financing mechanisms that address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climate change-food-nature nexus</a:t>
            </a:r>
          </a:p>
          <a:p>
            <a:pPr marL="179705" indent="-179705">
              <a:lnSpc>
                <a:spcPct val="100000"/>
              </a:lnSpc>
              <a:spcBef>
                <a:spcPts val="600"/>
              </a:spcBef>
              <a:buClr>
                <a:srgbClr val="0099D8"/>
              </a:buClr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Stimulate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private sector participation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climate-smart agriculture through novel approaches</a:t>
            </a:r>
          </a:p>
          <a:p>
            <a:pPr marL="179705" indent="-179705">
              <a:lnSpc>
                <a:spcPct val="100000"/>
              </a:lnSpc>
              <a:spcBef>
                <a:spcPts val="600"/>
              </a:spcBef>
              <a:buClr>
                <a:srgbClr val="0099D8"/>
              </a:buClr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Develop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carbon markets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that  are especially sensitive to smallholders, inclusive,  address economic and social contexts of member countries and scale well.</a:t>
            </a:r>
          </a:p>
          <a:p>
            <a:pPr marL="179705" indent="-179705">
              <a:lnSpc>
                <a:spcPct val="100000"/>
              </a:lnSpc>
              <a:spcBef>
                <a:spcPts val="600"/>
              </a:spcBef>
              <a:buClr>
                <a:srgbClr val="0099D8"/>
              </a:buClr>
            </a:pP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9705" indent="-179705">
              <a:lnSpc>
                <a:spcPct val="100000"/>
              </a:lnSpc>
              <a:spcBef>
                <a:spcPts val="600"/>
              </a:spcBef>
              <a:buClr>
                <a:srgbClr val="0099D8"/>
              </a:buClr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200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3D765A-2582-E2BD-E925-989E10868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KR" sz="2800" b="1" dirty="0">
                <a:latin typeface="Arial" panose="020B0604020202020204" pitchFamily="34" charset="0"/>
                <a:cs typeface="Arial" panose="020B0604020202020204" pitchFamily="34" charset="0"/>
              </a:rPr>
              <a:t>ADB  is Committed to be </a:t>
            </a:r>
            <a:r>
              <a:rPr lang="en-US" sz="28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Asia and the Pacific's Climate Bank</a:t>
            </a:r>
            <a:endParaRPr lang="en-K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D1A7EC-29C0-D927-2095-E7522DB9921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690366BB-B52B-42A5-9F24-4DA9836010F7}" type="slidenum">
              <a:rPr lang="en-PH" smtClean="0"/>
              <a:t>3</a:t>
            </a:fld>
            <a:endParaRPr lang="en-PH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65E39F-DE6A-B759-BDF6-69146FE262E4}"/>
              </a:ext>
            </a:extLst>
          </p:cNvPr>
          <p:cNvCxnSpPr>
            <a:cxnSpLocks/>
          </p:cNvCxnSpPr>
          <p:nvPr/>
        </p:nvCxnSpPr>
        <p:spPr>
          <a:xfrm>
            <a:off x="2291300" y="3687576"/>
            <a:ext cx="1789505" cy="0"/>
          </a:xfrm>
          <a:prstGeom prst="line">
            <a:avLst/>
          </a:prstGeom>
          <a:ln w="57150">
            <a:solidFill>
              <a:srgbClr val="0099D8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34F052-CC7D-8B80-3C8B-5EF7180BCA10}"/>
              </a:ext>
            </a:extLst>
          </p:cNvPr>
          <p:cNvCxnSpPr>
            <a:cxnSpLocks/>
          </p:cNvCxnSpPr>
          <p:nvPr/>
        </p:nvCxnSpPr>
        <p:spPr>
          <a:xfrm flipV="1">
            <a:off x="4729701" y="3687576"/>
            <a:ext cx="1989591" cy="5993"/>
          </a:xfrm>
          <a:prstGeom prst="line">
            <a:avLst/>
          </a:prstGeom>
          <a:ln w="57150">
            <a:solidFill>
              <a:srgbClr val="6DCFF6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5686DA8-7B60-3D08-0C3D-EC4736F2283C}"/>
              </a:ext>
            </a:extLst>
          </p:cNvPr>
          <p:cNvSpPr txBox="1"/>
          <p:nvPr/>
        </p:nvSpPr>
        <p:spPr>
          <a:xfrm>
            <a:off x="1820489" y="3879960"/>
            <a:ext cx="908407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KR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2015 </a:t>
            </a:r>
            <a:endParaRPr lang="en-KR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5B052-61ED-2CDE-EF73-A2E20E2F0C88}"/>
              </a:ext>
            </a:extLst>
          </p:cNvPr>
          <p:cNvCxnSpPr>
            <a:cxnSpLocks/>
          </p:cNvCxnSpPr>
          <p:nvPr/>
        </p:nvCxnSpPr>
        <p:spPr>
          <a:xfrm flipH="1">
            <a:off x="3688674" y="3687576"/>
            <a:ext cx="946935" cy="0"/>
          </a:xfrm>
          <a:prstGeom prst="line">
            <a:avLst/>
          </a:prstGeom>
          <a:ln w="57150">
            <a:solidFill>
              <a:srgbClr val="0099D8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A67A437-5B9A-A3CF-FAE3-33B78F54A3AE}"/>
              </a:ext>
            </a:extLst>
          </p:cNvPr>
          <p:cNvSpPr txBox="1"/>
          <p:nvPr/>
        </p:nvSpPr>
        <p:spPr>
          <a:xfrm>
            <a:off x="1210261" y="1798609"/>
            <a:ext cx="2385319" cy="1323439"/>
          </a:xfrm>
          <a:prstGeom prst="rect">
            <a:avLst/>
          </a:prstGeom>
          <a:ln>
            <a:solidFill>
              <a:srgbClr val="16A2DB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2015: ADB made a commitment to double climate financing from its own resources to $6 billion annually by 2020</a:t>
            </a:r>
            <a:endParaRPr lang="en-K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04BC9A-ECA4-038D-CCF9-8F9008BAF565}"/>
              </a:ext>
            </a:extLst>
          </p:cNvPr>
          <p:cNvSpPr txBox="1"/>
          <p:nvPr/>
        </p:nvSpPr>
        <p:spPr>
          <a:xfrm>
            <a:off x="4357691" y="3137383"/>
            <a:ext cx="908407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KR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2018 </a:t>
            </a:r>
            <a:endParaRPr lang="en-KR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02398D-1A2B-EE66-D3C3-55EC43B67E72}"/>
              </a:ext>
            </a:extLst>
          </p:cNvPr>
          <p:cNvSpPr txBox="1"/>
          <p:nvPr/>
        </p:nvSpPr>
        <p:spPr>
          <a:xfrm>
            <a:off x="6585087" y="2074746"/>
            <a:ext cx="2537717" cy="107721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2021: ADB announced it is elevating its climate finance ambition to $100 billion from 2019-2030</a:t>
            </a:r>
            <a:endParaRPr lang="en-K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9B046A-32C0-812D-4774-2A3075CD0DFF}"/>
              </a:ext>
            </a:extLst>
          </p:cNvPr>
          <p:cNvSpPr txBox="1"/>
          <p:nvPr/>
        </p:nvSpPr>
        <p:spPr>
          <a:xfrm>
            <a:off x="3578602" y="4253104"/>
            <a:ext cx="2590865" cy="206210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2018: ADB committed to ensuring at least 75% of the total number of its operations support climate action and its own climate finance resources reach at least a cumulative $80 billion by 2030</a:t>
            </a:r>
            <a:endParaRPr lang="en-K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9F49B9-3861-C85B-3641-067F9D7141D1}"/>
              </a:ext>
            </a:extLst>
          </p:cNvPr>
          <p:cNvSpPr txBox="1"/>
          <p:nvPr/>
        </p:nvSpPr>
        <p:spPr>
          <a:xfrm>
            <a:off x="6719292" y="3935986"/>
            <a:ext cx="908407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KR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  <a:endParaRPr lang="en-KR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D1BF057-040C-55C9-7B4A-18E36FB60774}"/>
              </a:ext>
            </a:extLst>
          </p:cNvPr>
          <p:cNvCxnSpPr>
            <a:cxnSpLocks/>
          </p:cNvCxnSpPr>
          <p:nvPr/>
        </p:nvCxnSpPr>
        <p:spPr>
          <a:xfrm>
            <a:off x="6719292" y="3687576"/>
            <a:ext cx="421500" cy="0"/>
          </a:xfrm>
          <a:prstGeom prst="line">
            <a:avLst/>
          </a:prstGeom>
          <a:ln w="57150">
            <a:solidFill>
              <a:srgbClr val="6DCFF6"/>
            </a:solidFill>
            <a:prstDash val="sysDot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3541BA-9B69-AD68-6013-D1860873EF87}"/>
              </a:ext>
            </a:extLst>
          </p:cNvPr>
          <p:cNvCxnSpPr>
            <a:cxnSpLocks/>
          </p:cNvCxnSpPr>
          <p:nvPr/>
        </p:nvCxnSpPr>
        <p:spPr>
          <a:xfrm>
            <a:off x="7144129" y="3687576"/>
            <a:ext cx="3751868" cy="0"/>
          </a:xfrm>
          <a:prstGeom prst="line">
            <a:avLst/>
          </a:prstGeom>
          <a:ln w="57150">
            <a:solidFill>
              <a:srgbClr val="FEB61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673324A-A032-6743-349C-6CD5F387E74D}"/>
              </a:ext>
            </a:extLst>
          </p:cNvPr>
          <p:cNvSpPr txBox="1"/>
          <p:nvPr/>
        </p:nvSpPr>
        <p:spPr>
          <a:xfrm>
            <a:off x="8017437" y="4060436"/>
            <a:ext cx="2691232" cy="2062103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2021: ADB commits to full alignment of sovereign operations with the goals of the Paris Agreement by 1 July 2023, and of non-sovereign operations to 85% by 1 July 2023, and fully by 1 July 2025.</a:t>
            </a:r>
            <a:endParaRPr lang="en-K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036283-A2F2-C77F-2EAB-5EFD29513E29}"/>
              </a:ext>
            </a:extLst>
          </p:cNvPr>
          <p:cNvSpPr txBox="1"/>
          <p:nvPr/>
        </p:nvSpPr>
        <p:spPr>
          <a:xfrm>
            <a:off x="10441793" y="3139096"/>
            <a:ext cx="908407" cy="3077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KR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2022</a:t>
            </a:r>
            <a:endParaRPr lang="en-KR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3CD8EF3-DFC9-A8F7-F32D-C55895480B50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7853946" y="3151964"/>
            <a:ext cx="0" cy="554073"/>
          </a:xfrm>
          <a:prstGeom prst="line">
            <a:avLst/>
          </a:prstGeom>
          <a:ln w="28575">
            <a:solidFill>
              <a:srgbClr val="FEB61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599091E-112F-F4C6-8DA0-474FE9AB1B89}"/>
              </a:ext>
            </a:extLst>
          </p:cNvPr>
          <p:cNvCxnSpPr>
            <a:cxnSpLocks/>
          </p:cNvCxnSpPr>
          <p:nvPr/>
        </p:nvCxnSpPr>
        <p:spPr>
          <a:xfrm>
            <a:off x="9450555" y="3687576"/>
            <a:ext cx="0" cy="372860"/>
          </a:xfrm>
          <a:prstGeom prst="line">
            <a:avLst/>
          </a:prstGeom>
          <a:ln w="28575">
            <a:solidFill>
              <a:srgbClr val="FEB61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67AA316-0B25-BE6B-504A-B05E4E5BFEAC}"/>
              </a:ext>
            </a:extLst>
          </p:cNvPr>
          <p:cNvCxnSpPr>
            <a:cxnSpLocks/>
          </p:cNvCxnSpPr>
          <p:nvPr/>
        </p:nvCxnSpPr>
        <p:spPr>
          <a:xfrm>
            <a:off x="4874035" y="3689690"/>
            <a:ext cx="0" cy="554073"/>
          </a:xfrm>
          <a:prstGeom prst="line">
            <a:avLst/>
          </a:prstGeom>
          <a:ln w="28575">
            <a:solidFill>
              <a:srgbClr val="6DCFF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8475601-32BC-E80D-41CE-2AB0BD1C5AB7}"/>
              </a:ext>
            </a:extLst>
          </p:cNvPr>
          <p:cNvCxnSpPr>
            <a:cxnSpLocks/>
          </p:cNvCxnSpPr>
          <p:nvPr/>
        </p:nvCxnSpPr>
        <p:spPr>
          <a:xfrm>
            <a:off x="2402920" y="3122048"/>
            <a:ext cx="0" cy="554073"/>
          </a:xfrm>
          <a:prstGeom prst="line">
            <a:avLst/>
          </a:prstGeom>
          <a:ln w="28575">
            <a:solidFill>
              <a:srgbClr val="16A2DB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323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3D765A-2582-E2BD-E925-989E10868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ADB has Announced its Ambition to Address Food Insecurity</a:t>
            </a:r>
            <a:endParaRPr lang="en-K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D1A7EC-29C0-D927-2095-E7522DB9921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690366BB-B52B-42A5-9F24-4DA9836010F7}" type="slidenum">
              <a:rPr lang="en-PH" smtClean="0"/>
              <a:t>4</a:t>
            </a:fld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686DA8-7B60-3D08-0C3D-EC4736F2283C}"/>
              </a:ext>
            </a:extLst>
          </p:cNvPr>
          <p:cNvSpPr txBox="1"/>
          <p:nvPr/>
        </p:nvSpPr>
        <p:spPr>
          <a:xfrm>
            <a:off x="555753" y="5650281"/>
            <a:ext cx="908407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KR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2019 </a:t>
            </a:r>
            <a:endParaRPr lang="en-KR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67A437-5B9A-A3CF-FAE3-33B78F54A3AE}"/>
              </a:ext>
            </a:extLst>
          </p:cNvPr>
          <p:cNvSpPr txBox="1"/>
          <p:nvPr/>
        </p:nvSpPr>
        <p:spPr>
          <a:xfrm>
            <a:off x="2087840" y="5128725"/>
            <a:ext cx="2537715" cy="954107"/>
          </a:xfrm>
          <a:prstGeom prst="rect">
            <a:avLst/>
          </a:prstGeom>
          <a:ln>
            <a:solidFill>
              <a:srgbClr val="16A2DB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2019: ADB announced Strategy 2030, which address food security as a key operational priority </a:t>
            </a:r>
            <a:endParaRPr lang="en-K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02398D-1A2B-EE66-D3C3-55EC43B67E72}"/>
              </a:ext>
            </a:extLst>
          </p:cNvPr>
          <p:cNvSpPr txBox="1"/>
          <p:nvPr/>
        </p:nvSpPr>
        <p:spPr>
          <a:xfrm>
            <a:off x="2105997" y="3077097"/>
            <a:ext cx="2537717" cy="98488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May 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2022: ADB, along with other MDBs, co-developed the “IFI Action Plan to address food insecurity”</a:t>
            </a:r>
            <a:endParaRPr lang="en-K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9F49B9-3861-C85B-3641-067F9D7141D1}"/>
              </a:ext>
            </a:extLst>
          </p:cNvPr>
          <p:cNvSpPr txBox="1"/>
          <p:nvPr/>
        </p:nvSpPr>
        <p:spPr>
          <a:xfrm>
            <a:off x="483924" y="4199737"/>
            <a:ext cx="908407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KR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2022</a:t>
            </a:r>
            <a:endParaRPr lang="en-KR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22686D4-83DA-3BFA-231C-9749DD1D43A5}"/>
              </a:ext>
            </a:extLst>
          </p:cNvPr>
          <p:cNvGrpSpPr/>
          <p:nvPr/>
        </p:nvGrpSpPr>
        <p:grpSpPr>
          <a:xfrm rot="10800000">
            <a:off x="1785078" y="1756140"/>
            <a:ext cx="6485" cy="4048030"/>
            <a:chOff x="1785078" y="1756140"/>
            <a:chExt cx="6485" cy="404803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F65E39F-DE6A-B759-BDF6-69146FE262E4}"/>
                </a:ext>
              </a:extLst>
            </p:cNvPr>
            <p:cNvCxnSpPr>
              <a:cxnSpLocks/>
            </p:cNvCxnSpPr>
            <p:nvPr/>
          </p:nvCxnSpPr>
          <p:spPr>
            <a:xfrm>
              <a:off x="1791563" y="1756140"/>
              <a:ext cx="0" cy="892495"/>
            </a:xfrm>
            <a:prstGeom prst="line">
              <a:avLst/>
            </a:prstGeom>
            <a:ln w="57150">
              <a:solidFill>
                <a:srgbClr val="0099D8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245B052-61ED-2CDE-EF73-A2E20E2F0C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91563" y="2636978"/>
              <a:ext cx="0" cy="536626"/>
            </a:xfrm>
            <a:prstGeom prst="line">
              <a:avLst/>
            </a:prstGeom>
            <a:ln w="57150">
              <a:solidFill>
                <a:srgbClr val="0099D8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03541BA-9B69-AD68-6013-D1860873EF87}"/>
                </a:ext>
              </a:extLst>
            </p:cNvPr>
            <p:cNvCxnSpPr>
              <a:cxnSpLocks/>
            </p:cNvCxnSpPr>
            <p:nvPr/>
          </p:nvCxnSpPr>
          <p:spPr>
            <a:xfrm>
              <a:off x="1785078" y="3206684"/>
              <a:ext cx="6484" cy="2597486"/>
            </a:xfrm>
            <a:prstGeom prst="line">
              <a:avLst/>
            </a:prstGeom>
            <a:ln w="57150">
              <a:solidFill>
                <a:srgbClr val="FEB615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673324A-A032-6743-349C-6CD5F387E74D}"/>
              </a:ext>
            </a:extLst>
          </p:cNvPr>
          <p:cNvSpPr txBox="1"/>
          <p:nvPr/>
        </p:nvSpPr>
        <p:spPr>
          <a:xfrm>
            <a:off x="2112293" y="1210135"/>
            <a:ext cx="2537717" cy="1600438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Sep 2022: ADB announced plans to provide at least $14 billion over 2022–2025 in a comprehensive program of support to ease a worsening food crisis in Asia and the Pacific</a:t>
            </a:r>
            <a:endParaRPr lang="en-K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036283-A2F2-C77F-2EAB-5EFD29513E29}"/>
              </a:ext>
            </a:extLst>
          </p:cNvPr>
          <p:cNvSpPr txBox="1"/>
          <p:nvPr/>
        </p:nvSpPr>
        <p:spPr>
          <a:xfrm>
            <a:off x="483924" y="1686063"/>
            <a:ext cx="908407" cy="3077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2023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8475601-32BC-E80D-41CE-2AB0BD1C5AB7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809754" y="5605779"/>
            <a:ext cx="278086" cy="0"/>
          </a:xfrm>
          <a:prstGeom prst="line">
            <a:avLst/>
          </a:prstGeom>
          <a:ln w="28575">
            <a:solidFill>
              <a:srgbClr val="16A2DB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2B2967-30D4-811E-C2AF-EEC3842569A9}"/>
              </a:ext>
            </a:extLst>
          </p:cNvPr>
          <p:cNvCxnSpPr>
            <a:cxnSpLocks/>
          </p:cNvCxnSpPr>
          <p:nvPr/>
        </p:nvCxnSpPr>
        <p:spPr>
          <a:xfrm>
            <a:off x="1821426" y="3587022"/>
            <a:ext cx="278086" cy="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8D199F5-EF37-AD36-E14B-9B5095A8A78F}"/>
              </a:ext>
            </a:extLst>
          </p:cNvPr>
          <p:cNvCxnSpPr>
            <a:cxnSpLocks/>
          </p:cNvCxnSpPr>
          <p:nvPr/>
        </p:nvCxnSpPr>
        <p:spPr>
          <a:xfrm>
            <a:off x="1827911" y="2111531"/>
            <a:ext cx="278086" cy="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C6479EC5-C5EC-C35A-D927-8074F554B70B}"/>
              </a:ext>
            </a:extLst>
          </p:cNvPr>
          <p:cNvSpPr/>
          <p:nvPr/>
        </p:nvSpPr>
        <p:spPr>
          <a:xfrm>
            <a:off x="5804170" y="1542494"/>
            <a:ext cx="5693924" cy="48138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>
              <a:solidFill>
                <a:schemeClr val="tx1"/>
              </a:solidFill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FB217798-09E5-AB48-95A9-FD037150829E}"/>
              </a:ext>
            </a:extLst>
          </p:cNvPr>
          <p:cNvSpPr/>
          <p:nvPr/>
        </p:nvSpPr>
        <p:spPr>
          <a:xfrm>
            <a:off x="4669654" y="1194008"/>
            <a:ext cx="1147485" cy="4914962"/>
          </a:xfrm>
          <a:custGeom>
            <a:avLst/>
            <a:gdLst>
              <a:gd name="connsiteX0" fmla="*/ 6485 w 1160834"/>
              <a:gd name="connsiteY0" fmla="*/ 2749685 h 4591455"/>
              <a:gd name="connsiteX1" fmla="*/ 0 w 1160834"/>
              <a:gd name="connsiteY1" fmla="*/ 4364476 h 4591455"/>
              <a:gd name="connsiteX2" fmla="*/ 1154349 w 1160834"/>
              <a:gd name="connsiteY2" fmla="*/ 4591455 h 4591455"/>
              <a:gd name="connsiteX3" fmla="*/ 1160834 w 1160834"/>
              <a:gd name="connsiteY3" fmla="*/ 0 h 4591455"/>
              <a:gd name="connsiteX4" fmla="*/ 6485 w 1160834"/>
              <a:gd name="connsiteY4" fmla="*/ 2749685 h 4591455"/>
              <a:gd name="connsiteX0" fmla="*/ 406 w 1164182"/>
              <a:gd name="connsiteY0" fmla="*/ 232113 h 5147021"/>
              <a:gd name="connsiteX1" fmla="*/ 3348 w 1164182"/>
              <a:gd name="connsiteY1" fmla="*/ 4920042 h 5147021"/>
              <a:gd name="connsiteX2" fmla="*/ 1157697 w 1164182"/>
              <a:gd name="connsiteY2" fmla="*/ 5147021 h 5147021"/>
              <a:gd name="connsiteX3" fmla="*/ 1164182 w 1164182"/>
              <a:gd name="connsiteY3" fmla="*/ 555566 h 5147021"/>
              <a:gd name="connsiteX4" fmla="*/ 406 w 1164182"/>
              <a:gd name="connsiteY4" fmla="*/ 232113 h 5147021"/>
              <a:gd name="connsiteX0" fmla="*/ 25339 w 1189115"/>
              <a:gd name="connsiteY0" fmla="*/ 232113 h 5147021"/>
              <a:gd name="connsiteX1" fmla="*/ 0 w 1189115"/>
              <a:gd name="connsiteY1" fmla="*/ 1762062 h 5147021"/>
              <a:gd name="connsiteX2" fmla="*/ 1182630 w 1189115"/>
              <a:gd name="connsiteY2" fmla="*/ 5147021 h 5147021"/>
              <a:gd name="connsiteX3" fmla="*/ 1189115 w 1189115"/>
              <a:gd name="connsiteY3" fmla="*/ 555566 h 5147021"/>
              <a:gd name="connsiteX4" fmla="*/ 25339 w 1189115"/>
              <a:gd name="connsiteY4" fmla="*/ 232113 h 5147021"/>
              <a:gd name="connsiteX0" fmla="*/ 25339 w 1189115"/>
              <a:gd name="connsiteY0" fmla="*/ 0 h 4914908"/>
              <a:gd name="connsiteX1" fmla="*/ 0 w 1189115"/>
              <a:gd name="connsiteY1" fmla="*/ 1529949 h 4914908"/>
              <a:gd name="connsiteX2" fmla="*/ 1182630 w 1189115"/>
              <a:gd name="connsiteY2" fmla="*/ 4914908 h 4914908"/>
              <a:gd name="connsiteX3" fmla="*/ 1189115 w 1189115"/>
              <a:gd name="connsiteY3" fmla="*/ 323453 h 4914908"/>
              <a:gd name="connsiteX4" fmla="*/ 25339 w 1189115"/>
              <a:gd name="connsiteY4" fmla="*/ 0 h 4914908"/>
              <a:gd name="connsiteX0" fmla="*/ 25339 w 1189115"/>
              <a:gd name="connsiteY0" fmla="*/ 53 h 4914961"/>
              <a:gd name="connsiteX1" fmla="*/ 0 w 1189115"/>
              <a:gd name="connsiteY1" fmla="*/ 1530002 h 4914961"/>
              <a:gd name="connsiteX2" fmla="*/ 1182630 w 1189115"/>
              <a:gd name="connsiteY2" fmla="*/ 4914961 h 4914961"/>
              <a:gd name="connsiteX3" fmla="*/ 1189115 w 1189115"/>
              <a:gd name="connsiteY3" fmla="*/ 323506 h 4914961"/>
              <a:gd name="connsiteX4" fmla="*/ 25339 w 1189115"/>
              <a:gd name="connsiteY4" fmla="*/ 53 h 4914961"/>
              <a:gd name="connsiteX0" fmla="*/ 25339 w 1189115"/>
              <a:gd name="connsiteY0" fmla="*/ 53 h 4914961"/>
              <a:gd name="connsiteX1" fmla="*/ 0 w 1189115"/>
              <a:gd name="connsiteY1" fmla="*/ 1530002 h 4914961"/>
              <a:gd name="connsiteX2" fmla="*/ 1182630 w 1189115"/>
              <a:gd name="connsiteY2" fmla="*/ 4914961 h 4914961"/>
              <a:gd name="connsiteX3" fmla="*/ 1189115 w 1189115"/>
              <a:gd name="connsiteY3" fmla="*/ 323506 h 4914961"/>
              <a:gd name="connsiteX4" fmla="*/ 25339 w 1189115"/>
              <a:gd name="connsiteY4" fmla="*/ 53 h 4914961"/>
              <a:gd name="connsiteX0" fmla="*/ 25339 w 1189115"/>
              <a:gd name="connsiteY0" fmla="*/ 18371 h 4933279"/>
              <a:gd name="connsiteX1" fmla="*/ 0 w 1189115"/>
              <a:gd name="connsiteY1" fmla="*/ 1548320 h 4933279"/>
              <a:gd name="connsiteX2" fmla="*/ 1182630 w 1189115"/>
              <a:gd name="connsiteY2" fmla="*/ 4933279 h 4933279"/>
              <a:gd name="connsiteX3" fmla="*/ 1189115 w 1189115"/>
              <a:gd name="connsiteY3" fmla="*/ 341824 h 4933279"/>
              <a:gd name="connsiteX4" fmla="*/ 905510 w 1189115"/>
              <a:gd name="connsiteY4" fmla="*/ 681389 h 4933279"/>
              <a:gd name="connsiteX5" fmla="*/ 25339 w 1189115"/>
              <a:gd name="connsiteY5" fmla="*/ 18371 h 4933279"/>
              <a:gd name="connsiteX0" fmla="*/ 25339 w 1189115"/>
              <a:gd name="connsiteY0" fmla="*/ 32168 h 4947076"/>
              <a:gd name="connsiteX1" fmla="*/ 0 w 1189115"/>
              <a:gd name="connsiteY1" fmla="*/ 1562117 h 4947076"/>
              <a:gd name="connsiteX2" fmla="*/ 1182630 w 1189115"/>
              <a:gd name="connsiteY2" fmla="*/ 4947076 h 4947076"/>
              <a:gd name="connsiteX3" fmla="*/ 1189115 w 1189115"/>
              <a:gd name="connsiteY3" fmla="*/ 355621 h 4947076"/>
              <a:gd name="connsiteX4" fmla="*/ 622706 w 1189115"/>
              <a:gd name="connsiteY4" fmla="*/ 327541 h 4947076"/>
              <a:gd name="connsiteX5" fmla="*/ 25339 w 1189115"/>
              <a:gd name="connsiteY5" fmla="*/ 32168 h 4947076"/>
              <a:gd name="connsiteX0" fmla="*/ 25339 w 1189115"/>
              <a:gd name="connsiteY0" fmla="*/ 32168 h 4947076"/>
              <a:gd name="connsiteX1" fmla="*/ 0 w 1189115"/>
              <a:gd name="connsiteY1" fmla="*/ 1562117 h 4947076"/>
              <a:gd name="connsiteX2" fmla="*/ 1182630 w 1189115"/>
              <a:gd name="connsiteY2" fmla="*/ 4947076 h 4947076"/>
              <a:gd name="connsiteX3" fmla="*/ 1189115 w 1189115"/>
              <a:gd name="connsiteY3" fmla="*/ 355621 h 4947076"/>
              <a:gd name="connsiteX4" fmla="*/ 622706 w 1189115"/>
              <a:gd name="connsiteY4" fmla="*/ 327541 h 4947076"/>
              <a:gd name="connsiteX5" fmla="*/ 25339 w 1189115"/>
              <a:gd name="connsiteY5" fmla="*/ 32168 h 4947076"/>
              <a:gd name="connsiteX0" fmla="*/ 25339 w 1189115"/>
              <a:gd name="connsiteY0" fmla="*/ 54 h 4914962"/>
              <a:gd name="connsiteX1" fmla="*/ 0 w 1189115"/>
              <a:gd name="connsiteY1" fmla="*/ 1530003 h 4914962"/>
              <a:gd name="connsiteX2" fmla="*/ 1182630 w 1189115"/>
              <a:gd name="connsiteY2" fmla="*/ 4914962 h 4914962"/>
              <a:gd name="connsiteX3" fmla="*/ 1189115 w 1189115"/>
              <a:gd name="connsiteY3" fmla="*/ 323507 h 4914962"/>
              <a:gd name="connsiteX4" fmla="*/ 622706 w 1189115"/>
              <a:gd name="connsiteY4" fmla="*/ 295427 h 4914962"/>
              <a:gd name="connsiteX5" fmla="*/ 25339 w 1189115"/>
              <a:gd name="connsiteY5" fmla="*/ 54 h 4914962"/>
              <a:gd name="connsiteX0" fmla="*/ 25339 w 1189115"/>
              <a:gd name="connsiteY0" fmla="*/ 54 h 4914962"/>
              <a:gd name="connsiteX1" fmla="*/ 0 w 1189115"/>
              <a:gd name="connsiteY1" fmla="*/ 1530003 h 4914962"/>
              <a:gd name="connsiteX2" fmla="*/ 1182630 w 1189115"/>
              <a:gd name="connsiteY2" fmla="*/ 4914962 h 4914962"/>
              <a:gd name="connsiteX3" fmla="*/ 1189115 w 1189115"/>
              <a:gd name="connsiteY3" fmla="*/ 323507 h 4914962"/>
              <a:gd name="connsiteX4" fmla="*/ 669840 w 1189115"/>
              <a:gd name="connsiteY4" fmla="*/ 201159 h 4914962"/>
              <a:gd name="connsiteX5" fmla="*/ 25339 w 1189115"/>
              <a:gd name="connsiteY5" fmla="*/ 54 h 491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9115" h="4914962">
                <a:moveTo>
                  <a:pt x="25339" y="54"/>
                </a:moveTo>
                <a:cubicBezTo>
                  <a:pt x="32604" y="-8436"/>
                  <a:pt x="2162" y="991739"/>
                  <a:pt x="0" y="1530003"/>
                </a:cubicBezTo>
                <a:lnTo>
                  <a:pt x="1182630" y="4914962"/>
                </a:lnTo>
                <a:cubicBezTo>
                  <a:pt x="1184792" y="3384477"/>
                  <a:pt x="1186953" y="1853992"/>
                  <a:pt x="1189115" y="323507"/>
                </a:cubicBezTo>
                <a:lnTo>
                  <a:pt x="669840" y="201159"/>
                </a:lnTo>
                <a:lnTo>
                  <a:pt x="25339" y="5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DC8F1BB-E541-C97B-AAA7-3DEB430D47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7988624"/>
              </p:ext>
            </p:extLst>
          </p:nvPr>
        </p:nvGraphicFramePr>
        <p:xfrm>
          <a:off x="6951654" y="4199737"/>
          <a:ext cx="3785475" cy="20879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8C0CB1E-A060-666B-5721-9B0B7888A8ED}"/>
              </a:ext>
            </a:extLst>
          </p:cNvPr>
          <p:cNvSpPr txBox="1"/>
          <p:nvPr/>
        </p:nvSpPr>
        <p:spPr>
          <a:xfrm>
            <a:off x="5804170" y="1993840"/>
            <a:ext cx="5693924" cy="190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marR="0" lvl="0" indent="-360000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 September 2022, ADB announced plans to provide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$14 billion over 2022-2025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to address food insecurity</a:t>
            </a:r>
          </a:p>
          <a:p>
            <a:pPr marL="360000" marR="0" lvl="0" indent="-360000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Addressing climate-smart agriculture and the broader issue of climate change- food- nature nexus is a major priority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marR="0" lvl="0" indent="-360000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Nearly half of all targeted investments are targeting climate-smart agriculture and broader climate adaptation and mitigation goals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7049CA-14A6-8D1C-5BF9-076E25B0FDFC}"/>
              </a:ext>
            </a:extLst>
          </p:cNvPr>
          <p:cNvSpPr txBox="1"/>
          <p:nvPr/>
        </p:nvSpPr>
        <p:spPr>
          <a:xfrm>
            <a:off x="6374863" y="1600816"/>
            <a:ext cx="4946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atin typeface="Arial" panose="020B0604020202020204" pitchFamily="34" charset="0"/>
                <a:cs typeface="Arial" panose="020B0604020202020204" pitchFamily="34" charset="0"/>
              </a:rPr>
              <a:t>ADB’s ambition for food security 2022-2025</a:t>
            </a:r>
          </a:p>
        </p:txBody>
      </p:sp>
    </p:spTree>
    <p:extLst>
      <p:ext uri="{BB962C8B-B14F-4D97-AF65-F5344CB8AC3E}">
        <p14:creationId xmlns:p14="http://schemas.microsoft.com/office/powerpoint/2010/main" val="1253737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00FD3E-E86F-5227-49CC-4FD9A9574F12}"/>
              </a:ext>
            </a:extLst>
          </p:cNvPr>
          <p:cNvSpPr/>
          <p:nvPr/>
        </p:nvSpPr>
        <p:spPr>
          <a:xfrm>
            <a:off x="6209907" y="1140643"/>
            <a:ext cx="5022131" cy="55988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3D765A-2582-E2BD-E925-989E10868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03" y="34925"/>
            <a:ext cx="11024171" cy="10080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Financing Policy Reforms in Agriculture Sector is Essential for Climate Resilience in the Developing World</a:t>
            </a:r>
            <a:endParaRPr lang="en-K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786078-0501-3D6F-B905-D46D23288EE5}"/>
              </a:ext>
            </a:extLst>
          </p:cNvPr>
          <p:cNvSpPr txBox="1"/>
          <p:nvPr/>
        </p:nvSpPr>
        <p:spPr>
          <a:xfrm>
            <a:off x="671660" y="1636890"/>
            <a:ext cx="502213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Several developing countries face structural issues at the nexus of agriculture and climate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ADB’s Policy-based lending (PBL) is an important mechanism of financing developing member country’s needs while supporting policy reform.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PBL are envisioned to be especially effective in supporting policy reforms at the nexus of climate change and agriculture.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PBL provide financial resources to help meet a country’s financing needs while supporting policy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reforms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that promote growth and poverty reduction. Funds are disbursed when evidence of the fulfillment of policy actions is provided. </a:t>
            </a:r>
            <a:endParaRPr lang="en-K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picture containing text, grass, screenshot&#10;&#10;Description automatically generated">
            <a:extLst>
              <a:ext uri="{FF2B5EF4-FFF2-40B4-BE49-F238E27FC236}">
                <a16:creationId xmlns:a16="http://schemas.microsoft.com/office/drawing/2014/main" id="{1A725CB5-3E73-969A-A623-1C450F17D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640" y="1214130"/>
            <a:ext cx="3984664" cy="37094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90613B-3C33-6FFE-5C7D-E1F10C56D762}"/>
              </a:ext>
            </a:extLst>
          </p:cNvPr>
          <p:cNvSpPr txBox="1"/>
          <p:nvPr/>
        </p:nvSpPr>
        <p:spPr>
          <a:xfrm>
            <a:off x="6410227" y="4923577"/>
            <a:ext cx="482181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Competitive and Inclusive Agriculture Development Program </a:t>
            </a:r>
          </a:p>
          <a:p>
            <a:pPr algn="ctr"/>
            <a:endParaRPr lang="en-US" sz="1400" b="1" i="0" dirty="0"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0" i="0" dirty="0">
                <a:solidFill>
                  <a:srgbClr val="333333"/>
                </a:solidFill>
                <a:effectLst/>
                <a:latin typeface="-apple-system"/>
              </a:rPr>
              <a:t>Through trade policy and regulatory framework reforms, the PBL </a:t>
            </a:r>
            <a:r>
              <a:rPr lang="en-US" sz="1400" dirty="0">
                <a:solidFill>
                  <a:srgbClr val="333333"/>
                </a:solidFill>
                <a:latin typeface="-apple-system"/>
              </a:rPr>
              <a:t>will support Philippines 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-apple-system"/>
              </a:rPr>
              <a:t>attain food security by building a competitive and inclusive agriculture sector that is characterized by improved efficiency, enhanced diversity, strengthened climate resilience, and higher farm incomes.</a:t>
            </a:r>
            <a:endParaRPr lang="en-KR" sz="1400" dirty="0"/>
          </a:p>
        </p:txBody>
      </p:sp>
    </p:spTree>
    <p:extLst>
      <p:ext uri="{BB962C8B-B14F-4D97-AF65-F5344CB8AC3E}">
        <p14:creationId xmlns:p14="http://schemas.microsoft.com/office/powerpoint/2010/main" val="3114118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3D765A-2582-E2BD-E925-989E10868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03" y="34925"/>
            <a:ext cx="11024171" cy="100800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Innovative Natural Capital Financing Facility (INCFF): Addressing the Food-Climate-Nature Nexus 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94230A-56A9-2EF4-A1B8-F414D0A03A9E}"/>
              </a:ext>
            </a:extLst>
          </p:cNvPr>
          <p:cNvSpPr txBox="1"/>
          <p:nvPr/>
        </p:nvSpPr>
        <p:spPr>
          <a:xfrm>
            <a:off x="554803" y="1750006"/>
            <a:ext cx="388244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atural capital (natural assets like land, forests, water, minerals, biodiversity and living things) accounts for over half  of global GDP,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40% of the natural capital has eroded over the past 20 years with food systems as the primary driver.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Asian Development Bank (ADB) recognizes the need  for technical, financial, and institutional solutions to address these challenges.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Investment in nature positive solutions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is needed to scale </a:t>
            </a:r>
            <a:r>
              <a:rPr lang="en-US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solutions that preserve and promote natural capital and create climate-resilient food systems.</a:t>
            </a:r>
          </a:p>
          <a:p>
            <a:endParaRPr lang="en-US" sz="1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6" name="Picture 55" descr="Graphical user interface&#10;&#10;Description automatically generated">
            <a:extLst>
              <a:ext uri="{FF2B5EF4-FFF2-40B4-BE49-F238E27FC236}">
                <a16:creationId xmlns:a16="http://schemas.microsoft.com/office/drawing/2014/main" id="{5C5E5A50-8000-E254-BBA3-9B10C6304D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696" y="2500080"/>
            <a:ext cx="6896501" cy="3513434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6B308FB8-28D1-41E2-F77B-82A113BB0ED5}"/>
              </a:ext>
            </a:extLst>
          </p:cNvPr>
          <p:cNvSpPr txBox="1"/>
          <p:nvPr/>
        </p:nvSpPr>
        <p:spPr>
          <a:xfrm>
            <a:off x="4740695" y="1576750"/>
            <a:ext cx="6896501" cy="923330"/>
          </a:xfrm>
          <a:prstGeom prst="rect">
            <a:avLst/>
          </a:prstGeom>
          <a:solidFill>
            <a:srgbClr val="0087C6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INCFF is a catalytic green blended finance facility designed to support projects with natural capital components in Asia and the Pacific.  It has three main pillars. </a:t>
            </a:r>
          </a:p>
        </p:txBody>
      </p:sp>
    </p:spTree>
    <p:extLst>
      <p:ext uri="{BB962C8B-B14F-4D97-AF65-F5344CB8AC3E}">
        <p14:creationId xmlns:p14="http://schemas.microsoft.com/office/powerpoint/2010/main" val="2243654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3D765A-2582-E2BD-E925-989E10868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03" y="34925"/>
            <a:ext cx="11024171" cy="10080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Stimulate Private Sector Participation in Promoting Climate-smart Agriculture Practices</a:t>
            </a:r>
            <a:endParaRPr lang="en-K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C2C59-57B6-BD33-2EEB-81D3A4622C4A}"/>
              </a:ext>
            </a:extLst>
          </p:cNvPr>
          <p:cNvSpPr txBox="1"/>
          <p:nvPr/>
        </p:nvSpPr>
        <p:spPr>
          <a:xfrm>
            <a:off x="570591" y="1700581"/>
            <a:ext cx="395944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4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Sustainability-Linked Loans (SLL)</a:t>
            </a:r>
            <a:r>
              <a:rPr lang="en-A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aim to facilitate and support environmentally and socially sustainable economic activity and growth.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AU" sz="1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SLLs enable a discount on the interest rate margin if the borrower achieves certain pre-determined annual sustainability objectives. </a:t>
            </a:r>
            <a:r>
              <a:rPr lang="en-AU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 SLL may also include a margin penalty if milestones are missed – as negotiated between the lender and the borrower.</a:t>
            </a:r>
            <a:endParaRPr lang="en-US" sz="14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AU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borrower and the lender agree on Key Performance Indicators (KPIs) that address relevant environmental, social, and /or governance (ESG) challenges of the industry or sector.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AU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KPI should be ambitious, representing a material improvement in the respective KPIs and be beyond a “business as usual” trajectory.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486109-7BEC-7250-4266-61D96D35B319}"/>
              </a:ext>
            </a:extLst>
          </p:cNvPr>
          <p:cNvSpPr/>
          <p:nvPr/>
        </p:nvSpPr>
        <p:spPr>
          <a:xfrm>
            <a:off x="5170850" y="1150268"/>
            <a:ext cx="6024771" cy="55988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FF946-BED6-E47A-501C-D6CD4593B07B}"/>
              </a:ext>
            </a:extLst>
          </p:cNvPr>
          <p:cNvSpPr txBox="1"/>
          <p:nvPr/>
        </p:nvSpPr>
        <p:spPr>
          <a:xfrm>
            <a:off x="5205806" y="3499156"/>
            <a:ext cx="58013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E2D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DSNG Climate-Resilient Community-Based Agroforestry Value Chain Project</a:t>
            </a:r>
            <a:endParaRPr lang="en-K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32BED0-EF84-579C-B340-17B16371B846}"/>
              </a:ext>
            </a:extLst>
          </p:cNvPr>
          <p:cNvSpPr txBox="1"/>
          <p:nvPr/>
        </p:nvSpPr>
        <p:spPr>
          <a:xfrm>
            <a:off x="5282583" y="4116627"/>
            <a:ext cx="58013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$15m Sustainability-Linked Loan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 DSNG, Indonesian leader in wood products and sustainable palm oil, to finance the expansion of DSNG’s processing capacity and increased procurement of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sengon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jabon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timber cultivated by smallholder farmers in agroforestry systems in Java.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9AC454-3092-7069-DA6C-52FAFBBD02D5}"/>
              </a:ext>
            </a:extLst>
          </p:cNvPr>
          <p:cNvSpPr txBox="1"/>
          <p:nvPr/>
        </p:nvSpPr>
        <p:spPr>
          <a:xfrm>
            <a:off x="5282583" y="5054967"/>
            <a:ext cx="54665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KPIs: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FSC forest management certification for farmers, requiring DSNG to support farmers to attain certifications that are highly aligned with climate resilience.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Farmer extension services aims to create farmer training in climate-smart agriculture into DSNG’s ongoing operations.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Water conservation seeks to prepare the farmers for the future challenge of reduced water supply. </a:t>
            </a:r>
            <a:endParaRPr lang="en-US" sz="12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17B5F6-9C06-35C8-E5EF-16675E3F035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58840" y="1304889"/>
            <a:ext cx="2445042" cy="20205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59352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3D765A-2582-E2BD-E925-989E10868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03" y="34925"/>
            <a:ext cx="11024171" cy="10080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Develop carbon markets that are tailored for region’s needs and sensitive to smallholder farmers</a:t>
            </a:r>
            <a:endParaRPr lang="en-K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8142FB-5402-29AC-8AB4-4CA70B8B800C}"/>
              </a:ext>
            </a:extLst>
          </p:cNvPr>
          <p:cNvSpPr/>
          <p:nvPr/>
        </p:nvSpPr>
        <p:spPr>
          <a:xfrm>
            <a:off x="9028497" y="1645920"/>
            <a:ext cx="1588168" cy="673768"/>
          </a:xfrm>
          <a:prstGeom prst="rect">
            <a:avLst/>
          </a:prstGeom>
          <a:solidFill>
            <a:srgbClr val="C8DA2A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dirty="0">
                <a:latin typeface="Arial" panose="020B0604020202020204" pitchFamily="34" charset="0"/>
                <a:cs typeface="Arial" panose="020B0604020202020204" pitchFamily="34" charset="0"/>
              </a:rPr>
              <a:t>Smallholder farmers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5C0668-C0A7-7AF6-EA6A-9262AE219378}"/>
              </a:ext>
            </a:extLst>
          </p:cNvPr>
          <p:cNvSpPr/>
          <p:nvPr/>
        </p:nvSpPr>
        <p:spPr>
          <a:xfrm>
            <a:off x="9028497" y="3429000"/>
            <a:ext cx="1588168" cy="673768"/>
          </a:xfrm>
          <a:prstGeom prst="rect">
            <a:avLst/>
          </a:prstGeom>
          <a:solidFill>
            <a:srgbClr val="68C5EB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dirty="0">
                <a:latin typeface="Arial" panose="020B0604020202020204" pitchFamily="34" charset="0"/>
                <a:cs typeface="Arial" panose="020B0604020202020204" pitchFamily="34" charset="0"/>
              </a:rPr>
              <a:t>Carbon Markets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607D60-0065-502E-4D6D-ED48D300F88C}"/>
              </a:ext>
            </a:extLst>
          </p:cNvPr>
          <p:cNvSpPr/>
          <p:nvPr/>
        </p:nvSpPr>
        <p:spPr>
          <a:xfrm>
            <a:off x="9028497" y="5212080"/>
            <a:ext cx="1588168" cy="673768"/>
          </a:xfrm>
          <a:prstGeom prst="rect">
            <a:avLst/>
          </a:prstGeom>
          <a:solidFill>
            <a:srgbClr val="0087C6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dirty="0">
                <a:latin typeface="Arial" panose="020B0604020202020204" pitchFamily="34" charset="0"/>
                <a:cs typeface="Arial" panose="020B0604020202020204" pitchFamily="34" charset="0"/>
              </a:rPr>
              <a:t>Investors, Offtakers ..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AA90FD-F7F5-ECD2-4D97-F3A5F89A72DE}"/>
              </a:ext>
            </a:extLst>
          </p:cNvPr>
          <p:cNvCxnSpPr>
            <a:cxnSpLocks/>
          </p:cNvCxnSpPr>
          <p:nvPr/>
        </p:nvCxnSpPr>
        <p:spPr>
          <a:xfrm>
            <a:off x="9630076" y="2319688"/>
            <a:ext cx="0" cy="110931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EB0405A-828E-FB28-6148-99B97C0FCA4C}"/>
              </a:ext>
            </a:extLst>
          </p:cNvPr>
          <p:cNvCxnSpPr>
            <a:cxnSpLocks/>
          </p:cNvCxnSpPr>
          <p:nvPr/>
        </p:nvCxnSpPr>
        <p:spPr>
          <a:xfrm>
            <a:off x="10003857" y="2319688"/>
            <a:ext cx="0" cy="1109312"/>
          </a:xfrm>
          <a:prstGeom prst="straightConnector1">
            <a:avLst/>
          </a:prstGeom>
          <a:ln w="28575">
            <a:solidFill>
              <a:srgbClr val="0070C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26B220-2495-A8D5-77CD-4B597811C1D8}"/>
              </a:ext>
            </a:extLst>
          </p:cNvPr>
          <p:cNvCxnSpPr>
            <a:cxnSpLocks/>
          </p:cNvCxnSpPr>
          <p:nvPr/>
        </p:nvCxnSpPr>
        <p:spPr>
          <a:xfrm>
            <a:off x="9630076" y="4102768"/>
            <a:ext cx="0" cy="110931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8615BF-1EBB-D085-BF67-F1A41475BB59}"/>
              </a:ext>
            </a:extLst>
          </p:cNvPr>
          <p:cNvCxnSpPr>
            <a:cxnSpLocks/>
          </p:cNvCxnSpPr>
          <p:nvPr/>
        </p:nvCxnSpPr>
        <p:spPr>
          <a:xfrm>
            <a:off x="10003857" y="4102768"/>
            <a:ext cx="0" cy="1109312"/>
          </a:xfrm>
          <a:prstGeom prst="straightConnector1">
            <a:avLst/>
          </a:prstGeom>
          <a:ln w="28575">
            <a:solidFill>
              <a:srgbClr val="0070C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5C41936-756C-D405-27E7-6CCFFFF238EE}"/>
              </a:ext>
            </a:extLst>
          </p:cNvPr>
          <p:cNvSpPr txBox="1"/>
          <p:nvPr/>
        </p:nvSpPr>
        <p:spPr>
          <a:xfrm>
            <a:off x="10159418" y="270553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Arial" panose="020B0604020202020204" pitchFamily="34" charset="0"/>
                <a:cs typeface="Arial" panose="020B0604020202020204" pitchFamily="34" charset="0"/>
              </a:rPr>
              <a:t>$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36EBC4-6585-A62E-E62D-BF23A2D04091}"/>
              </a:ext>
            </a:extLst>
          </p:cNvPr>
          <p:cNvSpPr txBox="1"/>
          <p:nvPr/>
        </p:nvSpPr>
        <p:spPr>
          <a:xfrm>
            <a:off x="10159418" y="445690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Arial" panose="020B0604020202020204" pitchFamily="34" charset="0"/>
                <a:cs typeface="Arial" panose="020B0604020202020204" pitchFamily="34" charset="0"/>
              </a:rPr>
              <a:t>$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46ACA4-9E58-3A79-F87F-4222B7DDA836}"/>
              </a:ext>
            </a:extLst>
          </p:cNvPr>
          <p:cNvSpPr txBox="1"/>
          <p:nvPr/>
        </p:nvSpPr>
        <p:spPr>
          <a:xfrm>
            <a:off x="1010423" y="1461254"/>
            <a:ext cx="7142175" cy="369332"/>
          </a:xfrm>
          <a:prstGeom prst="rect">
            <a:avLst/>
          </a:prstGeom>
          <a:solidFill>
            <a:srgbClr val="6DCFF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KR" dirty="0">
                <a:latin typeface="Arial" panose="020B0604020202020204" pitchFamily="34" charset="0"/>
                <a:cs typeface="Arial" panose="020B0604020202020204" pitchFamily="34" charset="0"/>
              </a:rPr>
              <a:t>Framing the ideal carbon market for Asia and the Pacific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678DD2-F0BD-0EC9-4417-860C593392A8}"/>
              </a:ext>
            </a:extLst>
          </p:cNvPr>
          <p:cNvSpPr txBox="1"/>
          <p:nvPr/>
        </p:nvSpPr>
        <p:spPr>
          <a:xfrm>
            <a:off x="1010423" y="1929289"/>
            <a:ext cx="7405259" cy="1518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indent="-285750">
              <a:lnSpc>
                <a:spcPts val="1614"/>
              </a:lnSpc>
              <a:spcBef>
                <a:spcPts val="434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99415" algn="l"/>
                <a:tab pos="400050" algn="l"/>
              </a:tabLst>
            </a:pPr>
            <a:r>
              <a:rPr lang="en-US" sz="1400" spc="20" dirty="0"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  <a:r>
              <a:rPr lang="en-US" sz="14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35" dirty="0">
                <a:latin typeface="Arial" panose="020B0604020202020204" pitchFamily="34" charset="0"/>
                <a:cs typeface="Arial" panose="020B0604020202020204" pitchFamily="34" charset="0"/>
              </a:rPr>
              <a:t>must</a:t>
            </a:r>
            <a:r>
              <a:rPr lang="en-US" sz="14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5" dirty="0">
                <a:latin typeface="Arial" panose="020B0604020202020204" pitchFamily="34" charset="0"/>
                <a:cs typeface="Arial" panose="020B0604020202020204" pitchFamily="34" charset="0"/>
              </a:rPr>
              <a:t>bring</a:t>
            </a:r>
            <a:r>
              <a:rPr lang="en-US" sz="14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35" dirty="0">
                <a:latin typeface="Arial" panose="020B0604020202020204" pitchFamily="34" charset="0"/>
                <a:cs typeface="Arial" panose="020B0604020202020204" pitchFamily="34" charset="0"/>
              </a:rPr>
              <a:t>maximum</a:t>
            </a:r>
            <a:r>
              <a:rPr lang="en-US" sz="14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0" dirty="0">
                <a:latin typeface="Arial" panose="020B0604020202020204" pitchFamily="34" charset="0"/>
                <a:cs typeface="Arial" panose="020B0604020202020204" pitchFamily="34" charset="0"/>
              </a:rPr>
              <a:t>social,</a:t>
            </a:r>
            <a:r>
              <a:rPr lang="en-US" sz="14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5" dirty="0">
                <a:latin typeface="Arial" panose="020B0604020202020204" pitchFamily="34" charset="0"/>
                <a:cs typeface="Arial" panose="020B0604020202020204" pitchFamily="34" charset="0"/>
              </a:rPr>
              <a:t>environmental</a:t>
            </a:r>
            <a:r>
              <a:rPr lang="en-US" sz="14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35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14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10" dirty="0">
                <a:latin typeface="Arial" panose="020B0604020202020204" pitchFamily="34" charset="0"/>
                <a:cs typeface="Arial" panose="020B0604020202020204" pitchFamily="34" charset="0"/>
              </a:rPr>
              <a:t>economic</a:t>
            </a:r>
            <a:r>
              <a:rPr lang="en-US" sz="14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0" dirty="0">
                <a:latin typeface="Arial" panose="020B0604020202020204" pitchFamily="34" charset="0"/>
                <a:cs typeface="Arial" panose="020B0604020202020204" pitchFamily="34" charset="0"/>
              </a:rPr>
              <a:t>benefits</a:t>
            </a:r>
            <a:r>
              <a:rPr lang="en-US" sz="14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4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en-US" sz="14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15" dirty="0">
                <a:latin typeface="Arial" panose="020B0604020202020204" pitchFamily="34" charset="0"/>
                <a:cs typeface="Arial" panose="020B0604020202020204" pitchFamily="34" charset="0"/>
              </a:rPr>
              <a:t>leveraging</a:t>
            </a:r>
            <a:r>
              <a:rPr lang="en-US" sz="14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30" dirty="0">
                <a:latin typeface="Arial" panose="020B0604020202020204" pitchFamily="34" charset="0"/>
                <a:cs typeface="Arial" panose="020B0604020202020204" pitchFamily="34" charset="0"/>
              </a:rPr>
              <a:t>VCMs,</a:t>
            </a:r>
            <a:r>
              <a:rPr lang="en-US" sz="14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5" dirty="0">
                <a:latin typeface="Arial" panose="020B0604020202020204" pitchFamily="34" charset="0"/>
                <a:cs typeface="Arial" panose="020B0604020202020204" pitchFamily="34" charset="0"/>
              </a:rPr>
              <a:t>following</a:t>
            </a:r>
            <a:r>
              <a:rPr lang="en-US" sz="1400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u="sng" spc="-25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fair</a:t>
            </a:r>
            <a:r>
              <a:rPr lang="en-US" sz="14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35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u="sng" spc="-20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u="sng" spc="30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sz="1400" u="sng" spc="20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1400" u="sng" spc="-55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u="sng" spc="-60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400" u="sng" spc="60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400" u="sng" spc="-50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1400" u="sng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en-US" sz="1400" u="sng" spc="-35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u="sng" spc="10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1400" u="sng" spc="-10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u="sng" spc="15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400" u="sng" spc="-5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u="sng" spc="25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400" u="sng" spc="-55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u="sng" spc="-60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400" u="sng" spc="135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400" u="sng" spc="75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400" u="sng" spc="30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1400" u="sng" spc="60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400" u="sng" spc="-5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1400" u="sng" spc="-55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u="sng" spc="30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400" u="sng" spc="95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z="1400" u="sng" spc="-110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u="sng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u="sng" spc="20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1400" u="sng" spc="-55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u="sng" spc="15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400" u="sng" spc="20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400" u="sng" spc="-55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u="sng" spc="-50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u="sng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99415" algn="l"/>
                <a:tab pos="400050" algn="l"/>
              </a:tabLst>
            </a:pPr>
            <a:r>
              <a:rPr lang="en-US" sz="1400" spc="15" dirty="0"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  <a:r>
              <a:rPr lang="en-US" sz="1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35" dirty="0">
                <a:latin typeface="Arial" panose="020B0604020202020204" pitchFamily="34" charset="0"/>
                <a:cs typeface="Arial" panose="020B0604020202020204" pitchFamily="34" charset="0"/>
              </a:rPr>
              <a:t>must</a:t>
            </a:r>
            <a:r>
              <a:rPr lang="en-US" sz="14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10"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en-US" sz="14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u="sng" spc="5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farmer-centric</a:t>
            </a:r>
            <a:r>
              <a:rPr lang="en-US" sz="1400" spc="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14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u="sng" spc="5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versatile</a:t>
            </a:r>
            <a:r>
              <a:rPr lang="en-US" sz="14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5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integrate</a:t>
            </a:r>
            <a:r>
              <a:rPr lang="en-US" sz="14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5" dirty="0"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r>
              <a:rPr lang="en-US" sz="14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0" dirty="0">
                <a:latin typeface="Arial" panose="020B0604020202020204" pitchFamily="34" charset="0"/>
                <a:cs typeface="Arial" panose="020B0604020202020204" pitchFamily="34" charset="0"/>
              </a:rPr>
              <a:t>externalities</a:t>
            </a:r>
            <a:r>
              <a:rPr lang="en-US" sz="14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95" dirty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15" dirty="0">
                <a:latin typeface="Arial" panose="020B0604020202020204" pitchFamily="34" charset="0"/>
                <a:cs typeface="Arial" panose="020B0604020202020204" pitchFamily="34" charset="0"/>
              </a:rPr>
              <a:t>innovations,</a:t>
            </a:r>
            <a:r>
              <a:rPr lang="en-US" sz="1400" spc="-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35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u="sng" spc="20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forward-thinking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42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99415" algn="l"/>
                <a:tab pos="400050" algn="l"/>
              </a:tabLst>
            </a:pPr>
            <a:r>
              <a:rPr lang="en-US" sz="1400" spc="-5" dirty="0">
                <a:latin typeface="Arial" panose="020B0604020202020204" pitchFamily="34" charset="0"/>
                <a:cs typeface="Arial" panose="020B0604020202020204" pitchFamily="34" charset="0"/>
              </a:rPr>
              <a:t>Contribute</a:t>
            </a:r>
            <a:r>
              <a:rPr lang="en-US" sz="14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sz="14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15" dirty="0">
                <a:latin typeface="Arial" panose="020B0604020202020204" pitchFamily="34" charset="0"/>
                <a:cs typeface="Arial" panose="020B0604020202020204" pitchFamily="34" charset="0"/>
              </a:rPr>
              <a:t>strengthening</a:t>
            </a:r>
            <a:r>
              <a:rPr lang="en-US" sz="14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u="sng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agricultural</a:t>
            </a:r>
            <a:r>
              <a:rPr lang="en-US" sz="1400" u="sng" spc="-120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u="sng" spc="20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supply</a:t>
            </a:r>
            <a:r>
              <a:rPr lang="en-US" sz="1400" u="sng" spc="-15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u="sng" spc="20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chains</a:t>
            </a:r>
            <a:r>
              <a:rPr lang="en-US" sz="1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95" dirty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en-US" sz="14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15" dirty="0">
                <a:latin typeface="Arial" panose="020B0604020202020204" pitchFamily="34" charset="0"/>
                <a:cs typeface="Arial" panose="020B0604020202020204" pitchFamily="34" charset="0"/>
              </a:rPr>
              <a:t>fostering</a:t>
            </a:r>
            <a:r>
              <a:rPr lang="en-US" sz="1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u="sng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rural</a:t>
            </a:r>
            <a:r>
              <a:rPr lang="en-US" sz="1400" u="sng" spc="-85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u="sng" spc="10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development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99415" algn="l"/>
                <a:tab pos="400050" algn="l"/>
              </a:tabLst>
            </a:pPr>
            <a:r>
              <a:rPr lang="en-US" sz="1400" spc="-10" dirty="0">
                <a:latin typeface="Arial" panose="020B0604020202020204" pitchFamily="34" charset="0"/>
                <a:cs typeface="Arial" panose="020B0604020202020204" pitchFamily="34" charset="0"/>
              </a:rPr>
              <a:t>Provide </a:t>
            </a:r>
            <a:r>
              <a:rPr lang="en-US" sz="1400" spc="-5" dirty="0">
                <a:latin typeface="Arial" panose="020B0604020202020204" pitchFamily="34" charset="0"/>
                <a:cs typeface="Arial" panose="020B0604020202020204" pitchFamily="34" charset="0"/>
              </a:rPr>
              <a:t>additional</a:t>
            </a:r>
            <a:r>
              <a:rPr lang="en-US" sz="14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u="sng" spc="25" dirty="0">
                <a:uFill>
                  <a:solidFill>
                    <a:srgbClr val="486C6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economic opportunities in the rural economy.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DE8177-98F7-7889-58C9-3E62D6634DF9}"/>
              </a:ext>
            </a:extLst>
          </p:cNvPr>
          <p:cNvSpPr txBox="1"/>
          <p:nvPr/>
        </p:nvSpPr>
        <p:spPr>
          <a:xfrm>
            <a:off x="1010423" y="3765884"/>
            <a:ext cx="7142175" cy="369332"/>
          </a:xfrm>
          <a:prstGeom prst="rect">
            <a:avLst/>
          </a:prstGeom>
          <a:solidFill>
            <a:srgbClr val="6DCFF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KR" dirty="0">
                <a:latin typeface="Arial" panose="020B0604020202020204" pitchFamily="34" charset="0"/>
                <a:cs typeface="Arial" panose="020B0604020202020204" pitchFamily="34" charset="0"/>
              </a:rPr>
              <a:t>Potential for Voluntary Carbon Markets (VCM) </a:t>
            </a:r>
          </a:p>
        </p:txBody>
      </p:sp>
      <p:sp>
        <p:nvSpPr>
          <p:cNvPr id="56" name="object 2">
            <a:extLst>
              <a:ext uri="{FF2B5EF4-FFF2-40B4-BE49-F238E27FC236}">
                <a16:creationId xmlns:a16="http://schemas.microsoft.com/office/drawing/2014/main" id="{AD5023C7-F55E-63F1-33C8-F1C667ACE7EC}"/>
              </a:ext>
            </a:extLst>
          </p:cNvPr>
          <p:cNvSpPr/>
          <p:nvPr/>
        </p:nvSpPr>
        <p:spPr>
          <a:xfrm>
            <a:off x="3770171" y="5294630"/>
            <a:ext cx="177800" cy="95250"/>
          </a:xfrm>
          <a:custGeom>
            <a:avLst/>
            <a:gdLst/>
            <a:ahLst/>
            <a:cxnLst/>
            <a:rect l="l" t="t" r="r" b="b"/>
            <a:pathLst>
              <a:path w="177800" h="95250">
                <a:moveTo>
                  <a:pt x="177800" y="0"/>
                </a:moveTo>
                <a:lnTo>
                  <a:pt x="0" y="0"/>
                </a:lnTo>
                <a:lnTo>
                  <a:pt x="0" y="95250"/>
                </a:lnTo>
                <a:lnTo>
                  <a:pt x="177800" y="95250"/>
                </a:lnTo>
                <a:lnTo>
                  <a:pt x="177800" y="0"/>
                </a:lnTo>
                <a:close/>
              </a:path>
            </a:pathLst>
          </a:custGeom>
          <a:solidFill>
            <a:srgbClr val="B3C1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3">
            <a:extLst>
              <a:ext uri="{FF2B5EF4-FFF2-40B4-BE49-F238E27FC236}">
                <a16:creationId xmlns:a16="http://schemas.microsoft.com/office/drawing/2014/main" id="{0A979714-5289-1957-610C-CAEEEDF16E12}"/>
              </a:ext>
            </a:extLst>
          </p:cNvPr>
          <p:cNvSpPr/>
          <p:nvPr/>
        </p:nvSpPr>
        <p:spPr>
          <a:xfrm>
            <a:off x="4386121" y="5224780"/>
            <a:ext cx="177800" cy="165100"/>
          </a:xfrm>
          <a:custGeom>
            <a:avLst/>
            <a:gdLst/>
            <a:ahLst/>
            <a:cxnLst/>
            <a:rect l="l" t="t" r="r" b="b"/>
            <a:pathLst>
              <a:path w="177800" h="165100">
                <a:moveTo>
                  <a:pt x="177800" y="0"/>
                </a:moveTo>
                <a:lnTo>
                  <a:pt x="0" y="0"/>
                </a:lnTo>
                <a:lnTo>
                  <a:pt x="0" y="165100"/>
                </a:lnTo>
                <a:lnTo>
                  <a:pt x="177800" y="165100"/>
                </a:lnTo>
                <a:lnTo>
                  <a:pt x="177800" y="0"/>
                </a:lnTo>
                <a:close/>
              </a:path>
            </a:pathLst>
          </a:custGeom>
          <a:solidFill>
            <a:srgbClr val="B3C1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4">
            <a:extLst>
              <a:ext uri="{FF2B5EF4-FFF2-40B4-BE49-F238E27FC236}">
                <a16:creationId xmlns:a16="http://schemas.microsoft.com/office/drawing/2014/main" id="{5093C0A2-4E2F-6B60-CC5E-74DCC894FADD}"/>
              </a:ext>
            </a:extLst>
          </p:cNvPr>
          <p:cNvSpPr/>
          <p:nvPr/>
        </p:nvSpPr>
        <p:spPr>
          <a:xfrm>
            <a:off x="5002071" y="5193030"/>
            <a:ext cx="177800" cy="196850"/>
          </a:xfrm>
          <a:custGeom>
            <a:avLst/>
            <a:gdLst/>
            <a:ahLst/>
            <a:cxnLst/>
            <a:rect l="l" t="t" r="r" b="b"/>
            <a:pathLst>
              <a:path w="177800" h="196850">
                <a:moveTo>
                  <a:pt x="177800" y="0"/>
                </a:moveTo>
                <a:lnTo>
                  <a:pt x="0" y="0"/>
                </a:lnTo>
                <a:lnTo>
                  <a:pt x="0" y="196850"/>
                </a:lnTo>
                <a:lnTo>
                  <a:pt x="177800" y="196850"/>
                </a:lnTo>
                <a:lnTo>
                  <a:pt x="177800" y="0"/>
                </a:lnTo>
                <a:close/>
              </a:path>
            </a:pathLst>
          </a:custGeom>
          <a:solidFill>
            <a:srgbClr val="B3C1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">
            <a:extLst>
              <a:ext uri="{FF2B5EF4-FFF2-40B4-BE49-F238E27FC236}">
                <a16:creationId xmlns:a16="http://schemas.microsoft.com/office/drawing/2014/main" id="{6B17978A-C6FE-4A7E-C7E8-8BE636D463C7}"/>
              </a:ext>
            </a:extLst>
          </p:cNvPr>
          <p:cNvSpPr/>
          <p:nvPr/>
        </p:nvSpPr>
        <p:spPr>
          <a:xfrm>
            <a:off x="5618021" y="5021580"/>
            <a:ext cx="177800" cy="368300"/>
          </a:xfrm>
          <a:custGeom>
            <a:avLst/>
            <a:gdLst/>
            <a:ahLst/>
            <a:cxnLst/>
            <a:rect l="l" t="t" r="r" b="b"/>
            <a:pathLst>
              <a:path w="177800" h="368300">
                <a:moveTo>
                  <a:pt x="177800" y="0"/>
                </a:moveTo>
                <a:lnTo>
                  <a:pt x="0" y="0"/>
                </a:lnTo>
                <a:lnTo>
                  <a:pt x="0" y="368300"/>
                </a:lnTo>
                <a:lnTo>
                  <a:pt x="177800" y="368300"/>
                </a:lnTo>
                <a:lnTo>
                  <a:pt x="177800" y="0"/>
                </a:lnTo>
                <a:close/>
              </a:path>
            </a:pathLst>
          </a:custGeom>
          <a:solidFill>
            <a:srgbClr val="B3C1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">
            <a:extLst>
              <a:ext uri="{FF2B5EF4-FFF2-40B4-BE49-F238E27FC236}">
                <a16:creationId xmlns:a16="http://schemas.microsoft.com/office/drawing/2014/main" id="{7EC59A73-4C91-4682-A957-108A3E0BB75F}"/>
              </a:ext>
            </a:extLst>
          </p:cNvPr>
          <p:cNvSpPr/>
          <p:nvPr/>
        </p:nvSpPr>
        <p:spPr>
          <a:xfrm>
            <a:off x="6240321" y="4907280"/>
            <a:ext cx="171450" cy="482600"/>
          </a:xfrm>
          <a:custGeom>
            <a:avLst/>
            <a:gdLst/>
            <a:ahLst/>
            <a:cxnLst/>
            <a:rect l="l" t="t" r="r" b="b"/>
            <a:pathLst>
              <a:path w="171450" h="482600">
                <a:moveTo>
                  <a:pt x="171450" y="0"/>
                </a:moveTo>
                <a:lnTo>
                  <a:pt x="0" y="0"/>
                </a:lnTo>
                <a:lnTo>
                  <a:pt x="0" y="482600"/>
                </a:lnTo>
                <a:lnTo>
                  <a:pt x="171450" y="482600"/>
                </a:lnTo>
                <a:lnTo>
                  <a:pt x="171450" y="0"/>
                </a:lnTo>
                <a:close/>
              </a:path>
            </a:pathLst>
          </a:custGeom>
          <a:solidFill>
            <a:srgbClr val="B3C1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7">
            <a:extLst>
              <a:ext uri="{FF2B5EF4-FFF2-40B4-BE49-F238E27FC236}">
                <a16:creationId xmlns:a16="http://schemas.microsoft.com/office/drawing/2014/main" id="{0FB55782-B3C7-3C25-5BF8-BA5CAD0D1E03}"/>
              </a:ext>
            </a:extLst>
          </p:cNvPr>
          <p:cNvSpPr/>
          <p:nvPr/>
        </p:nvSpPr>
        <p:spPr>
          <a:xfrm>
            <a:off x="6856271" y="4481830"/>
            <a:ext cx="171450" cy="908050"/>
          </a:xfrm>
          <a:custGeom>
            <a:avLst/>
            <a:gdLst/>
            <a:ahLst/>
            <a:cxnLst/>
            <a:rect l="l" t="t" r="r" b="b"/>
            <a:pathLst>
              <a:path w="171450" h="908050">
                <a:moveTo>
                  <a:pt x="171450" y="0"/>
                </a:moveTo>
                <a:lnTo>
                  <a:pt x="0" y="0"/>
                </a:lnTo>
                <a:lnTo>
                  <a:pt x="0" y="908050"/>
                </a:lnTo>
                <a:lnTo>
                  <a:pt x="171450" y="908050"/>
                </a:lnTo>
                <a:lnTo>
                  <a:pt x="171450" y="0"/>
                </a:lnTo>
                <a:close/>
              </a:path>
            </a:pathLst>
          </a:custGeom>
          <a:solidFill>
            <a:srgbClr val="B3C1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8">
            <a:extLst>
              <a:ext uri="{FF2B5EF4-FFF2-40B4-BE49-F238E27FC236}">
                <a16:creationId xmlns:a16="http://schemas.microsoft.com/office/drawing/2014/main" id="{EFD057B4-50E9-CAFF-421C-C8CE941C388C}"/>
              </a:ext>
            </a:extLst>
          </p:cNvPr>
          <p:cNvSpPr/>
          <p:nvPr/>
        </p:nvSpPr>
        <p:spPr>
          <a:xfrm>
            <a:off x="7472221" y="4672330"/>
            <a:ext cx="177800" cy="717550"/>
          </a:xfrm>
          <a:custGeom>
            <a:avLst/>
            <a:gdLst/>
            <a:ahLst/>
            <a:cxnLst/>
            <a:rect l="l" t="t" r="r" b="b"/>
            <a:pathLst>
              <a:path w="177800" h="717550">
                <a:moveTo>
                  <a:pt x="177800" y="0"/>
                </a:moveTo>
                <a:lnTo>
                  <a:pt x="0" y="0"/>
                </a:lnTo>
                <a:lnTo>
                  <a:pt x="0" y="717550"/>
                </a:lnTo>
                <a:lnTo>
                  <a:pt x="177800" y="717550"/>
                </a:lnTo>
                <a:lnTo>
                  <a:pt x="177800" y="0"/>
                </a:lnTo>
                <a:close/>
              </a:path>
            </a:pathLst>
          </a:custGeom>
          <a:solidFill>
            <a:srgbClr val="B3C1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9">
            <a:extLst>
              <a:ext uri="{FF2B5EF4-FFF2-40B4-BE49-F238E27FC236}">
                <a16:creationId xmlns:a16="http://schemas.microsoft.com/office/drawing/2014/main" id="{C3BEC9D4-F943-0567-3353-153DEB0DE3DE}"/>
              </a:ext>
            </a:extLst>
          </p:cNvPr>
          <p:cNvSpPr/>
          <p:nvPr/>
        </p:nvSpPr>
        <p:spPr>
          <a:xfrm>
            <a:off x="3947971" y="5300980"/>
            <a:ext cx="171450" cy="88900"/>
          </a:xfrm>
          <a:custGeom>
            <a:avLst/>
            <a:gdLst/>
            <a:ahLst/>
            <a:cxnLst/>
            <a:rect l="l" t="t" r="r" b="b"/>
            <a:pathLst>
              <a:path w="171450" h="88900">
                <a:moveTo>
                  <a:pt x="171450" y="0"/>
                </a:moveTo>
                <a:lnTo>
                  <a:pt x="0" y="0"/>
                </a:lnTo>
                <a:lnTo>
                  <a:pt x="0" y="88900"/>
                </a:lnTo>
                <a:lnTo>
                  <a:pt x="171450" y="88900"/>
                </a:lnTo>
                <a:lnTo>
                  <a:pt x="171450" y="0"/>
                </a:lnTo>
                <a:close/>
              </a:path>
            </a:pathLst>
          </a:custGeom>
          <a:solidFill>
            <a:srgbClr val="DA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10">
            <a:extLst>
              <a:ext uri="{FF2B5EF4-FFF2-40B4-BE49-F238E27FC236}">
                <a16:creationId xmlns:a16="http://schemas.microsoft.com/office/drawing/2014/main" id="{230A7847-56B9-0062-D74E-1C5837FA6AFB}"/>
              </a:ext>
            </a:extLst>
          </p:cNvPr>
          <p:cNvSpPr/>
          <p:nvPr/>
        </p:nvSpPr>
        <p:spPr>
          <a:xfrm>
            <a:off x="4563921" y="5275580"/>
            <a:ext cx="177800" cy="114300"/>
          </a:xfrm>
          <a:custGeom>
            <a:avLst/>
            <a:gdLst/>
            <a:ahLst/>
            <a:cxnLst/>
            <a:rect l="l" t="t" r="r" b="b"/>
            <a:pathLst>
              <a:path w="177800" h="114300">
                <a:moveTo>
                  <a:pt x="177800" y="0"/>
                </a:moveTo>
                <a:lnTo>
                  <a:pt x="0" y="0"/>
                </a:lnTo>
                <a:lnTo>
                  <a:pt x="0" y="114300"/>
                </a:lnTo>
                <a:lnTo>
                  <a:pt x="177800" y="114300"/>
                </a:lnTo>
                <a:lnTo>
                  <a:pt x="177800" y="0"/>
                </a:lnTo>
                <a:close/>
              </a:path>
            </a:pathLst>
          </a:custGeom>
          <a:solidFill>
            <a:srgbClr val="DA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11">
            <a:extLst>
              <a:ext uri="{FF2B5EF4-FFF2-40B4-BE49-F238E27FC236}">
                <a16:creationId xmlns:a16="http://schemas.microsoft.com/office/drawing/2014/main" id="{2E4E38E4-A31C-C219-150A-090C9D375672}"/>
              </a:ext>
            </a:extLst>
          </p:cNvPr>
          <p:cNvSpPr/>
          <p:nvPr/>
        </p:nvSpPr>
        <p:spPr>
          <a:xfrm>
            <a:off x="5179871" y="5250180"/>
            <a:ext cx="177800" cy="139700"/>
          </a:xfrm>
          <a:custGeom>
            <a:avLst/>
            <a:gdLst/>
            <a:ahLst/>
            <a:cxnLst/>
            <a:rect l="l" t="t" r="r" b="b"/>
            <a:pathLst>
              <a:path w="177800" h="139700">
                <a:moveTo>
                  <a:pt x="177800" y="0"/>
                </a:moveTo>
                <a:lnTo>
                  <a:pt x="0" y="0"/>
                </a:lnTo>
                <a:lnTo>
                  <a:pt x="0" y="139700"/>
                </a:lnTo>
                <a:lnTo>
                  <a:pt x="177800" y="139700"/>
                </a:lnTo>
                <a:lnTo>
                  <a:pt x="177800" y="0"/>
                </a:lnTo>
                <a:close/>
              </a:path>
            </a:pathLst>
          </a:custGeom>
          <a:solidFill>
            <a:srgbClr val="DA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12">
            <a:extLst>
              <a:ext uri="{FF2B5EF4-FFF2-40B4-BE49-F238E27FC236}">
                <a16:creationId xmlns:a16="http://schemas.microsoft.com/office/drawing/2014/main" id="{BFC920CA-0141-39B9-C81E-09B5AC302827}"/>
              </a:ext>
            </a:extLst>
          </p:cNvPr>
          <p:cNvSpPr/>
          <p:nvPr/>
        </p:nvSpPr>
        <p:spPr>
          <a:xfrm>
            <a:off x="5795821" y="521208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0"/>
                </a:moveTo>
                <a:lnTo>
                  <a:pt x="0" y="0"/>
                </a:lnTo>
                <a:lnTo>
                  <a:pt x="0" y="177800"/>
                </a:lnTo>
                <a:lnTo>
                  <a:pt x="177800" y="177800"/>
                </a:lnTo>
                <a:lnTo>
                  <a:pt x="177800" y="0"/>
                </a:lnTo>
                <a:close/>
              </a:path>
            </a:pathLst>
          </a:custGeom>
          <a:solidFill>
            <a:srgbClr val="DA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13">
            <a:extLst>
              <a:ext uri="{FF2B5EF4-FFF2-40B4-BE49-F238E27FC236}">
                <a16:creationId xmlns:a16="http://schemas.microsoft.com/office/drawing/2014/main" id="{F7563917-60D8-2F46-6A38-107ED2CB0418}"/>
              </a:ext>
            </a:extLst>
          </p:cNvPr>
          <p:cNvSpPr/>
          <p:nvPr/>
        </p:nvSpPr>
        <p:spPr>
          <a:xfrm>
            <a:off x="6411771" y="5142230"/>
            <a:ext cx="177800" cy="247650"/>
          </a:xfrm>
          <a:custGeom>
            <a:avLst/>
            <a:gdLst/>
            <a:ahLst/>
            <a:cxnLst/>
            <a:rect l="l" t="t" r="r" b="b"/>
            <a:pathLst>
              <a:path w="177800" h="247650">
                <a:moveTo>
                  <a:pt x="177800" y="0"/>
                </a:moveTo>
                <a:lnTo>
                  <a:pt x="0" y="0"/>
                </a:lnTo>
                <a:lnTo>
                  <a:pt x="0" y="247650"/>
                </a:lnTo>
                <a:lnTo>
                  <a:pt x="177800" y="247650"/>
                </a:lnTo>
                <a:lnTo>
                  <a:pt x="177800" y="0"/>
                </a:lnTo>
                <a:close/>
              </a:path>
            </a:pathLst>
          </a:custGeom>
          <a:solidFill>
            <a:srgbClr val="DA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14">
            <a:extLst>
              <a:ext uri="{FF2B5EF4-FFF2-40B4-BE49-F238E27FC236}">
                <a16:creationId xmlns:a16="http://schemas.microsoft.com/office/drawing/2014/main" id="{256C8151-62F9-81CA-166B-ECE51E04C44E}"/>
              </a:ext>
            </a:extLst>
          </p:cNvPr>
          <p:cNvSpPr/>
          <p:nvPr/>
        </p:nvSpPr>
        <p:spPr>
          <a:xfrm>
            <a:off x="7027721" y="4970780"/>
            <a:ext cx="177800" cy="419100"/>
          </a:xfrm>
          <a:custGeom>
            <a:avLst/>
            <a:gdLst/>
            <a:ahLst/>
            <a:cxnLst/>
            <a:rect l="l" t="t" r="r" b="b"/>
            <a:pathLst>
              <a:path w="177800" h="419100">
                <a:moveTo>
                  <a:pt x="177800" y="0"/>
                </a:moveTo>
                <a:lnTo>
                  <a:pt x="0" y="0"/>
                </a:lnTo>
                <a:lnTo>
                  <a:pt x="0" y="419100"/>
                </a:lnTo>
                <a:lnTo>
                  <a:pt x="177800" y="419100"/>
                </a:lnTo>
                <a:lnTo>
                  <a:pt x="177800" y="0"/>
                </a:lnTo>
                <a:close/>
              </a:path>
            </a:pathLst>
          </a:custGeom>
          <a:solidFill>
            <a:srgbClr val="DA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object 15">
            <a:extLst>
              <a:ext uri="{FF2B5EF4-FFF2-40B4-BE49-F238E27FC236}">
                <a16:creationId xmlns:a16="http://schemas.microsoft.com/office/drawing/2014/main" id="{3ED0FC3B-225C-F673-7C04-53D44E4D7419}"/>
              </a:ext>
            </a:extLst>
          </p:cNvPr>
          <p:cNvGrpSpPr/>
          <p:nvPr/>
        </p:nvGrpSpPr>
        <p:grpSpPr>
          <a:xfrm>
            <a:off x="3636821" y="4989830"/>
            <a:ext cx="4324350" cy="444500"/>
            <a:chOff x="400050" y="4260850"/>
            <a:chExt cx="4324350" cy="444500"/>
          </a:xfrm>
        </p:grpSpPr>
        <p:sp>
          <p:nvSpPr>
            <p:cNvPr id="70" name="object 16">
              <a:extLst>
                <a:ext uri="{FF2B5EF4-FFF2-40B4-BE49-F238E27FC236}">
                  <a16:creationId xmlns:a16="http://schemas.microsoft.com/office/drawing/2014/main" id="{7339FF5C-8205-5B65-D6A4-E49F8E616A6B}"/>
                </a:ext>
              </a:extLst>
            </p:cNvPr>
            <p:cNvSpPr/>
            <p:nvPr/>
          </p:nvSpPr>
          <p:spPr>
            <a:xfrm>
              <a:off x="4413250" y="4260850"/>
              <a:ext cx="171450" cy="400050"/>
            </a:xfrm>
            <a:custGeom>
              <a:avLst/>
              <a:gdLst/>
              <a:ahLst/>
              <a:cxnLst/>
              <a:rect l="l" t="t" r="r" b="b"/>
              <a:pathLst>
                <a:path w="171450" h="400050">
                  <a:moveTo>
                    <a:pt x="171450" y="0"/>
                  </a:moveTo>
                  <a:lnTo>
                    <a:pt x="0" y="0"/>
                  </a:lnTo>
                  <a:lnTo>
                    <a:pt x="0" y="400050"/>
                  </a:lnTo>
                  <a:lnTo>
                    <a:pt x="171450" y="40005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DA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17">
              <a:extLst>
                <a:ext uri="{FF2B5EF4-FFF2-40B4-BE49-F238E27FC236}">
                  <a16:creationId xmlns:a16="http://schemas.microsoft.com/office/drawing/2014/main" id="{06A8F902-D13D-7B0D-18F4-3DFC752FBA89}"/>
                </a:ext>
              </a:extLst>
            </p:cNvPr>
            <p:cNvSpPr/>
            <p:nvPr/>
          </p:nvSpPr>
          <p:spPr>
            <a:xfrm>
              <a:off x="403225" y="4657725"/>
              <a:ext cx="4318000" cy="44450"/>
            </a:xfrm>
            <a:custGeom>
              <a:avLst/>
              <a:gdLst/>
              <a:ahLst/>
              <a:cxnLst/>
              <a:rect l="l" t="t" r="r" b="b"/>
              <a:pathLst>
                <a:path w="4318000" h="44450">
                  <a:moveTo>
                    <a:pt x="0" y="0"/>
                  </a:moveTo>
                  <a:lnTo>
                    <a:pt x="4318000" y="0"/>
                  </a:lnTo>
                </a:path>
                <a:path w="4318000" h="44450">
                  <a:moveTo>
                    <a:pt x="0" y="0"/>
                  </a:moveTo>
                  <a:lnTo>
                    <a:pt x="0" y="44450"/>
                  </a:lnTo>
                </a:path>
                <a:path w="4318000" h="44450">
                  <a:moveTo>
                    <a:pt x="615950" y="0"/>
                  </a:moveTo>
                  <a:lnTo>
                    <a:pt x="615950" y="44450"/>
                  </a:lnTo>
                </a:path>
                <a:path w="4318000" h="44450">
                  <a:moveTo>
                    <a:pt x="1231900" y="0"/>
                  </a:moveTo>
                  <a:lnTo>
                    <a:pt x="1231900" y="44450"/>
                  </a:lnTo>
                </a:path>
                <a:path w="4318000" h="44450">
                  <a:moveTo>
                    <a:pt x="1847850" y="0"/>
                  </a:moveTo>
                  <a:lnTo>
                    <a:pt x="1847850" y="44450"/>
                  </a:lnTo>
                </a:path>
                <a:path w="4318000" h="44450">
                  <a:moveTo>
                    <a:pt x="2463800" y="0"/>
                  </a:moveTo>
                  <a:lnTo>
                    <a:pt x="2463800" y="44450"/>
                  </a:lnTo>
                </a:path>
                <a:path w="4318000" h="44450">
                  <a:moveTo>
                    <a:pt x="3079750" y="0"/>
                  </a:moveTo>
                  <a:lnTo>
                    <a:pt x="3079750" y="44450"/>
                  </a:lnTo>
                </a:path>
                <a:path w="4318000" h="44450">
                  <a:moveTo>
                    <a:pt x="3702050" y="0"/>
                  </a:moveTo>
                  <a:lnTo>
                    <a:pt x="3702050" y="44450"/>
                  </a:lnTo>
                </a:path>
                <a:path w="4318000" h="44450">
                  <a:moveTo>
                    <a:pt x="4318000" y="0"/>
                  </a:moveTo>
                  <a:lnTo>
                    <a:pt x="4318000" y="44450"/>
                  </a:lnTo>
                </a:path>
              </a:pathLst>
            </a:custGeom>
            <a:ln w="6350">
              <a:solidFill>
                <a:srgbClr val="94A1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18">
            <a:extLst>
              <a:ext uri="{FF2B5EF4-FFF2-40B4-BE49-F238E27FC236}">
                <a16:creationId xmlns:a16="http://schemas.microsoft.com/office/drawing/2014/main" id="{2B1D5C87-1A99-117E-D012-0C24E158C4C9}"/>
              </a:ext>
            </a:extLst>
          </p:cNvPr>
          <p:cNvSpPr txBox="1"/>
          <p:nvPr/>
        </p:nvSpPr>
        <p:spPr>
          <a:xfrm>
            <a:off x="6861870" y="4826063"/>
            <a:ext cx="160655" cy="227329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00" spc="25" dirty="0">
                <a:solidFill>
                  <a:srgbClr val="131717"/>
                </a:solidFill>
                <a:latin typeface="Trebuchet MS"/>
                <a:cs typeface="Trebuchet MS"/>
              </a:rPr>
              <a:t>3</a:t>
            </a:r>
            <a:r>
              <a:rPr sz="900" spc="-10" dirty="0">
                <a:solidFill>
                  <a:srgbClr val="131717"/>
                </a:solidFill>
                <a:latin typeface="Trebuchet MS"/>
                <a:cs typeface="Trebuchet MS"/>
              </a:rPr>
              <a:t>5</a:t>
            </a:r>
            <a:r>
              <a:rPr sz="900" dirty="0">
                <a:solidFill>
                  <a:srgbClr val="131717"/>
                </a:solidFill>
                <a:latin typeface="Trebuchet MS"/>
                <a:cs typeface="Trebuchet MS"/>
              </a:rPr>
              <a:t>4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73" name="object 19">
            <a:extLst>
              <a:ext uri="{FF2B5EF4-FFF2-40B4-BE49-F238E27FC236}">
                <a16:creationId xmlns:a16="http://schemas.microsoft.com/office/drawing/2014/main" id="{44FB0448-2AF2-742D-6439-37500D469686}"/>
              </a:ext>
            </a:extLst>
          </p:cNvPr>
          <p:cNvSpPr txBox="1"/>
          <p:nvPr/>
        </p:nvSpPr>
        <p:spPr>
          <a:xfrm>
            <a:off x="7479777" y="4929365"/>
            <a:ext cx="160020" cy="219710"/>
          </a:xfrm>
          <a:prstGeom prst="rect">
            <a:avLst/>
          </a:prstGeom>
        </p:spPr>
        <p:txBody>
          <a:bodyPr vert="vert270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900" spc="-25" dirty="0">
                <a:solidFill>
                  <a:srgbClr val="131717"/>
                </a:solidFill>
                <a:latin typeface="Trebuchet MS"/>
                <a:cs typeface="Trebuchet MS"/>
              </a:rPr>
              <a:t>2</a:t>
            </a:r>
            <a:r>
              <a:rPr sz="900" spc="-20" dirty="0">
                <a:solidFill>
                  <a:srgbClr val="131717"/>
                </a:solidFill>
                <a:latin typeface="Trebuchet MS"/>
                <a:cs typeface="Trebuchet MS"/>
              </a:rPr>
              <a:t>7</a:t>
            </a:r>
            <a:r>
              <a:rPr sz="900" dirty="0">
                <a:solidFill>
                  <a:srgbClr val="131717"/>
                </a:solidFill>
                <a:latin typeface="Trebuchet MS"/>
                <a:cs typeface="Trebuchet MS"/>
              </a:rPr>
              <a:t>9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74" name="object 20">
            <a:extLst>
              <a:ext uri="{FF2B5EF4-FFF2-40B4-BE49-F238E27FC236}">
                <a16:creationId xmlns:a16="http://schemas.microsoft.com/office/drawing/2014/main" id="{3004B630-6CCF-02D7-DD3E-3583CCF6CB52}"/>
              </a:ext>
            </a:extLst>
          </p:cNvPr>
          <p:cNvSpPr txBox="1"/>
          <p:nvPr/>
        </p:nvSpPr>
        <p:spPr>
          <a:xfrm>
            <a:off x="3775441" y="5168277"/>
            <a:ext cx="328295" cy="164465"/>
          </a:xfrm>
          <a:prstGeom prst="rect">
            <a:avLst/>
          </a:prstGeom>
        </p:spPr>
        <p:txBody>
          <a:bodyPr vert="vert270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900" spc="25" dirty="0">
                <a:solidFill>
                  <a:srgbClr val="131717"/>
                </a:solidFill>
                <a:latin typeface="Trebuchet MS"/>
                <a:cs typeface="Trebuchet MS"/>
              </a:rPr>
              <a:t>37</a:t>
            </a:r>
            <a:endParaRPr sz="900">
              <a:latin typeface="Trebuchet MS"/>
              <a:cs typeface="Trebuchet MS"/>
            </a:endParaRPr>
          </a:p>
          <a:p>
            <a:pPr marL="18415">
              <a:lnSpc>
                <a:spcPct val="100000"/>
              </a:lnSpc>
              <a:spcBef>
                <a:spcPts val="370"/>
              </a:spcBef>
            </a:pPr>
            <a:r>
              <a:rPr sz="800" spc="30" dirty="0">
                <a:solidFill>
                  <a:srgbClr val="486C6B"/>
                </a:solidFill>
                <a:latin typeface="Trebuchet MS"/>
                <a:cs typeface="Trebuchet MS"/>
              </a:rPr>
              <a:t>34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75" name="object 21">
            <a:extLst>
              <a:ext uri="{FF2B5EF4-FFF2-40B4-BE49-F238E27FC236}">
                <a16:creationId xmlns:a16="http://schemas.microsoft.com/office/drawing/2014/main" id="{27C6B097-246A-0030-F609-B2257AB1B408}"/>
              </a:ext>
            </a:extLst>
          </p:cNvPr>
          <p:cNvSpPr txBox="1"/>
          <p:nvPr/>
        </p:nvSpPr>
        <p:spPr>
          <a:xfrm>
            <a:off x="4392915" y="5166359"/>
            <a:ext cx="328295" cy="165735"/>
          </a:xfrm>
          <a:prstGeom prst="rect">
            <a:avLst/>
          </a:prstGeom>
        </p:spPr>
        <p:txBody>
          <a:bodyPr vert="vert270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900" spc="25" dirty="0">
                <a:solidFill>
                  <a:srgbClr val="131717"/>
                </a:solidFill>
                <a:latin typeface="Trebuchet MS"/>
                <a:cs typeface="Trebuchet MS"/>
              </a:rPr>
              <a:t>63</a:t>
            </a:r>
            <a:endParaRPr sz="900">
              <a:latin typeface="Trebuchet MS"/>
              <a:cs typeface="Trebuchet MS"/>
            </a:endParaRPr>
          </a:p>
          <a:p>
            <a:pPr marL="19050">
              <a:lnSpc>
                <a:spcPct val="100000"/>
              </a:lnSpc>
              <a:spcBef>
                <a:spcPts val="370"/>
              </a:spcBef>
            </a:pPr>
            <a:r>
              <a:rPr sz="800" spc="25" dirty="0">
                <a:solidFill>
                  <a:srgbClr val="486C6B"/>
                </a:solidFill>
                <a:latin typeface="Trebuchet MS"/>
                <a:cs typeface="Trebuchet MS"/>
              </a:rPr>
              <a:t>44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76" name="object 22">
            <a:extLst>
              <a:ext uri="{FF2B5EF4-FFF2-40B4-BE49-F238E27FC236}">
                <a16:creationId xmlns:a16="http://schemas.microsoft.com/office/drawing/2014/main" id="{19C50A4A-3D0B-A8CD-69E1-874372606115}"/>
              </a:ext>
            </a:extLst>
          </p:cNvPr>
          <p:cNvSpPr txBox="1"/>
          <p:nvPr/>
        </p:nvSpPr>
        <p:spPr>
          <a:xfrm>
            <a:off x="5010262" y="5178920"/>
            <a:ext cx="328295" cy="153670"/>
          </a:xfrm>
          <a:prstGeom prst="rect">
            <a:avLst/>
          </a:prstGeom>
        </p:spPr>
        <p:txBody>
          <a:bodyPr vert="vert270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900" spc="-20" dirty="0">
                <a:solidFill>
                  <a:srgbClr val="131717"/>
                </a:solidFill>
                <a:latin typeface="Trebuchet MS"/>
                <a:cs typeface="Trebuchet MS"/>
              </a:rPr>
              <a:t>76</a:t>
            </a:r>
            <a:endParaRPr sz="900">
              <a:latin typeface="Trebuchet MS"/>
              <a:cs typeface="Trebuchet MS"/>
            </a:endParaRPr>
          </a:p>
          <a:p>
            <a:pPr marL="17145">
              <a:lnSpc>
                <a:spcPct val="100000"/>
              </a:lnSpc>
              <a:spcBef>
                <a:spcPts val="370"/>
              </a:spcBef>
            </a:pPr>
            <a:r>
              <a:rPr sz="800" spc="35" dirty="0">
                <a:solidFill>
                  <a:srgbClr val="486C6B"/>
                </a:solidFill>
                <a:latin typeface="Trebuchet MS"/>
                <a:cs typeface="Trebuchet MS"/>
              </a:rPr>
              <a:t>53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77" name="object 23">
            <a:extLst>
              <a:ext uri="{FF2B5EF4-FFF2-40B4-BE49-F238E27FC236}">
                <a16:creationId xmlns:a16="http://schemas.microsoft.com/office/drawing/2014/main" id="{27C2FB03-F698-81EC-D73F-FDF4EF314A4B}"/>
              </a:ext>
            </a:extLst>
          </p:cNvPr>
          <p:cNvSpPr txBox="1"/>
          <p:nvPr/>
        </p:nvSpPr>
        <p:spPr>
          <a:xfrm>
            <a:off x="5627176" y="5104169"/>
            <a:ext cx="328930" cy="226060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r>
              <a:rPr sz="900" spc="-10" dirty="0">
                <a:solidFill>
                  <a:srgbClr val="131717"/>
                </a:solidFill>
                <a:latin typeface="Trebuchet MS"/>
                <a:cs typeface="Trebuchet MS"/>
              </a:rPr>
              <a:t>1</a:t>
            </a:r>
            <a:r>
              <a:rPr sz="900" spc="15" dirty="0">
                <a:solidFill>
                  <a:srgbClr val="131717"/>
                </a:solidFill>
                <a:latin typeface="Trebuchet MS"/>
                <a:cs typeface="Trebuchet MS"/>
              </a:rPr>
              <a:t>4</a:t>
            </a:r>
            <a:r>
              <a:rPr sz="900" dirty="0">
                <a:solidFill>
                  <a:srgbClr val="131717"/>
                </a:solidFill>
                <a:latin typeface="Trebuchet MS"/>
                <a:cs typeface="Trebuchet MS"/>
              </a:rPr>
              <a:t>3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800" spc="55" dirty="0">
                <a:solidFill>
                  <a:srgbClr val="486C6B"/>
                </a:solidFill>
                <a:latin typeface="Trebuchet MS"/>
                <a:cs typeface="Trebuchet MS"/>
              </a:rPr>
              <a:t>70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78" name="object 24">
            <a:extLst>
              <a:ext uri="{FF2B5EF4-FFF2-40B4-BE49-F238E27FC236}">
                <a16:creationId xmlns:a16="http://schemas.microsoft.com/office/drawing/2014/main" id="{CDE64C9E-2405-7974-C8C7-8F560A47ACDB}"/>
              </a:ext>
            </a:extLst>
          </p:cNvPr>
          <p:cNvSpPr txBox="1"/>
          <p:nvPr/>
        </p:nvSpPr>
        <p:spPr>
          <a:xfrm>
            <a:off x="6244956" y="5048834"/>
            <a:ext cx="328295" cy="278130"/>
          </a:xfrm>
          <a:prstGeom prst="rect">
            <a:avLst/>
          </a:prstGeom>
        </p:spPr>
        <p:txBody>
          <a:bodyPr vert="vert270" wrap="square" lIns="0" tIns="825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65"/>
              </a:spcBef>
            </a:pPr>
            <a:r>
              <a:rPr sz="900" spc="-10" dirty="0">
                <a:solidFill>
                  <a:srgbClr val="131717"/>
                </a:solidFill>
                <a:latin typeface="Trebuchet MS"/>
                <a:cs typeface="Trebuchet MS"/>
              </a:rPr>
              <a:t>1</a:t>
            </a:r>
            <a:r>
              <a:rPr sz="900" spc="-25" dirty="0">
                <a:solidFill>
                  <a:srgbClr val="131717"/>
                </a:solidFill>
                <a:latin typeface="Trebuchet MS"/>
                <a:cs typeface="Trebuchet MS"/>
              </a:rPr>
              <a:t>8</a:t>
            </a:r>
            <a:r>
              <a:rPr sz="900" dirty="0">
                <a:solidFill>
                  <a:srgbClr val="131717"/>
                </a:solidFill>
                <a:latin typeface="Trebuchet MS"/>
                <a:cs typeface="Trebuchet MS"/>
              </a:rPr>
              <a:t>7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800" spc="25" dirty="0">
                <a:solidFill>
                  <a:srgbClr val="486C6B"/>
                </a:solidFill>
                <a:latin typeface="Trebuchet MS"/>
                <a:cs typeface="Trebuchet MS"/>
              </a:rPr>
              <a:t>96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79" name="object 25">
            <a:extLst>
              <a:ext uri="{FF2B5EF4-FFF2-40B4-BE49-F238E27FC236}">
                <a16:creationId xmlns:a16="http://schemas.microsoft.com/office/drawing/2014/main" id="{999970E8-9536-D3FA-A2D3-747B0AA33367}"/>
              </a:ext>
            </a:extLst>
          </p:cNvPr>
          <p:cNvSpPr txBox="1"/>
          <p:nvPr/>
        </p:nvSpPr>
        <p:spPr>
          <a:xfrm>
            <a:off x="7045321" y="5143075"/>
            <a:ext cx="145415" cy="186690"/>
          </a:xfrm>
          <a:prstGeom prst="rect">
            <a:avLst/>
          </a:prstGeom>
        </p:spPr>
        <p:txBody>
          <a:bodyPr vert="vert270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spc="-15" dirty="0">
                <a:solidFill>
                  <a:srgbClr val="486C6B"/>
                </a:solidFill>
                <a:latin typeface="Trebuchet MS"/>
                <a:cs typeface="Trebuchet MS"/>
              </a:rPr>
              <a:t>1</a:t>
            </a:r>
            <a:r>
              <a:rPr sz="800" spc="-20" dirty="0">
                <a:solidFill>
                  <a:srgbClr val="486C6B"/>
                </a:solidFill>
                <a:latin typeface="Trebuchet MS"/>
                <a:cs typeface="Trebuchet MS"/>
              </a:rPr>
              <a:t>6</a:t>
            </a:r>
            <a:r>
              <a:rPr sz="800" dirty="0">
                <a:solidFill>
                  <a:srgbClr val="486C6B"/>
                </a:solidFill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80" name="object 26">
            <a:extLst>
              <a:ext uri="{FF2B5EF4-FFF2-40B4-BE49-F238E27FC236}">
                <a16:creationId xmlns:a16="http://schemas.microsoft.com/office/drawing/2014/main" id="{AB85BA13-1C5E-A465-D2AE-29DDCFEAAB57}"/>
              </a:ext>
            </a:extLst>
          </p:cNvPr>
          <p:cNvSpPr txBox="1"/>
          <p:nvPr/>
        </p:nvSpPr>
        <p:spPr>
          <a:xfrm>
            <a:off x="7663101" y="5143576"/>
            <a:ext cx="144780" cy="186690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800" spc="-15" dirty="0">
                <a:solidFill>
                  <a:srgbClr val="486C6B"/>
                </a:solidFill>
                <a:latin typeface="Trebuchet MS"/>
                <a:cs typeface="Trebuchet MS"/>
              </a:rPr>
              <a:t>1</a:t>
            </a:r>
            <a:r>
              <a:rPr sz="800" spc="-5" dirty="0">
                <a:solidFill>
                  <a:srgbClr val="486C6B"/>
                </a:solidFill>
                <a:latin typeface="Trebuchet MS"/>
                <a:cs typeface="Trebuchet MS"/>
              </a:rPr>
              <a:t>5</a:t>
            </a:r>
            <a:r>
              <a:rPr sz="800" dirty="0">
                <a:solidFill>
                  <a:srgbClr val="486C6B"/>
                </a:solidFill>
                <a:latin typeface="Trebuchet MS"/>
                <a:cs typeface="Trebuchet MS"/>
              </a:rPr>
              <a:t>6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81" name="object 27">
            <a:extLst>
              <a:ext uri="{FF2B5EF4-FFF2-40B4-BE49-F238E27FC236}">
                <a16:creationId xmlns:a16="http://schemas.microsoft.com/office/drawing/2014/main" id="{7C861C38-F31D-5DD0-14EA-642DB55C1913}"/>
              </a:ext>
            </a:extLst>
          </p:cNvPr>
          <p:cNvSpPr/>
          <p:nvPr/>
        </p:nvSpPr>
        <p:spPr>
          <a:xfrm>
            <a:off x="3719371" y="4602480"/>
            <a:ext cx="82550" cy="50800"/>
          </a:xfrm>
          <a:custGeom>
            <a:avLst/>
            <a:gdLst/>
            <a:ahLst/>
            <a:cxnLst/>
            <a:rect l="l" t="t" r="r" b="b"/>
            <a:pathLst>
              <a:path w="82550" h="50800">
                <a:moveTo>
                  <a:pt x="0" y="50800"/>
                </a:moveTo>
                <a:lnTo>
                  <a:pt x="82550" y="50800"/>
                </a:lnTo>
                <a:lnTo>
                  <a:pt x="82550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B3C1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28">
            <a:extLst>
              <a:ext uri="{FF2B5EF4-FFF2-40B4-BE49-F238E27FC236}">
                <a16:creationId xmlns:a16="http://schemas.microsoft.com/office/drawing/2014/main" id="{D97C6785-A2E4-7A9B-06FB-7F51D994981E}"/>
              </a:ext>
            </a:extLst>
          </p:cNvPr>
          <p:cNvSpPr txBox="1"/>
          <p:nvPr/>
        </p:nvSpPr>
        <p:spPr>
          <a:xfrm>
            <a:off x="3823193" y="4436618"/>
            <a:ext cx="798195" cy="580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1600"/>
              </a:lnSpc>
              <a:spcBef>
                <a:spcPts val="100"/>
              </a:spcBef>
            </a:pPr>
            <a:r>
              <a:rPr sz="1200" spc="20" dirty="0">
                <a:solidFill>
                  <a:srgbClr val="486C6B"/>
                </a:solidFill>
                <a:latin typeface="Trebuchet MS"/>
                <a:cs typeface="Trebuchet MS"/>
              </a:rPr>
              <a:t>Issuances </a:t>
            </a:r>
            <a:r>
              <a:rPr sz="1200" spc="25" dirty="0">
                <a:solidFill>
                  <a:srgbClr val="486C6B"/>
                </a:solidFill>
                <a:latin typeface="Trebuchet MS"/>
                <a:cs typeface="Trebuchet MS"/>
              </a:rPr>
              <a:t> </a:t>
            </a:r>
            <a:r>
              <a:rPr sz="1200" spc="45" dirty="0">
                <a:solidFill>
                  <a:srgbClr val="486C6B"/>
                </a:solidFill>
                <a:latin typeface="Trebuchet MS"/>
                <a:cs typeface="Trebuchet MS"/>
              </a:rPr>
              <a:t>R</a:t>
            </a:r>
            <a:r>
              <a:rPr sz="1200" spc="-10" dirty="0">
                <a:solidFill>
                  <a:srgbClr val="486C6B"/>
                </a:solidFill>
                <a:latin typeface="Trebuchet MS"/>
                <a:cs typeface="Trebuchet MS"/>
              </a:rPr>
              <a:t>e</a:t>
            </a:r>
            <a:r>
              <a:rPr sz="1200" spc="-35" dirty="0">
                <a:solidFill>
                  <a:srgbClr val="486C6B"/>
                </a:solidFill>
                <a:latin typeface="Trebuchet MS"/>
                <a:cs typeface="Trebuchet MS"/>
              </a:rPr>
              <a:t>t</a:t>
            </a:r>
            <a:r>
              <a:rPr sz="1200" spc="-45" dirty="0">
                <a:solidFill>
                  <a:srgbClr val="486C6B"/>
                </a:solidFill>
                <a:latin typeface="Trebuchet MS"/>
                <a:cs typeface="Trebuchet MS"/>
              </a:rPr>
              <a:t>i</a:t>
            </a:r>
            <a:r>
              <a:rPr sz="1200" spc="-5" dirty="0">
                <a:solidFill>
                  <a:srgbClr val="486C6B"/>
                </a:solidFill>
                <a:latin typeface="Trebuchet MS"/>
                <a:cs typeface="Trebuchet MS"/>
              </a:rPr>
              <a:t>r</a:t>
            </a:r>
            <a:r>
              <a:rPr sz="1200" spc="-20" dirty="0">
                <a:solidFill>
                  <a:srgbClr val="486C6B"/>
                </a:solidFill>
                <a:latin typeface="Trebuchet MS"/>
                <a:cs typeface="Trebuchet MS"/>
              </a:rPr>
              <a:t>e</a:t>
            </a:r>
            <a:r>
              <a:rPr sz="1200" spc="50" dirty="0">
                <a:solidFill>
                  <a:srgbClr val="486C6B"/>
                </a:solidFill>
                <a:latin typeface="Trebuchet MS"/>
                <a:cs typeface="Trebuchet MS"/>
              </a:rPr>
              <a:t>m</a:t>
            </a:r>
            <a:r>
              <a:rPr sz="1200" spc="-10" dirty="0">
                <a:solidFill>
                  <a:srgbClr val="486C6B"/>
                </a:solidFill>
                <a:latin typeface="Trebuchet MS"/>
                <a:cs typeface="Trebuchet MS"/>
              </a:rPr>
              <a:t>e</a:t>
            </a:r>
            <a:r>
              <a:rPr sz="1200" spc="40" dirty="0">
                <a:solidFill>
                  <a:srgbClr val="486C6B"/>
                </a:solidFill>
                <a:latin typeface="Trebuchet MS"/>
                <a:cs typeface="Trebuchet MS"/>
              </a:rPr>
              <a:t>n</a:t>
            </a:r>
            <a:r>
              <a:rPr sz="1200" spc="-45" dirty="0">
                <a:solidFill>
                  <a:srgbClr val="486C6B"/>
                </a:solidFill>
                <a:latin typeface="Trebuchet MS"/>
                <a:cs typeface="Trebuchet MS"/>
              </a:rPr>
              <a:t>t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3" name="object 27">
            <a:extLst>
              <a:ext uri="{FF2B5EF4-FFF2-40B4-BE49-F238E27FC236}">
                <a16:creationId xmlns:a16="http://schemas.microsoft.com/office/drawing/2014/main" id="{57903BE8-FDC7-758F-C4E3-C0D1E25288C7}"/>
              </a:ext>
            </a:extLst>
          </p:cNvPr>
          <p:cNvSpPr/>
          <p:nvPr/>
        </p:nvSpPr>
        <p:spPr>
          <a:xfrm>
            <a:off x="3708141" y="4860755"/>
            <a:ext cx="82550" cy="50800"/>
          </a:xfrm>
          <a:custGeom>
            <a:avLst/>
            <a:gdLst/>
            <a:ahLst/>
            <a:cxnLst/>
            <a:rect l="l" t="t" r="r" b="b"/>
            <a:pathLst>
              <a:path w="82550" h="50800">
                <a:moveTo>
                  <a:pt x="0" y="50800"/>
                </a:moveTo>
                <a:lnTo>
                  <a:pt x="82550" y="50800"/>
                </a:lnTo>
                <a:lnTo>
                  <a:pt x="82550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D2BE2E7-C5E7-A857-1916-087688174ADD}"/>
              </a:ext>
            </a:extLst>
          </p:cNvPr>
          <p:cNvSpPr txBox="1"/>
          <p:nvPr/>
        </p:nvSpPr>
        <p:spPr>
          <a:xfrm>
            <a:off x="940843" y="4367290"/>
            <a:ext cx="2725061" cy="1957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1945" indent="-28638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321310" algn="l"/>
                <a:tab pos="321945" algn="l"/>
              </a:tabLst>
            </a:pPr>
            <a:r>
              <a:rPr lang="en-US" sz="1200" spc="-5" dirty="0">
                <a:latin typeface="Arial" panose="020B0604020202020204" pitchFamily="34" charset="0"/>
                <a:cs typeface="Arial" panose="020B0604020202020204" pitchFamily="34" charset="0"/>
              </a:rPr>
              <a:t>Global</a:t>
            </a:r>
            <a:r>
              <a:rPr lang="en-US" sz="12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45" dirty="0">
                <a:latin typeface="Arial" panose="020B0604020202020204" pitchFamily="34" charset="0"/>
                <a:cs typeface="Arial" panose="020B0604020202020204" pitchFamily="34" charset="0"/>
              </a:rPr>
              <a:t>VCM</a:t>
            </a:r>
            <a:r>
              <a:rPr lang="en-US" sz="12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5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12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spc="30" dirty="0">
                <a:latin typeface="Arial" panose="020B0604020202020204" pitchFamily="34" charset="0"/>
                <a:cs typeface="Arial" panose="020B0604020202020204" pitchFamily="34" charset="0"/>
              </a:rPr>
              <a:t>valued</a:t>
            </a:r>
            <a:r>
              <a:rPr lang="en-US" sz="1200" b="1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spc="35" dirty="0"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lang="en-US" sz="1200" b="1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spc="25" dirty="0">
                <a:latin typeface="Arial" panose="020B0604020202020204" pitchFamily="34" charset="0"/>
                <a:cs typeface="Arial" panose="020B0604020202020204" pitchFamily="34" charset="0"/>
              </a:rPr>
              <a:t>~USD</a:t>
            </a:r>
            <a:r>
              <a:rPr lang="en-US" sz="1200" b="1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spc="3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00" b="1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spc="70" dirty="0">
                <a:latin typeface="Arial" panose="020B0604020202020204" pitchFamily="34" charset="0"/>
                <a:cs typeface="Arial" panose="020B0604020202020204" pitchFamily="34" charset="0"/>
              </a:rPr>
              <a:t>Bn</a:t>
            </a:r>
            <a:r>
              <a:rPr lang="en-US" sz="1200" b="1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sz="1200" b="1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spc="5" dirty="0"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1945" marR="114935" indent="-286385">
              <a:lnSpc>
                <a:spcPct val="101400"/>
              </a:lnSpc>
              <a:spcBef>
                <a:spcPts val="545"/>
              </a:spcBef>
              <a:buFont typeface="Arial MT"/>
              <a:buChar char="•"/>
              <a:tabLst>
                <a:tab pos="321310" algn="l"/>
                <a:tab pos="321945" algn="l"/>
              </a:tabLst>
            </a:pPr>
            <a:r>
              <a:rPr lang="en-US" sz="1200" spc="15" dirty="0">
                <a:latin typeface="Arial" panose="020B0604020202020204" pitchFamily="34" charset="0"/>
                <a:cs typeface="Arial" panose="020B0604020202020204" pitchFamily="34" charset="0"/>
              </a:rPr>
              <a:t>Quadrupled</a:t>
            </a:r>
            <a:r>
              <a:rPr lang="en-US" sz="12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-1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sz="12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10" dirty="0">
                <a:latin typeface="Arial" panose="020B0604020202020204" pitchFamily="34" charset="0"/>
                <a:cs typeface="Arial" panose="020B0604020202020204" pitchFamily="34" charset="0"/>
              </a:rPr>
              <a:t>market</a:t>
            </a:r>
            <a:r>
              <a:rPr lang="en-US" sz="12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25" dirty="0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n-US" sz="120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35" dirty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en-US" sz="12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70" dirty="0">
                <a:latin typeface="Arial" panose="020B0604020202020204" pitchFamily="34" charset="0"/>
                <a:cs typeface="Arial" panose="020B0604020202020204" pitchFamily="34" charset="0"/>
              </a:rPr>
              <a:t>2020,</a:t>
            </a:r>
            <a:r>
              <a:rPr lang="en-US" sz="12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15" dirty="0">
                <a:latin typeface="Arial" panose="020B0604020202020204" pitchFamily="34" charset="0"/>
                <a:cs typeface="Arial" panose="020B0604020202020204" pitchFamily="34" charset="0"/>
              </a:rPr>
              <a:t>driven</a:t>
            </a:r>
            <a:r>
              <a:rPr lang="en-US" sz="12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40" dirty="0"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lang="en-US" sz="1200" spc="-4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10" dirty="0">
                <a:latin typeface="Arial" panose="020B0604020202020204" pitchFamily="34" charset="0"/>
                <a:cs typeface="Arial" panose="020B0604020202020204" pitchFamily="34" charset="0"/>
              </a:rPr>
              <a:t>increased</a:t>
            </a:r>
            <a:r>
              <a:rPr lang="en-US" sz="12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30" dirty="0">
                <a:latin typeface="Arial" panose="020B0604020202020204" pitchFamily="34" charset="0"/>
                <a:cs typeface="Arial" panose="020B0604020202020204" pitchFamily="34" charset="0"/>
              </a:rPr>
              <a:t>volume</a:t>
            </a:r>
            <a:r>
              <a:rPr lang="en-US" sz="12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35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12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25" dirty="0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n-US" sz="12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25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100" dirty="0">
                <a:latin typeface="Arial" panose="020B0604020202020204" pitchFamily="34" charset="0"/>
                <a:cs typeface="Arial" panose="020B0604020202020204" pitchFamily="34" charset="0"/>
              </a:rPr>
              <a:t>NBS</a:t>
            </a:r>
            <a:r>
              <a:rPr lang="en-US" sz="12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-5" dirty="0">
                <a:latin typeface="Arial" panose="020B0604020202020204" pitchFamily="34" charset="0"/>
                <a:cs typeface="Arial" panose="020B0604020202020204" pitchFamily="34" charset="0"/>
              </a:rPr>
              <a:t>credits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8450" marR="5080" indent="-285750">
              <a:lnSpc>
                <a:spcPts val="1650"/>
              </a:lnSpc>
              <a:spcBef>
                <a:spcPts val="359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en-US" sz="1200" spc="30" dirty="0">
                <a:latin typeface="Arial" panose="020B0604020202020204" pitchFamily="34" charset="0"/>
                <a:cs typeface="Arial" panose="020B0604020202020204" pitchFamily="34" charset="0"/>
              </a:rPr>
              <a:t>Over</a:t>
            </a:r>
            <a:r>
              <a:rPr lang="en-US" sz="12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25" dirty="0">
                <a:latin typeface="Arial" panose="020B0604020202020204" pitchFamily="34" charset="0"/>
                <a:cs typeface="Arial" panose="020B0604020202020204" pitchFamily="34" charset="0"/>
              </a:rPr>
              <a:t>issuance</a:t>
            </a:r>
            <a:r>
              <a:rPr lang="en-US" sz="12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35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12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-10" dirty="0">
                <a:latin typeface="Arial" panose="020B0604020202020204" pitchFamily="34" charset="0"/>
                <a:cs typeface="Arial" panose="020B0604020202020204" pitchFamily="34" charset="0"/>
              </a:rPr>
              <a:t>retirement</a:t>
            </a:r>
            <a:r>
              <a:rPr lang="en-US" sz="12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1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12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35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n-US" sz="12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-15" dirty="0">
                <a:latin typeface="Arial" panose="020B0604020202020204" pitchFamily="34" charset="0"/>
                <a:cs typeface="Arial" panose="020B0604020202020204" pitchFamily="34" charset="0"/>
              </a:rPr>
              <a:t>rise,</a:t>
            </a:r>
            <a:r>
              <a:rPr lang="en-US" sz="12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5" dirty="0">
                <a:latin typeface="Arial" panose="020B0604020202020204" pitchFamily="34" charset="0"/>
                <a:cs typeface="Arial" panose="020B0604020202020204" pitchFamily="34" charset="0"/>
              </a:rPr>
              <a:t>triggered</a:t>
            </a:r>
            <a:r>
              <a:rPr lang="en-US" sz="12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4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en-US" sz="12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-1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1200" spc="10" dirty="0">
                <a:latin typeface="Arial" panose="020B0604020202020204" pitchFamily="34" charset="0"/>
                <a:cs typeface="Arial" panose="020B0604020202020204" pitchFamily="34" charset="0"/>
              </a:rPr>
              <a:t> global</a:t>
            </a:r>
            <a:r>
              <a:rPr lang="en-US" sz="120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15" dirty="0">
                <a:latin typeface="Arial" panose="020B0604020202020204" pitchFamily="34" charset="0"/>
                <a:cs typeface="Arial" panose="020B0604020202020204" pitchFamily="34" charset="0"/>
              </a:rPr>
              <a:t>economic</a:t>
            </a:r>
            <a:r>
              <a:rPr lang="en-US" sz="12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uncertainty</a:t>
            </a:r>
          </a:p>
        </p:txBody>
      </p:sp>
    </p:spTree>
    <p:extLst>
      <p:ext uri="{BB962C8B-B14F-4D97-AF65-F5344CB8AC3E}">
        <p14:creationId xmlns:p14="http://schemas.microsoft.com/office/powerpoint/2010/main" val="3517500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3D765A-2582-E2BD-E925-989E10868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03" y="34925"/>
            <a:ext cx="11024171" cy="10080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Community Resilience Partnership Program: A Bottom-up Approach</a:t>
            </a:r>
            <a:endParaRPr lang="en-KR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D16800-0AFF-923A-41DF-1CA41917E637}"/>
              </a:ext>
            </a:extLst>
          </p:cNvPr>
          <p:cNvSpPr txBox="1"/>
          <p:nvPr/>
        </p:nvSpPr>
        <p:spPr>
          <a:xfrm>
            <a:off x="554803" y="1333521"/>
            <a:ext cx="572086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25000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Partnership program to strengthen climate resilience by scaling up climate adaptation measures at the community level, that explicitly address the nexus between climate, poverty and gender.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F5C950-F723-52DD-0695-22302D547661}"/>
              </a:ext>
            </a:extLst>
          </p:cNvPr>
          <p:cNvSpPr txBox="1"/>
          <p:nvPr/>
        </p:nvSpPr>
        <p:spPr>
          <a:xfrm>
            <a:off x="554803" y="4328951"/>
            <a:ext cx="572086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How will the program support climate-smart agriculture?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Provide grants and technical assistance related support 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Action research and knowledge work to identify investment opportunities for resilience building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Building capacity of local institutions and communities to lead community-level adaptation measures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Support governments in preparation of large-scale investment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Pilots to demonstrate innovative approaches and solutions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3744D5-E8CB-E9A4-48CA-88163666AB8C}"/>
              </a:ext>
            </a:extLst>
          </p:cNvPr>
          <p:cNvSpPr txBox="1"/>
          <p:nvPr/>
        </p:nvSpPr>
        <p:spPr>
          <a:xfrm>
            <a:off x="554803" y="2511772"/>
            <a:ext cx="595187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Strengthen climate policies and plans to support financing for community-led adaptation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Mobilize large-scale public investments in poverty reduction to support community-led adaptation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Achieve meaningful participation for poor women and men in resilience-related decision-making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2063576-91BC-2601-8D8E-A6F6CC62A25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45351" r="-579"/>
          <a:stretch/>
        </p:blipFill>
        <p:spPr>
          <a:xfrm>
            <a:off x="6506678" y="1333521"/>
            <a:ext cx="4854339" cy="494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948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93E0C5C-12EF-289E-4956-6FD3FAD8BF88}"/>
              </a:ext>
            </a:extLst>
          </p:cNvPr>
          <p:cNvSpPr txBox="1">
            <a:spLocks/>
          </p:cNvSpPr>
          <p:nvPr/>
        </p:nvSpPr>
        <p:spPr>
          <a:xfrm>
            <a:off x="3339966" y="1447800"/>
            <a:ext cx="445812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PH" b="1" dirty="0">
                <a:solidFill>
                  <a:srgbClr val="1B2F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1218056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ADB Document" ma:contentTypeID="0x0101008911345A3DAEDD4C94E405931CFDF63500ABC5BDE0A65056449F41FF865698E92A" ma:contentTypeVersion="6" ma:contentTypeDescription="" ma:contentTypeScope="" ma:versionID="83bec85c2fef85402d9fbda21feec7b6">
  <xsd:schema xmlns:xsd="http://www.w3.org/2001/XMLSchema" xmlns:xs="http://www.w3.org/2001/XMLSchema" xmlns:p="http://schemas.microsoft.com/office/2006/metadata/properties" xmlns:ns2="c1fdd505-2570-46c2-bd04-3e0f2d874cf5" xmlns:ns3="feb73457-e184-407c-8680-57a2607975dc" targetNamespace="http://schemas.microsoft.com/office/2006/metadata/properties" ma:root="true" ma:fieldsID="f3fbbf2fe7f9c75b20eaaf41fb38be9a" ns2:_="" ns3:_="">
    <xsd:import namespace="c1fdd505-2570-46c2-bd04-3e0f2d874cf5"/>
    <xsd:import namespace="feb73457-e184-407c-8680-57a2607975dc"/>
    <xsd:element name="properties">
      <xsd:complexType>
        <xsd:sequence>
          <xsd:element name="documentManagement">
            <xsd:complexType>
              <xsd:all>
                <xsd:element ref="ns2:ADBDocumentTypeValue" minOccurs="0"/>
                <xsd:element ref="ns2:ADBDocumentDate" minOccurs="0"/>
                <xsd:element ref="ns2:ADBMonth" minOccurs="0"/>
                <xsd:element ref="ns2:ADBYear" minOccurs="0"/>
                <xsd:element ref="ns2:ADBAuthors" minOccurs="0"/>
                <xsd:element ref="ns2:ADBSourceLink" minOccurs="0"/>
                <xsd:element ref="ns2:ADBCirculatedLink" minOccurs="0"/>
                <xsd:element ref="ns2:d61536b25a8a4fedb48bb564279be82a" minOccurs="0"/>
                <xsd:element ref="ns2:h00e4aaaf4624e24a7df7f06faa038c6" minOccurs="0"/>
                <xsd:element ref="ns2:k985dbdc596c44d7acaf8184f33920f0" minOccurs="0"/>
                <xsd:element ref="ns2:a37ff23a602146d4934a49238d370ca5" minOccurs="0"/>
                <xsd:element ref="ns2:TaxCatchAll" minOccurs="0"/>
                <xsd:element ref="ns2:d01a0ce1b141461dbfb235a3ab729a2c" minOccurs="0"/>
                <xsd:element ref="ns2:p030e467f78f45b4ae8f7e2c17ea4d82" minOccurs="0"/>
                <xsd:element ref="ns2:j78542b1fffc4a1c84659474212e3133" minOccurs="0"/>
                <xsd:element ref="ns3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fdd505-2570-46c2-bd04-3e0f2d874cf5" elementFormDefault="qualified">
    <xsd:import namespace="http://schemas.microsoft.com/office/2006/documentManagement/types"/>
    <xsd:import namespace="http://schemas.microsoft.com/office/infopath/2007/PartnerControls"/>
    <xsd:element name="ADBDocumentTypeValue" ma:index="2" nillable="true" ma:displayName="Document Type" ma:hidden="true" ma:internalName="ADBDocumentTypeValue" ma:readOnly="false">
      <xsd:simpleType>
        <xsd:restriction base="dms:Text">
          <xsd:maxLength value="255"/>
        </xsd:restriction>
      </xsd:simpleType>
    </xsd:element>
    <xsd:element name="ADBDocumentDate" ma:index="4" nillable="true" ma:displayName="Document Date" ma:format="DateOnly" ma:internalName="ADBDocumentDate">
      <xsd:simpleType>
        <xsd:restriction base="dms:DateTime"/>
      </xsd:simpleType>
    </xsd:element>
    <xsd:element name="ADBMonth" ma:index="5" nillable="true" ma:displayName="Month" ma:format="Dropdown" ma:internalName="ADBMonth">
      <xsd:simpleType>
        <xsd:restriction base="dms:Choice">
          <xsd:enumeration value="01-Jan"/>
          <xsd:enumeration value="02-Feb"/>
          <xsd:enumeration value="03-Mar"/>
          <xsd:enumeration value="04-Apr"/>
          <xsd:enumeration value="05-May"/>
          <xsd:enumeration value="06-Jun"/>
          <xsd:enumeration value="07-Jul"/>
          <xsd:enumeration value="08-Aug"/>
          <xsd:enumeration value="09-Sep"/>
          <xsd:enumeration value="10-Oct"/>
          <xsd:enumeration value="11-Nov"/>
          <xsd:enumeration value="12-Dec"/>
        </xsd:restriction>
      </xsd:simpleType>
    </xsd:element>
    <xsd:element name="ADBYear" ma:index="6" nillable="true" ma:displayName="Year" ma:internalName="ADBYear">
      <xsd:simpleType>
        <xsd:restriction base="dms:Text">
          <xsd:maxLength value="4"/>
        </xsd:restriction>
      </xsd:simpleType>
    </xsd:element>
    <xsd:element name="ADBAuthors" ma:index="7" nillable="true" ma:displayName="Authors" ma:list="UserInfo" ma:SharePointGroup="0" ma:internalName="ADBAuthors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DBSourceLink" ma:index="13" nillable="true" ma:displayName="Source Link" ma:format="Hyperlink" ma:internalName="ADBSource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ADBCirculatedLink" ma:index="14" nillable="true" ma:displayName="Final Document Link" ma:format="Hyperlink" ma:internalName="ADBCirculated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d61536b25a8a4fedb48bb564279be82a" ma:index="16" nillable="true" ma:taxonomy="true" ma:internalName="d61536b25a8a4fedb48bb564279be82a" ma:taxonomyFieldName="ADBDepartmentOwner" ma:displayName="Department Owner" ma:default="" ma:fieldId="{d61536b2-5a8a-4fed-b48b-b564279be82a}" ma:sspId="115af50e-efb3-4a0e-b425-875ff625e09e" ma:termSetId="b965cdb6-1071-4c6a-a9a3-189d53a950d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h00e4aaaf4624e24a7df7f06faa038c6" ma:index="18" nillable="true" ma:taxonomy="true" ma:internalName="h00e4aaaf4624e24a7df7f06faa038c6" ma:taxonomyFieldName="ADBDocumentLanguage" ma:displayName="Document Language" ma:default="1;#English|16ac8743-31bb-43f8-9a73-533a041667d6" ma:fieldId="{100e4aaa-f462-4e24-a7df-7f06faa038c6}" ma:sspId="115af50e-efb3-4a0e-b425-875ff625e09e" ma:termSetId="fdf74959-6eb2-4689-a0fc-b9e1ab230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985dbdc596c44d7acaf8184f33920f0" ma:index="20" nillable="true" ma:taxonomy="true" ma:internalName="k985dbdc596c44d7acaf8184f33920f0" ma:taxonomyFieldName="ADBCountry" ma:displayName="Country" ma:default="" ma:fieldId="{4985dbdc-596c-44d7-acaf-8184f33920f0}" ma:sspId="115af50e-efb3-4a0e-b425-875ff625e09e" ma:termSetId="169202c7-46da-431e-ac86-348c41a1f49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37ff23a602146d4934a49238d370ca5" ma:index="21" nillable="true" ma:taxonomy="true" ma:internalName="a37ff23a602146d4934a49238d370ca5" ma:taxonomyFieldName="ADBDocumentType" ma:displayName="ADB Document Type" ma:default="" ma:fieldId="{a37ff23a-6021-46d4-934a-49238d370ca5}" ma:sspId="115af50e-efb3-4a0e-b425-875ff625e09e" ma:termSetId="ebf26521-a829-4b24-b73e-5e500b1bc1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22" nillable="true" ma:displayName="Taxonomy Catch All Column" ma:hidden="true" ma:list="{14b0af31-14fe-44d8-b2e8-b2c4bac16f43}" ma:internalName="TaxCatchAll" ma:showField="CatchAllData" ma:web="ea22d1fe-32cf-4ade-94a4-8ccff32d8af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d01a0ce1b141461dbfb235a3ab729a2c" ma:index="23" nillable="true" ma:taxonomy="true" ma:internalName="d01a0ce1b141461dbfb235a3ab729a2c" ma:taxonomyFieldName="ADBSector" ma:displayName="Sector" ma:default="" ma:fieldId="{d01a0ce1-b141-461d-bfb2-35a3ab729a2c}" ma:sspId="115af50e-efb3-4a0e-b425-875ff625e09e" ma:termSetId="bae01210-cdc5-4479-86d7-616c28c0a9b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030e467f78f45b4ae8f7e2c17ea4d82" ma:index="27" nillable="true" ma:taxonomy="true" ma:internalName="p030e467f78f45b4ae8f7e2c17ea4d82" ma:taxonomyFieldName="ADBDocumentSecurity" ma:displayName="Document Security" ma:default="" ma:fieldId="{9030e467-f78f-45b4-ae8f-7e2c17ea4d82}" ma:sspId="115af50e-efb3-4a0e-b425-875ff625e09e" ma:termSetId="9b0b4686-afa9-4a02-bc15-8fbc99f1721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78542b1fffc4a1c84659474212e3133" ma:index="29" nillable="true" ma:taxonomy="true" ma:internalName="j78542b1fffc4a1c84659474212e3133" ma:taxonomyFieldName="ADBContentGroup" ma:displayName="Content Group" ma:readOnly="false" ma:default="" ma:fieldId="{378542b1-fffc-4a1c-8465-9474212e3133}" ma:taxonomyMulti="true" ma:sspId="115af50e-efb3-4a0e-b425-875ff625e09e" ma:termSetId="2a9ffbee-93a5-418b-bcdb-8d6817936e6b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b73457-e184-407c-8680-57a2607975d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30" nillable="true" ma:displayName="Image Tags_0" ma:hidden="true" ma:internalName="lcf76f155ced4ddcb4097134ff3c332f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4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j78542b1fffc4a1c84659474212e3133 xmlns="c1fdd505-2570-46c2-bd04-3e0f2d874cf5">
      <Terms xmlns="http://schemas.microsoft.com/office/infopath/2007/PartnerControls"/>
    </j78542b1fffc4a1c84659474212e3133>
    <ADBDocumentDate xmlns="c1fdd505-2570-46c2-bd04-3e0f2d874cf5" xsi:nil="true"/>
    <ADBMonth xmlns="c1fdd505-2570-46c2-bd04-3e0f2d874cf5" xsi:nil="true"/>
    <a37ff23a602146d4934a49238d370ca5 xmlns="c1fdd505-2570-46c2-bd04-3e0f2d874cf5">
      <Terms xmlns="http://schemas.microsoft.com/office/infopath/2007/PartnerControls"/>
    </a37ff23a602146d4934a49238d370ca5>
    <ADBYear xmlns="c1fdd505-2570-46c2-bd04-3e0f2d874cf5" xsi:nil="true"/>
    <ADBAuthors xmlns="c1fdd505-2570-46c2-bd04-3e0f2d874cf5">
      <UserInfo>
        <DisplayName/>
        <AccountId xsi:nil="true"/>
        <AccountType/>
      </UserInfo>
    </ADBAuthors>
    <p030e467f78f45b4ae8f7e2c17ea4d82 xmlns="c1fdd505-2570-46c2-bd04-3e0f2d874cf5">
      <Terms xmlns="http://schemas.microsoft.com/office/infopath/2007/PartnerControls"/>
    </p030e467f78f45b4ae8f7e2c17ea4d82>
    <k985dbdc596c44d7acaf8184f33920f0 xmlns="c1fdd505-2570-46c2-bd04-3e0f2d874cf5">
      <Terms xmlns="http://schemas.microsoft.com/office/infopath/2007/PartnerControls"/>
    </k985dbdc596c44d7acaf8184f33920f0>
    <ADBSourceLink xmlns="c1fdd505-2570-46c2-bd04-3e0f2d874cf5">
      <Url xsi:nil="true"/>
      <Description xsi:nil="true"/>
    </ADBSourceLink>
    <h00e4aaaf4624e24a7df7f06faa038c6 xmlns="c1fdd505-2570-46c2-bd04-3e0f2d874cf5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English</TermName>
          <TermId xmlns="http://schemas.microsoft.com/office/infopath/2007/PartnerControls">16ac8743-31bb-43f8-9a73-533a041667d6</TermId>
        </TermInfo>
      </Terms>
    </h00e4aaaf4624e24a7df7f06faa038c6>
    <d01a0ce1b141461dbfb235a3ab729a2c xmlns="c1fdd505-2570-46c2-bd04-3e0f2d874cf5">
      <Terms xmlns="http://schemas.microsoft.com/office/infopath/2007/PartnerControls"/>
    </d01a0ce1b141461dbfb235a3ab729a2c>
    <ADBDocumentTypeValue xmlns="c1fdd505-2570-46c2-bd04-3e0f2d874cf5" xsi:nil="true"/>
    <d61536b25a8a4fedb48bb564279be82a xmlns="c1fdd505-2570-46c2-bd04-3e0f2d874cf5">
      <Terms xmlns="http://schemas.microsoft.com/office/infopath/2007/PartnerControls"/>
    </d61536b25a8a4fedb48bb564279be82a>
    <ADBCirculatedLink xmlns="c1fdd505-2570-46c2-bd04-3e0f2d874cf5">
      <Url xsi:nil="true"/>
      <Description xsi:nil="true"/>
    </ADBCirculatedLink>
    <TaxCatchAll xmlns="c1fdd505-2570-46c2-bd04-3e0f2d874cf5">
      <Value>1</Value>
    </TaxCatchAll>
    <lcf76f155ced4ddcb4097134ff3c332f xmlns="feb73457-e184-407c-8680-57a2607975dc" xsi:nil="true"/>
  </documentManagement>
</p:properties>
</file>

<file path=customXml/item3.xml><?xml version="1.0" encoding="utf-8"?>
<?mso-contentType ?>
<SharedContentType xmlns="Microsoft.SharePoint.Taxonomy.ContentTypeSync" SourceId="33baf70b-9d20-46e6-a2d2-5b92398ba0bc" ContentTypeId="0x0101008911345A3DAEDD4C94E405931CFDF635" PreviousValue="true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6E13AA-9E11-4F0F-A9E2-181902C917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fdd505-2570-46c2-bd04-3e0f2d874cf5"/>
    <ds:schemaRef ds:uri="feb73457-e184-407c-8680-57a2607975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E3CBD8-20DD-455A-8933-22D279FE82B2}">
  <ds:schemaRefs>
    <ds:schemaRef ds:uri="http://schemas.microsoft.com/office/2006/metadata/properties"/>
    <ds:schemaRef ds:uri="http://purl.org/dc/dcmitype/"/>
    <ds:schemaRef ds:uri="c1fdd505-2570-46c2-bd04-3e0f2d874cf5"/>
    <ds:schemaRef ds:uri="http://purl.org/dc/terms/"/>
    <ds:schemaRef ds:uri="http://purl.org/dc/elements/1.1/"/>
    <ds:schemaRef ds:uri="http://schemas.microsoft.com/office/2006/documentManagement/types"/>
    <ds:schemaRef ds:uri="feb73457-e184-407c-8680-57a2607975dc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E34EF53-A462-4F04-B765-954DDF738374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FBC5993E-EC2B-4157-8788-F2E4DC691A29}">
  <ds:schemaRefs>
    <ds:schemaRef ds:uri="http://schemas.microsoft.com/sharepoint/v3/contenttype/forms"/>
  </ds:schemaRefs>
</ds:datastoreItem>
</file>

<file path=docProps/CustomMKOP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KProdID">
    <vt:lpwstr>ZMOutlook</vt:lpwstr>
  </property>
  <property fmtid="{D5CDD505-2E9C-101B-9397-08002B2CF9AE}" pid="3" name="SizeBefore">
    <vt:lpwstr>4957229</vt:lpwstr>
  </property>
  <property fmtid="{D5CDD505-2E9C-101B-9397-08002B2CF9AE}" pid="4" name="OptimizationTime">
    <vt:lpwstr>20230214_1933</vt:lpwstr>
  </property>
</Properties>
</file>

<file path=docProps/app.xml><?xml version="1.0" encoding="utf-8"?>
<Properties xmlns="http://schemas.openxmlformats.org/officeDocument/2006/extended-properties" xmlns:vt="http://schemas.openxmlformats.org/officeDocument/2006/docPropsVTypes">
  <TotalTime>1634</TotalTime>
  <Words>1184</Words>
  <Application>Microsoft Macintosh PowerPoint</Application>
  <PresentationFormat>Widescreen</PresentationFormat>
  <Paragraphs>119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-apple-system</vt:lpstr>
      <vt:lpstr>Arial</vt:lpstr>
      <vt:lpstr>Arial MT</vt:lpstr>
      <vt:lpstr>Calibri</vt:lpstr>
      <vt:lpstr>Trebuchet MS</vt:lpstr>
      <vt:lpstr>1_Office Theme</vt:lpstr>
      <vt:lpstr>Innovative Financing Mechanisms for Climate-smart Agriculture</vt:lpstr>
      <vt:lpstr>Overview</vt:lpstr>
      <vt:lpstr>ADB  is Committed to be Asia and the Pacific's Climate Bank</vt:lpstr>
      <vt:lpstr>ADB has Announced its Ambition to Address Food Insecurity</vt:lpstr>
      <vt:lpstr>Financing Policy Reforms in Agriculture Sector is Essential for Climate Resilience in the Developing World</vt:lpstr>
      <vt:lpstr>Innovative Natural Capital Financing Facility (INCFF): Addressing the Food-Climate-Nature Nexus </vt:lpstr>
      <vt:lpstr>Stimulate Private Sector Participation in Promoting Climate-smart Agriculture Practices</vt:lpstr>
      <vt:lpstr>Develop carbon markets that are tailored for region’s needs and sensitive to smallholder farmers</vt:lpstr>
      <vt:lpstr>Community Resilience Partnership Program: A Bottom-up Approach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Kookie Trivino</dc:creator>
  <cp:lastModifiedBy>Navin K. Twarakavi</cp:lastModifiedBy>
  <cp:revision>22</cp:revision>
  <cp:lastPrinted>2022-07-19T09:02:55Z</cp:lastPrinted>
  <dcterms:created xsi:type="dcterms:W3CDTF">2021-09-28T01:45:27Z</dcterms:created>
  <dcterms:modified xsi:type="dcterms:W3CDTF">2023-02-12T05:25:36Z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0x0101008911345A3DAEDD4C94E405931CFDF63500ABC5BDE0A65056449F41FF865698E92A</vt:lpwstr>
  </property>
  <property fmtid="{D5CDD505-2E9C-101B-9397-08002B2CF9AE}" pid="3" name="TaxCatchAll">
    <vt:lpwstr>1;#English|16ac8743-31bb-43f8-9a73-533a041667d6</vt:lpwstr>
  </property>
  <property fmtid="{D5CDD505-2E9C-101B-9397-08002B2CF9AE}" pid="4" name="h00e4aaaf4624e24a7df7f06faa038c6">
    <vt:lpwstr>English|16ac8743-31bb-43f8-9a73-533a041667d6</vt:lpwstr>
  </property>
  <property fmtid="{D5CDD505-2E9C-101B-9397-08002B2CF9AE}" pid="5" name="ADBDepartmentOwner">
    <vt:lpwstr/>
  </property>
  <property fmtid="{D5CDD505-2E9C-101B-9397-08002B2CF9AE}" pid="6" name="p030e467f78f45b4ae8f7e2c17ea4d82">
    <vt:lpwstr/>
  </property>
  <property fmtid="{D5CDD505-2E9C-101B-9397-08002B2CF9AE}" pid="7" name="a37ff23a602146d4934a49238d370ca5">
    <vt:lpwstr/>
  </property>
  <property fmtid="{D5CDD505-2E9C-101B-9397-08002B2CF9AE}" pid="8" name="k985dbdc596c44d7acaf8184f33920f0">
    <vt:lpwstr/>
  </property>
  <property fmtid="{D5CDD505-2E9C-101B-9397-08002B2CF9AE}" pid="9" name="ADBCountry">
    <vt:lpwstr/>
  </property>
  <property fmtid="{D5CDD505-2E9C-101B-9397-08002B2CF9AE}" pid="10" name="d61536b25a8a4fedb48bb564279be82a">
    <vt:lpwstr/>
  </property>
  <property fmtid="{D5CDD505-2E9C-101B-9397-08002B2CF9AE}" pid="11" name="ADBCountryDocumentType">
    <vt:lpwstr/>
  </property>
  <property fmtid="{D5CDD505-2E9C-101B-9397-08002B2CF9AE}" pid="12" name="ADBDocumentType">
    <vt:lpwstr/>
  </property>
  <property fmtid="{D5CDD505-2E9C-101B-9397-08002B2CF9AE}" pid="13" name="hca2169e3b0945318411f30479ba40c8">
    <vt:lpwstr/>
  </property>
  <property fmtid="{D5CDD505-2E9C-101B-9397-08002B2CF9AE}" pid="14" name="ADBProjectDocumentType">
    <vt:lpwstr/>
  </property>
  <property fmtid="{D5CDD505-2E9C-101B-9397-08002B2CF9AE}" pid="15" name="ADBProject">
    <vt:lpwstr/>
  </property>
  <property fmtid="{D5CDD505-2E9C-101B-9397-08002B2CF9AE}" pid="16" name="a0d1b14b197747dfafc19f70ff45d4f6">
    <vt:lpwstr/>
  </property>
  <property fmtid="{D5CDD505-2E9C-101B-9397-08002B2CF9AE}" pid="17" name="ADBSector">
    <vt:lpwstr/>
  </property>
  <property fmtid="{D5CDD505-2E9C-101B-9397-08002B2CF9AE}" pid="18" name="ADBContentGroup">
    <vt:lpwstr/>
  </property>
  <property fmtid="{D5CDD505-2E9C-101B-9397-08002B2CF9AE}" pid="19" name="de77c5b4d20d4bdeb0b6d09350193e53">
    <vt:lpwstr/>
  </property>
  <property fmtid="{D5CDD505-2E9C-101B-9397-08002B2CF9AE}" pid="20" name="d01a0ce1b141461dbfb235a3ab729a2c">
    <vt:lpwstr/>
  </property>
  <property fmtid="{D5CDD505-2E9C-101B-9397-08002B2CF9AE}" pid="21" name="ADBDocumentSecurity">
    <vt:lpwstr/>
  </property>
  <property fmtid="{D5CDD505-2E9C-101B-9397-08002B2CF9AE}" pid="22" name="ADBDocumentLanguage">
    <vt:lpwstr>1;#English|16ac8743-31bb-43f8-9a73-533a041667d6</vt:lpwstr>
  </property>
  <property fmtid="{D5CDD505-2E9C-101B-9397-08002B2CF9AE}" pid="23" name="MediaServiceImageTags">
    <vt:lpwstr/>
  </property>
  <property fmtid="{D5CDD505-2E9C-101B-9397-08002B2CF9AE}" pid="24" name="ADBDivision">
    <vt:lpwstr>7;#ERMR|1b0f6326-b8c9-47db-9084-1685569433b2</vt:lpwstr>
  </property>
  <property fmtid="{D5CDD505-2E9C-101B-9397-08002B2CF9AE}" pid="25" name="MSIP_Label_817d4574-7375-4d17-b29c-6e4c6df0fcb0_Enabled">
    <vt:lpwstr>true</vt:lpwstr>
  </property>
  <property fmtid="{D5CDD505-2E9C-101B-9397-08002B2CF9AE}" pid="26" name="MSIP_Label_817d4574-7375-4d17-b29c-6e4c6df0fcb0_SetDate">
    <vt:lpwstr>2023-01-27T02:30:28Z</vt:lpwstr>
  </property>
  <property fmtid="{D5CDD505-2E9C-101B-9397-08002B2CF9AE}" pid="27" name="MSIP_Label_817d4574-7375-4d17-b29c-6e4c6df0fcb0_Method">
    <vt:lpwstr>Standard</vt:lpwstr>
  </property>
  <property fmtid="{D5CDD505-2E9C-101B-9397-08002B2CF9AE}" pid="28" name="MSIP_Label_817d4574-7375-4d17-b29c-6e4c6df0fcb0_Name">
    <vt:lpwstr>ADB Internal</vt:lpwstr>
  </property>
  <property fmtid="{D5CDD505-2E9C-101B-9397-08002B2CF9AE}" pid="29" name="MSIP_Label_817d4574-7375-4d17-b29c-6e4c6df0fcb0_SiteId">
    <vt:lpwstr>9495d6bb-41c2-4c58-848f-92e52cf3d640</vt:lpwstr>
  </property>
  <property fmtid="{D5CDD505-2E9C-101B-9397-08002B2CF9AE}" pid="30" name="MSIP_Label_817d4574-7375-4d17-b29c-6e4c6df0fcb0_ActionId">
    <vt:lpwstr>3f242585-de31-44de-bb2c-f342bee07617</vt:lpwstr>
  </property>
  <property fmtid="{D5CDD505-2E9C-101B-9397-08002B2CF9AE}" pid="31" name="MSIP_Label_817d4574-7375-4d17-b29c-6e4c6df0fcb0_ContentBits">
    <vt:lpwstr>2</vt:lpwstr>
  </property>
  <property fmtid="{D5CDD505-2E9C-101B-9397-08002B2CF9AE}" pid="32" name="ClassificationContentMarkingFooterLocations">
    <vt:lpwstr>Office Theme:8\1_Office Theme:8</vt:lpwstr>
  </property>
  <property fmtid="{D5CDD505-2E9C-101B-9397-08002B2CF9AE}" pid="33" name="ClassificationContentMarkingFooterText">
    <vt:lpwstr>INTERNAL. This information is accessible to ADB Management and staff. It may be shared outside ADB with appropriate permission.</vt:lpwstr>
  </property>
</Properties>
</file>