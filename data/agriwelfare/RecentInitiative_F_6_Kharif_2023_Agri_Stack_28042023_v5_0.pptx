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15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69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247.xml" ContentType="application/vnd.openxmlformats-officedocument.presentationml.slideLayout+xml"/>
  <Override PartName="/ppt/theme/themeOverride1.xml" ContentType="application/vnd.openxmlformats-officedocument.themeOverride+xml"/>
  <Override PartName="/ppt/tableStyles.xml" ContentType="application/vnd.openxmlformats-officedocument.presentationml.tableStyles+xml"/>
  <Override PartName="/ppt/slideLayouts/slideLayout102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225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slideLayouts/slideLayout7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90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Layouts/slideLayout32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66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200.xml" ContentType="application/vnd.openxmlformats-officedocument.presentationml.slideLayout+xml"/>
  <Override PartName="/ppt/diagrams/colors1.xml" ContentType="application/vnd.openxmlformats-officedocument.drawingml.diagramColors+xml"/>
  <Default Extension="svg" ContentType="image/svg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249.xml" ContentType="application/vnd.openxmlformats-officedocument.presentationml.slideLayout+xml"/>
  <Override PartName="/ppt/tags/tag2.xml" ContentType="application/vnd.openxmlformats-officedocument.presentationml.tags+xml"/>
  <Override PartName="/ppt/slideLayouts/slideLayout5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241.xml" ContentType="application/vnd.openxmlformats-officedocument.presentationml.slideLayout+xml"/>
  <Override PartName="/ppt/theme/theme12.xml" ContentType="application/vnd.openxmlformats-officedocument.them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s/slide24.xml" ContentType="application/vnd.openxmlformats-officedocument.presentationml.slide+xml"/>
  <Override PartName="/ppt/slideLayouts/slideLayout34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Layouts/slideLayout179.xml" ContentType="application/vnd.openxmlformats-officedocument.presentationml.slideLayout+xml"/>
  <Override PartName="/ppt/slideLayouts/slideLayout213.xml" ContentType="application/vnd.openxmlformats-officedocument.presentationml.slideLayout+xml"/>
  <Override PartName="/ppt/theme/theme9.xml" ContentType="application/vnd.openxmlformats-officedocument.theme+xml"/>
  <Override PartName="/ppt/slideLayouts/slideLayout23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60.xml" ContentType="application/vnd.openxmlformats-officedocument.presentationml.slideLayout+xml"/>
  <Override PartName="/ppt/theme/theme13.xml" ContentType="application/vnd.openxmlformats-officedocument.theme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diagrams/data1.xml" ContentType="application/vnd.openxmlformats-officedocument.drawingml.diagramData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5.xml" ContentType="application/vnd.openxmlformats-officedocument.presentationml.slideLayout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64.xml" ContentType="application/vnd.openxmlformats-officedocument.presentationml.slideLayout+xml"/>
  <Override PartName="/ppt/diagrams/quickStyle2.xml" ContentType="application/vnd.openxmlformats-officedocument.drawingml.diagramStyle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94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83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248.xml" ContentType="application/vnd.openxmlformats-officedocument.presentationml.slideLayout+xml"/>
  <Override PartName="/ppt/tags/tag1.xml" ContentType="application/vnd.openxmlformats-officedocument.presentationml.tags+xml"/>
  <Override PartName="/ppt/slideLayouts/slideLayout50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73.xml" ContentType="application/vnd.openxmlformats-officedocument.presentationml.slideLayout+xml"/>
  <Default Extension="wdp" ContentType="image/vnd.ms-photo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215.xml" ContentType="application/vnd.openxmlformats-officedocument.presentationml.slideLayout+xml"/>
  <Override PartName="/ppt/slideLayouts/slideLayout262.xml" ContentType="application/vnd.openxmlformats-officedocument.presentationml.slideLayout+xml"/>
  <Override PartName="/ppt/diagrams/layout2.xml" ContentType="application/vnd.openxmlformats-officedocument.drawingml.diagramLayout+xml"/>
  <Override PartName="/ppt/slideLayouts/slideLayout99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240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91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Layouts/slideLayout223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85.xml" ContentType="application/vnd.openxmlformats-officedocument.presentationml.slideLayout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diagrams/drawing1.xml" ContentType="application/vnd.ms-office.drawingml.diagramDrawing+xml"/>
  <Override PartName="/ppt/slideLayouts/slideLayout16.xml" ContentType="application/vnd.openxmlformats-officedocument.presentationml.slideLayout+xml"/>
  <Default Extension="jpeg" ContentType="image/jpeg"/>
  <Override PartName="/ppt/slideLayouts/slideLayout63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52.xml" ContentType="application/vnd.openxmlformats-officedocument.presentationml.slideLayout+xml"/>
  <Override PartName="/ppt/diagrams/quickStyle1.xml" ContentType="application/vnd.openxmlformats-officedocument.drawingml.diagramStyle+xml"/>
  <Override PartName="/ppt/tags/tag3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7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0" r:id="rId3"/>
    <p:sldMasterId id="2147483694" r:id="rId4"/>
    <p:sldMasterId id="2147483724" r:id="rId5"/>
    <p:sldMasterId id="2147483753" r:id="rId6"/>
    <p:sldMasterId id="2147483783" r:id="rId7"/>
    <p:sldMasterId id="2147483813" r:id="rId8"/>
    <p:sldMasterId id="2147483842" r:id="rId9"/>
    <p:sldMasterId id="2147483872" r:id="rId10"/>
    <p:sldMasterId id="2147483901" r:id="rId11"/>
    <p:sldMasterId id="2147483905" r:id="rId12"/>
  </p:sldMasterIdLst>
  <p:notesMasterIdLst>
    <p:notesMasterId r:id="rId40"/>
  </p:notesMasterIdLst>
  <p:sldIdLst>
    <p:sldId id="257" r:id="rId13"/>
    <p:sldId id="260" r:id="rId14"/>
    <p:sldId id="2147479192" r:id="rId15"/>
    <p:sldId id="2147479186" r:id="rId16"/>
    <p:sldId id="2147479193" r:id="rId17"/>
    <p:sldId id="261" r:id="rId18"/>
    <p:sldId id="2147479163" r:id="rId19"/>
    <p:sldId id="2147479266" r:id="rId20"/>
    <p:sldId id="2147479262" r:id="rId21"/>
    <p:sldId id="2147478990" r:id="rId22"/>
    <p:sldId id="2147478943" r:id="rId23"/>
    <p:sldId id="2147479191" r:id="rId24"/>
    <p:sldId id="2147479189" r:id="rId25"/>
    <p:sldId id="2147479188" r:id="rId26"/>
    <p:sldId id="2147479180" r:id="rId27"/>
    <p:sldId id="2147479269" r:id="rId28"/>
    <p:sldId id="2147479268" r:id="rId29"/>
    <p:sldId id="2147479270" r:id="rId30"/>
    <p:sldId id="2147479271" r:id="rId31"/>
    <p:sldId id="2147479263" r:id="rId32"/>
    <p:sldId id="2147479154" r:id="rId33"/>
    <p:sldId id="2147478944" r:id="rId34"/>
    <p:sldId id="2147479160" r:id="rId35"/>
    <p:sldId id="2147479260" r:id="rId36"/>
    <p:sldId id="2147479240" r:id="rId37"/>
    <p:sldId id="2147479194" r:id="rId38"/>
    <p:sldId id="214747924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E8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3BC6C-AEDD-4913-BB2B-2C75F4A849BB}" v="9" dt="2023-05-01T06:51:42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11" autoAdjust="0"/>
    <p:restoredTop sz="94660"/>
  </p:normalViewPr>
  <p:slideViewPr>
    <p:cSldViewPr snapToGrid="0">
      <p:cViewPr varScale="1">
        <p:scale>
          <a:sx n="91" d="100"/>
          <a:sy n="91" d="100"/>
        </p:scale>
        <p:origin x="-53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60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jpeg"/><Relationship Id="rId2" Type="http://schemas.openxmlformats.org/officeDocument/2006/relationships/image" Target="../media/image281.jpeg"/><Relationship Id="rId1" Type="http://schemas.openxmlformats.org/officeDocument/2006/relationships/image" Target="../media/image271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jpeg"/><Relationship Id="rId2" Type="http://schemas.openxmlformats.org/officeDocument/2006/relationships/image" Target="../media/image281.jpeg"/><Relationship Id="rId1" Type="http://schemas.openxmlformats.org/officeDocument/2006/relationships/image" Target="../media/image27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B89C48-4571-4C41-904A-DD27BF30E997}" type="doc">
      <dgm:prSet loTypeId="urn:microsoft.com/office/officeart/2008/layout/BendingPictureCaption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FAD7657-1223-4071-8E9F-C1883717A169}">
      <dgm:prSet phldrT="[Text]" custT="1"/>
      <dgm:spPr>
        <a:solidFill>
          <a:schemeClr val="tx2"/>
        </a:solidFill>
        <a:ln>
          <a:noFill/>
        </a:ln>
      </dgm:spPr>
      <dgm:t>
        <a:bodyPr/>
        <a:lstStyle/>
        <a:p>
          <a:r>
            <a:rPr lang="en-US" sz="800" b="1" dirty="0"/>
            <a:t>Farmer</a:t>
          </a:r>
          <a:endParaRPr lang="en-IN" sz="800" b="1" dirty="0"/>
        </a:p>
      </dgm:t>
    </dgm:pt>
    <dgm:pt modelId="{1867DD52-0EE8-4B1D-97E3-701576A69240}" type="parTrans" cxnId="{1C18E14B-FE78-4307-AE9D-4CB8F2433A14}">
      <dgm:prSet/>
      <dgm:spPr/>
      <dgm:t>
        <a:bodyPr/>
        <a:lstStyle/>
        <a:p>
          <a:endParaRPr lang="en-IN"/>
        </a:p>
      </dgm:t>
    </dgm:pt>
    <dgm:pt modelId="{5E2B68ED-D6AA-4C77-92F5-F126580787CB}" type="sibTrans" cxnId="{1C18E14B-FE78-4307-AE9D-4CB8F2433A14}">
      <dgm:prSet/>
      <dgm:spPr/>
      <dgm:t>
        <a:bodyPr/>
        <a:lstStyle/>
        <a:p>
          <a:endParaRPr lang="en-IN"/>
        </a:p>
      </dgm:t>
    </dgm:pt>
    <dgm:pt modelId="{ECBC12A1-E129-40D5-AD57-A2F6D208B160}">
      <dgm:prSet phldrT="[Text]" custT="1"/>
      <dgm:spPr>
        <a:solidFill>
          <a:schemeClr val="tx2"/>
        </a:solidFill>
        <a:ln>
          <a:noFill/>
        </a:ln>
      </dgm:spPr>
      <dgm:t>
        <a:bodyPr/>
        <a:lstStyle/>
        <a:p>
          <a:r>
            <a:rPr lang="en-US" sz="800" b="1" dirty="0"/>
            <a:t>Crop Sown</a:t>
          </a:r>
          <a:endParaRPr lang="en-IN" sz="800" b="1" dirty="0"/>
        </a:p>
      </dgm:t>
    </dgm:pt>
    <dgm:pt modelId="{4326E9AF-377B-4397-8B7B-0FF29F2D0A59}" type="parTrans" cxnId="{5846D52C-12EA-4BEE-83C9-9519D4DA121A}">
      <dgm:prSet/>
      <dgm:spPr/>
      <dgm:t>
        <a:bodyPr/>
        <a:lstStyle/>
        <a:p>
          <a:endParaRPr lang="en-IN"/>
        </a:p>
      </dgm:t>
    </dgm:pt>
    <dgm:pt modelId="{1125147D-6DE4-452A-920F-10FA42BD2133}" type="sibTrans" cxnId="{5846D52C-12EA-4BEE-83C9-9519D4DA121A}">
      <dgm:prSet/>
      <dgm:spPr/>
      <dgm:t>
        <a:bodyPr/>
        <a:lstStyle/>
        <a:p>
          <a:endParaRPr lang="en-IN"/>
        </a:p>
      </dgm:t>
    </dgm:pt>
    <dgm:pt modelId="{0259F442-4840-405C-8414-756D5957F0BE}">
      <dgm:prSet phldrT="[Text]" custT="1"/>
      <dgm:spPr>
        <a:solidFill>
          <a:schemeClr val="tx2"/>
        </a:solidFill>
        <a:ln>
          <a:noFill/>
        </a:ln>
      </dgm:spPr>
      <dgm:t>
        <a:bodyPr/>
        <a:lstStyle/>
        <a:p>
          <a:r>
            <a:rPr lang="en-US" sz="600" b="1" dirty="0"/>
            <a:t>Geo-Ref. Village Maps</a:t>
          </a:r>
          <a:endParaRPr lang="en-IN" sz="600" b="1" dirty="0"/>
        </a:p>
      </dgm:t>
    </dgm:pt>
    <dgm:pt modelId="{F0D61336-FC73-4BA9-89C1-76438129EFC4}" type="parTrans" cxnId="{90760AB5-5D4B-4E63-988E-F58F3CBDB772}">
      <dgm:prSet/>
      <dgm:spPr/>
      <dgm:t>
        <a:bodyPr/>
        <a:lstStyle/>
        <a:p>
          <a:endParaRPr lang="en-IN"/>
        </a:p>
      </dgm:t>
    </dgm:pt>
    <dgm:pt modelId="{CA65F1D4-98AF-4F48-A3F0-29F5C47F6C07}" type="sibTrans" cxnId="{90760AB5-5D4B-4E63-988E-F58F3CBDB772}">
      <dgm:prSet/>
      <dgm:spPr/>
      <dgm:t>
        <a:bodyPr/>
        <a:lstStyle/>
        <a:p>
          <a:endParaRPr lang="en-IN"/>
        </a:p>
      </dgm:t>
    </dgm:pt>
    <dgm:pt modelId="{7A1EEAB6-442B-4745-9610-E15428983875}" type="pres">
      <dgm:prSet presAssocID="{8FB89C48-4571-4C41-904A-DD27BF30E99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AD778DC-B9D8-4A05-AE4B-2639D9F613B0}" type="pres">
      <dgm:prSet presAssocID="{7FAD7657-1223-4071-8E9F-C1883717A169}" presName="composite" presStyleCnt="0"/>
      <dgm:spPr/>
    </dgm:pt>
    <dgm:pt modelId="{A2C4A18F-47A6-4BB4-AB5A-C15208C8AE33}" type="pres">
      <dgm:prSet presAssocID="{7FAD7657-1223-4071-8E9F-C1883717A169}" presName="rect1" presStyleLbl="bgImgPlace1" presStyleIdx="0" presStyleCnt="3" custScaleY="66520" custLinFactNeighborX="2407" custLinFactNeighborY="10030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5230F111-20F1-4ED3-A994-CED2DC00C203}" type="pres">
      <dgm:prSet presAssocID="{7FAD7657-1223-4071-8E9F-C1883717A169}" presName="wedgeRectCallout1" presStyleLbl="node1" presStyleIdx="0" presStyleCnt="3" custScaleX="75030" custScaleY="75029" custLinFactNeighborX="2705" custLinFactNeighborY="286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00A726-8435-40A1-9BA1-6994F75944FC}" type="pres">
      <dgm:prSet presAssocID="{5E2B68ED-D6AA-4C77-92F5-F126580787CB}" presName="sibTrans" presStyleCnt="0"/>
      <dgm:spPr/>
    </dgm:pt>
    <dgm:pt modelId="{73694ACA-7D96-4B7E-962D-317DD699AE8F}" type="pres">
      <dgm:prSet presAssocID="{ECBC12A1-E129-40D5-AD57-A2F6D208B160}" presName="composite" presStyleCnt="0"/>
      <dgm:spPr/>
    </dgm:pt>
    <dgm:pt modelId="{F04BD739-1030-4F58-B48B-BD30F0FE592D}" type="pres">
      <dgm:prSet presAssocID="{ECBC12A1-E129-40D5-AD57-A2F6D208B160}" presName="rect1" presStyleLbl="bgImgPlace1" presStyleIdx="1" presStyleCnt="3" custScaleY="73783" custLinFactNeighborX="2407" custLinFactNeighborY="10030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FA1D7FC6-ABCE-4F21-868F-A8976D8A8669}" type="pres">
      <dgm:prSet presAssocID="{ECBC12A1-E129-40D5-AD57-A2F6D208B160}" presName="wedgeRectCallout1" presStyleLbl="node1" presStyleIdx="1" presStyleCnt="3" custScaleX="174434" custScaleY="120389" custLinFactNeighborX="2705" custLinFactNeighborY="286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DCDDFF-238A-41DD-A665-95453A24A96F}" type="pres">
      <dgm:prSet presAssocID="{1125147D-6DE4-452A-920F-10FA42BD2133}" presName="sibTrans" presStyleCnt="0"/>
      <dgm:spPr/>
    </dgm:pt>
    <dgm:pt modelId="{952888F5-6923-4D5F-AA27-8D98BD3F5FB5}" type="pres">
      <dgm:prSet presAssocID="{0259F442-4840-405C-8414-756D5957F0BE}" presName="composite" presStyleCnt="0"/>
      <dgm:spPr/>
    </dgm:pt>
    <dgm:pt modelId="{DB2B0DFF-8737-42BE-8AAD-0932BF9425CD}" type="pres">
      <dgm:prSet presAssocID="{0259F442-4840-405C-8414-756D5957F0BE}" presName="rect1" presStyleLbl="bgImgPlace1" presStyleIdx="2" presStyleCnt="3" custScaleX="87194" custScaleY="8719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 t="-23000" b="-23000"/>
          </a:stretch>
        </a:blipFill>
        <a:ln>
          <a:noFill/>
        </a:ln>
      </dgm:spPr>
    </dgm:pt>
    <dgm:pt modelId="{86CBCAFC-CAF0-4FA4-8AA1-5720154A1AB8}" type="pres">
      <dgm:prSet presAssocID="{0259F442-4840-405C-8414-756D5957F0BE}" presName="wedgeRectCallout1" presStyleLbl="node1" presStyleIdx="2" presStyleCnt="3" custScaleX="160959" custScaleY="134955" custLinFactNeighborX="-6460" custLinFactNeighborY="-185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6B88BC-8A88-4E1E-BCD6-4D4CFDB1DDA4}" type="presOf" srcId="{0259F442-4840-405C-8414-756D5957F0BE}" destId="{86CBCAFC-CAF0-4FA4-8AA1-5720154A1AB8}" srcOrd="0" destOrd="0" presId="urn:microsoft.com/office/officeart/2008/layout/BendingPictureCaptionList"/>
    <dgm:cxn modelId="{9CCAC7E7-F702-477C-B5B8-F5A42C5D9122}" type="presOf" srcId="{8FB89C48-4571-4C41-904A-DD27BF30E997}" destId="{7A1EEAB6-442B-4745-9610-E15428983875}" srcOrd="0" destOrd="0" presId="urn:microsoft.com/office/officeart/2008/layout/BendingPictureCaptionList"/>
    <dgm:cxn modelId="{90760AB5-5D4B-4E63-988E-F58F3CBDB772}" srcId="{8FB89C48-4571-4C41-904A-DD27BF30E997}" destId="{0259F442-4840-405C-8414-756D5957F0BE}" srcOrd="2" destOrd="0" parTransId="{F0D61336-FC73-4BA9-89C1-76438129EFC4}" sibTransId="{CA65F1D4-98AF-4F48-A3F0-29F5C47F6C07}"/>
    <dgm:cxn modelId="{5846D52C-12EA-4BEE-83C9-9519D4DA121A}" srcId="{8FB89C48-4571-4C41-904A-DD27BF30E997}" destId="{ECBC12A1-E129-40D5-AD57-A2F6D208B160}" srcOrd="1" destOrd="0" parTransId="{4326E9AF-377B-4397-8B7B-0FF29F2D0A59}" sibTransId="{1125147D-6DE4-452A-920F-10FA42BD2133}"/>
    <dgm:cxn modelId="{86DBC17A-D59C-44BF-AA4E-6906AAB449A9}" type="presOf" srcId="{ECBC12A1-E129-40D5-AD57-A2F6D208B160}" destId="{FA1D7FC6-ABCE-4F21-868F-A8976D8A8669}" srcOrd="0" destOrd="0" presId="urn:microsoft.com/office/officeart/2008/layout/BendingPictureCaptionList"/>
    <dgm:cxn modelId="{D349166A-1559-48E4-8A35-49DC3ACCD940}" type="presOf" srcId="{7FAD7657-1223-4071-8E9F-C1883717A169}" destId="{5230F111-20F1-4ED3-A994-CED2DC00C203}" srcOrd="0" destOrd="0" presId="urn:microsoft.com/office/officeart/2008/layout/BendingPictureCaptionList"/>
    <dgm:cxn modelId="{1C18E14B-FE78-4307-AE9D-4CB8F2433A14}" srcId="{8FB89C48-4571-4C41-904A-DD27BF30E997}" destId="{7FAD7657-1223-4071-8E9F-C1883717A169}" srcOrd="0" destOrd="0" parTransId="{1867DD52-0EE8-4B1D-97E3-701576A69240}" sibTransId="{5E2B68ED-D6AA-4C77-92F5-F126580787CB}"/>
    <dgm:cxn modelId="{E0AC1B59-B4CE-4565-98A3-12D9FEADDD0B}" type="presParOf" srcId="{7A1EEAB6-442B-4745-9610-E15428983875}" destId="{5AD778DC-B9D8-4A05-AE4B-2639D9F613B0}" srcOrd="0" destOrd="0" presId="urn:microsoft.com/office/officeart/2008/layout/BendingPictureCaptionList"/>
    <dgm:cxn modelId="{951A8F3D-EAD7-4F9C-962E-DE74438BAEC0}" type="presParOf" srcId="{5AD778DC-B9D8-4A05-AE4B-2639D9F613B0}" destId="{A2C4A18F-47A6-4BB4-AB5A-C15208C8AE33}" srcOrd="0" destOrd="0" presId="urn:microsoft.com/office/officeart/2008/layout/BendingPictureCaptionList"/>
    <dgm:cxn modelId="{29206554-6268-488C-B1AD-5E1CDE08B808}" type="presParOf" srcId="{5AD778DC-B9D8-4A05-AE4B-2639D9F613B0}" destId="{5230F111-20F1-4ED3-A994-CED2DC00C203}" srcOrd="1" destOrd="0" presId="urn:microsoft.com/office/officeart/2008/layout/BendingPictureCaptionList"/>
    <dgm:cxn modelId="{7CE47BB6-A937-4016-99D8-9E5E558CE3D1}" type="presParOf" srcId="{7A1EEAB6-442B-4745-9610-E15428983875}" destId="{8B00A726-8435-40A1-9BA1-6994F75944FC}" srcOrd="1" destOrd="0" presId="urn:microsoft.com/office/officeart/2008/layout/BendingPictureCaptionList"/>
    <dgm:cxn modelId="{70CB96B0-C459-47D5-A7DD-232BA0B7E2B7}" type="presParOf" srcId="{7A1EEAB6-442B-4745-9610-E15428983875}" destId="{73694ACA-7D96-4B7E-962D-317DD699AE8F}" srcOrd="2" destOrd="0" presId="urn:microsoft.com/office/officeart/2008/layout/BendingPictureCaptionList"/>
    <dgm:cxn modelId="{FD4735FF-0248-4A7B-8067-A2FD0C5C3CC3}" type="presParOf" srcId="{73694ACA-7D96-4B7E-962D-317DD699AE8F}" destId="{F04BD739-1030-4F58-B48B-BD30F0FE592D}" srcOrd="0" destOrd="0" presId="urn:microsoft.com/office/officeart/2008/layout/BendingPictureCaptionList"/>
    <dgm:cxn modelId="{CCBBEA95-C8CA-4699-9365-BD2E7CE06B91}" type="presParOf" srcId="{73694ACA-7D96-4B7E-962D-317DD699AE8F}" destId="{FA1D7FC6-ABCE-4F21-868F-A8976D8A8669}" srcOrd="1" destOrd="0" presId="urn:microsoft.com/office/officeart/2008/layout/BendingPictureCaptionList"/>
    <dgm:cxn modelId="{15A29227-9676-4F0C-BB87-A532934BC7C6}" type="presParOf" srcId="{7A1EEAB6-442B-4745-9610-E15428983875}" destId="{EEDCDDFF-238A-41DD-A665-95453A24A96F}" srcOrd="3" destOrd="0" presId="urn:microsoft.com/office/officeart/2008/layout/BendingPictureCaptionList"/>
    <dgm:cxn modelId="{B91DC34F-E518-4F04-9685-D50095675FB0}" type="presParOf" srcId="{7A1EEAB6-442B-4745-9610-E15428983875}" destId="{952888F5-6923-4D5F-AA27-8D98BD3F5FB5}" srcOrd="4" destOrd="0" presId="urn:microsoft.com/office/officeart/2008/layout/BendingPictureCaptionList"/>
    <dgm:cxn modelId="{A5ED2464-EC3F-41BE-A154-CCED1BF52EDA}" type="presParOf" srcId="{952888F5-6923-4D5F-AA27-8D98BD3F5FB5}" destId="{DB2B0DFF-8737-42BE-8AAD-0932BF9425CD}" srcOrd="0" destOrd="0" presId="urn:microsoft.com/office/officeart/2008/layout/BendingPictureCaptionList"/>
    <dgm:cxn modelId="{38E8DB8D-EEF5-4704-91DA-30C1BA57758E}" type="presParOf" srcId="{952888F5-6923-4D5F-AA27-8D98BD3F5FB5}" destId="{86CBCAFC-CAF0-4FA4-8AA1-5720154A1AB8}" srcOrd="1" destOrd="0" presId="urn:microsoft.com/office/officeart/2008/layout/BendingPictureCaptionList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B89C48-4571-4C41-904A-DD27BF30E997}" type="doc">
      <dgm:prSet loTypeId="urn:microsoft.com/office/officeart/2008/layout/BendingPictureCaption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FAD7657-1223-4071-8E9F-C1883717A169}">
      <dgm:prSet phldrT="[Text]"/>
      <dgm:spPr>
        <a:solidFill>
          <a:schemeClr val="tx2"/>
        </a:solidFill>
        <a:ln>
          <a:noFill/>
        </a:ln>
      </dgm:spPr>
      <dgm:t>
        <a:bodyPr/>
        <a:lstStyle/>
        <a:p>
          <a:r>
            <a:rPr lang="en-US"/>
            <a:t>Farmer</a:t>
          </a:r>
          <a:endParaRPr lang="en-IN"/>
        </a:p>
      </dgm:t>
    </dgm:pt>
    <dgm:pt modelId="{1867DD52-0EE8-4B1D-97E3-701576A69240}" type="parTrans" cxnId="{1C18E14B-FE78-4307-AE9D-4CB8F2433A14}">
      <dgm:prSet/>
      <dgm:spPr/>
      <dgm:t>
        <a:bodyPr/>
        <a:lstStyle/>
        <a:p>
          <a:endParaRPr lang="en-IN"/>
        </a:p>
      </dgm:t>
    </dgm:pt>
    <dgm:pt modelId="{5E2B68ED-D6AA-4C77-92F5-F126580787CB}" type="sibTrans" cxnId="{1C18E14B-FE78-4307-AE9D-4CB8F2433A14}">
      <dgm:prSet/>
      <dgm:spPr/>
      <dgm:t>
        <a:bodyPr/>
        <a:lstStyle/>
        <a:p>
          <a:endParaRPr lang="en-IN"/>
        </a:p>
      </dgm:t>
    </dgm:pt>
    <dgm:pt modelId="{ECBC12A1-E129-40D5-AD57-A2F6D208B160}">
      <dgm:prSet phldrT="[Text]"/>
      <dgm:spPr>
        <a:solidFill>
          <a:schemeClr val="tx2"/>
        </a:solidFill>
        <a:ln>
          <a:noFill/>
        </a:ln>
      </dgm:spPr>
      <dgm:t>
        <a:bodyPr/>
        <a:lstStyle/>
        <a:p>
          <a:r>
            <a:rPr lang="en-US"/>
            <a:t>Crop Sown</a:t>
          </a:r>
          <a:endParaRPr lang="en-IN"/>
        </a:p>
      </dgm:t>
    </dgm:pt>
    <dgm:pt modelId="{4326E9AF-377B-4397-8B7B-0FF29F2D0A59}" type="parTrans" cxnId="{5846D52C-12EA-4BEE-83C9-9519D4DA121A}">
      <dgm:prSet/>
      <dgm:spPr/>
      <dgm:t>
        <a:bodyPr/>
        <a:lstStyle/>
        <a:p>
          <a:endParaRPr lang="en-IN"/>
        </a:p>
      </dgm:t>
    </dgm:pt>
    <dgm:pt modelId="{1125147D-6DE4-452A-920F-10FA42BD2133}" type="sibTrans" cxnId="{5846D52C-12EA-4BEE-83C9-9519D4DA121A}">
      <dgm:prSet/>
      <dgm:spPr/>
      <dgm:t>
        <a:bodyPr/>
        <a:lstStyle/>
        <a:p>
          <a:endParaRPr lang="en-IN"/>
        </a:p>
      </dgm:t>
    </dgm:pt>
    <dgm:pt modelId="{0259F442-4840-405C-8414-756D5957F0BE}">
      <dgm:prSet phldrT="[Text]"/>
      <dgm:spPr>
        <a:solidFill>
          <a:schemeClr val="tx2"/>
        </a:solidFill>
        <a:ln>
          <a:noFill/>
        </a:ln>
      </dgm:spPr>
      <dgm:t>
        <a:bodyPr/>
        <a:lstStyle/>
        <a:p>
          <a:r>
            <a:rPr lang="en-US"/>
            <a:t>Geo-Ref. Village Maps</a:t>
          </a:r>
          <a:endParaRPr lang="en-IN"/>
        </a:p>
      </dgm:t>
    </dgm:pt>
    <dgm:pt modelId="{F0D61336-FC73-4BA9-89C1-76438129EFC4}" type="parTrans" cxnId="{90760AB5-5D4B-4E63-988E-F58F3CBDB772}">
      <dgm:prSet/>
      <dgm:spPr/>
      <dgm:t>
        <a:bodyPr/>
        <a:lstStyle/>
        <a:p>
          <a:endParaRPr lang="en-IN"/>
        </a:p>
      </dgm:t>
    </dgm:pt>
    <dgm:pt modelId="{CA65F1D4-98AF-4F48-A3F0-29F5C47F6C07}" type="sibTrans" cxnId="{90760AB5-5D4B-4E63-988E-F58F3CBDB772}">
      <dgm:prSet/>
      <dgm:spPr/>
      <dgm:t>
        <a:bodyPr/>
        <a:lstStyle/>
        <a:p>
          <a:endParaRPr lang="en-IN"/>
        </a:p>
      </dgm:t>
    </dgm:pt>
    <dgm:pt modelId="{7A1EEAB6-442B-4745-9610-E15428983875}" type="pres">
      <dgm:prSet presAssocID="{8FB89C48-4571-4C41-904A-DD27BF30E99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AD778DC-B9D8-4A05-AE4B-2639D9F613B0}" type="pres">
      <dgm:prSet presAssocID="{7FAD7657-1223-4071-8E9F-C1883717A169}" presName="composite" presStyleCnt="0"/>
      <dgm:spPr/>
    </dgm:pt>
    <dgm:pt modelId="{A2C4A18F-47A6-4BB4-AB5A-C15208C8AE33}" type="pres">
      <dgm:prSet presAssocID="{7FAD7657-1223-4071-8E9F-C1883717A169}" presName="rect1" presStyleLbl="bgImgPlace1" presStyleIdx="0" presStyleCnt="3" custLinFactNeighborX="2407" custLinFactNeighborY="10030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5230F111-20F1-4ED3-A994-CED2DC00C203}" type="pres">
      <dgm:prSet presAssocID="{7FAD7657-1223-4071-8E9F-C1883717A169}" presName="wedgeRectCallout1" presStyleLbl="node1" presStyleIdx="0" presStyleCnt="3" custScaleX="75030" custScaleY="75029" custLinFactNeighborX="2705" custLinFactNeighborY="286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00A726-8435-40A1-9BA1-6994F75944FC}" type="pres">
      <dgm:prSet presAssocID="{5E2B68ED-D6AA-4C77-92F5-F126580787CB}" presName="sibTrans" presStyleCnt="0"/>
      <dgm:spPr/>
    </dgm:pt>
    <dgm:pt modelId="{73694ACA-7D96-4B7E-962D-317DD699AE8F}" type="pres">
      <dgm:prSet presAssocID="{ECBC12A1-E129-40D5-AD57-A2F6D208B160}" presName="composite" presStyleCnt="0"/>
      <dgm:spPr/>
    </dgm:pt>
    <dgm:pt modelId="{F04BD739-1030-4F58-B48B-BD30F0FE592D}" type="pres">
      <dgm:prSet presAssocID="{ECBC12A1-E129-40D5-AD57-A2F6D208B160}" presName="rect1" presStyleLbl="bgImgPlace1" presStyleIdx="1" presStyleCnt="3" custLinFactNeighborX="2407" custLinFactNeighborY="10030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FA1D7FC6-ABCE-4F21-868F-A8976D8A8669}" type="pres">
      <dgm:prSet presAssocID="{ECBC12A1-E129-40D5-AD57-A2F6D208B160}" presName="wedgeRectCallout1" presStyleLbl="node1" presStyleIdx="1" presStyleCnt="3" custScaleX="75030" custScaleY="75029" custLinFactNeighborX="2705" custLinFactNeighborY="286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DCDDFF-238A-41DD-A665-95453A24A96F}" type="pres">
      <dgm:prSet presAssocID="{1125147D-6DE4-452A-920F-10FA42BD2133}" presName="sibTrans" presStyleCnt="0"/>
      <dgm:spPr/>
    </dgm:pt>
    <dgm:pt modelId="{952888F5-6923-4D5F-AA27-8D98BD3F5FB5}" type="pres">
      <dgm:prSet presAssocID="{0259F442-4840-405C-8414-756D5957F0BE}" presName="composite" presStyleCnt="0"/>
      <dgm:spPr/>
    </dgm:pt>
    <dgm:pt modelId="{DB2B0DFF-8737-42BE-8AAD-0932BF9425CD}" type="pres">
      <dgm:prSet presAssocID="{0259F442-4840-405C-8414-756D5957F0BE}" presName="rect1" presStyleLbl="bgImgPlace1" presStyleIdx="2" presStyleCnt="3" custScaleX="87194" custScaleY="8719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 t="-23000" b="-23000"/>
          </a:stretch>
        </a:blipFill>
        <a:ln>
          <a:noFill/>
        </a:ln>
      </dgm:spPr>
    </dgm:pt>
    <dgm:pt modelId="{86CBCAFC-CAF0-4FA4-8AA1-5720154A1AB8}" type="pres">
      <dgm:prSet presAssocID="{0259F442-4840-405C-8414-756D5957F0BE}" presName="wedgeRectCallout1" presStyleLbl="node1" presStyleIdx="2" presStyleCnt="3" custScaleX="80981" custScaleY="109046" custLinFactNeighborX="-6460" custLinFactNeighborY="-185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6B88BC-8A88-4E1E-BCD6-4D4CFDB1DDA4}" type="presOf" srcId="{0259F442-4840-405C-8414-756D5957F0BE}" destId="{86CBCAFC-CAF0-4FA4-8AA1-5720154A1AB8}" srcOrd="0" destOrd="0" presId="urn:microsoft.com/office/officeart/2008/layout/BendingPictureCaptionList"/>
    <dgm:cxn modelId="{9CCAC7E7-F702-477C-B5B8-F5A42C5D9122}" type="presOf" srcId="{8FB89C48-4571-4C41-904A-DD27BF30E997}" destId="{7A1EEAB6-442B-4745-9610-E15428983875}" srcOrd="0" destOrd="0" presId="urn:microsoft.com/office/officeart/2008/layout/BendingPictureCaptionList"/>
    <dgm:cxn modelId="{90760AB5-5D4B-4E63-988E-F58F3CBDB772}" srcId="{8FB89C48-4571-4C41-904A-DD27BF30E997}" destId="{0259F442-4840-405C-8414-756D5957F0BE}" srcOrd="2" destOrd="0" parTransId="{F0D61336-FC73-4BA9-89C1-76438129EFC4}" sibTransId="{CA65F1D4-98AF-4F48-A3F0-29F5C47F6C07}"/>
    <dgm:cxn modelId="{5846D52C-12EA-4BEE-83C9-9519D4DA121A}" srcId="{8FB89C48-4571-4C41-904A-DD27BF30E997}" destId="{ECBC12A1-E129-40D5-AD57-A2F6D208B160}" srcOrd="1" destOrd="0" parTransId="{4326E9AF-377B-4397-8B7B-0FF29F2D0A59}" sibTransId="{1125147D-6DE4-452A-920F-10FA42BD2133}"/>
    <dgm:cxn modelId="{86DBC17A-D59C-44BF-AA4E-6906AAB449A9}" type="presOf" srcId="{ECBC12A1-E129-40D5-AD57-A2F6D208B160}" destId="{FA1D7FC6-ABCE-4F21-868F-A8976D8A8669}" srcOrd="0" destOrd="0" presId="urn:microsoft.com/office/officeart/2008/layout/BendingPictureCaptionList"/>
    <dgm:cxn modelId="{D349166A-1559-48E4-8A35-49DC3ACCD940}" type="presOf" srcId="{7FAD7657-1223-4071-8E9F-C1883717A169}" destId="{5230F111-20F1-4ED3-A994-CED2DC00C203}" srcOrd="0" destOrd="0" presId="urn:microsoft.com/office/officeart/2008/layout/BendingPictureCaptionList"/>
    <dgm:cxn modelId="{1C18E14B-FE78-4307-AE9D-4CB8F2433A14}" srcId="{8FB89C48-4571-4C41-904A-DD27BF30E997}" destId="{7FAD7657-1223-4071-8E9F-C1883717A169}" srcOrd="0" destOrd="0" parTransId="{1867DD52-0EE8-4B1D-97E3-701576A69240}" sibTransId="{5E2B68ED-D6AA-4C77-92F5-F126580787CB}"/>
    <dgm:cxn modelId="{E0AC1B59-B4CE-4565-98A3-12D9FEADDD0B}" type="presParOf" srcId="{7A1EEAB6-442B-4745-9610-E15428983875}" destId="{5AD778DC-B9D8-4A05-AE4B-2639D9F613B0}" srcOrd="0" destOrd="0" presId="urn:microsoft.com/office/officeart/2008/layout/BendingPictureCaptionList"/>
    <dgm:cxn modelId="{951A8F3D-EAD7-4F9C-962E-DE74438BAEC0}" type="presParOf" srcId="{5AD778DC-B9D8-4A05-AE4B-2639D9F613B0}" destId="{A2C4A18F-47A6-4BB4-AB5A-C15208C8AE33}" srcOrd="0" destOrd="0" presId="urn:microsoft.com/office/officeart/2008/layout/BendingPictureCaptionList"/>
    <dgm:cxn modelId="{29206554-6268-488C-B1AD-5E1CDE08B808}" type="presParOf" srcId="{5AD778DC-B9D8-4A05-AE4B-2639D9F613B0}" destId="{5230F111-20F1-4ED3-A994-CED2DC00C203}" srcOrd="1" destOrd="0" presId="urn:microsoft.com/office/officeart/2008/layout/BendingPictureCaptionList"/>
    <dgm:cxn modelId="{7CE47BB6-A937-4016-99D8-9E5E558CE3D1}" type="presParOf" srcId="{7A1EEAB6-442B-4745-9610-E15428983875}" destId="{8B00A726-8435-40A1-9BA1-6994F75944FC}" srcOrd="1" destOrd="0" presId="urn:microsoft.com/office/officeart/2008/layout/BendingPictureCaptionList"/>
    <dgm:cxn modelId="{70CB96B0-C459-47D5-A7DD-232BA0B7E2B7}" type="presParOf" srcId="{7A1EEAB6-442B-4745-9610-E15428983875}" destId="{73694ACA-7D96-4B7E-962D-317DD699AE8F}" srcOrd="2" destOrd="0" presId="urn:microsoft.com/office/officeart/2008/layout/BendingPictureCaptionList"/>
    <dgm:cxn modelId="{FD4735FF-0248-4A7B-8067-A2FD0C5C3CC3}" type="presParOf" srcId="{73694ACA-7D96-4B7E-962D-317DD699AE8F}" destId="{F04BD739-1030-4F58-B48B-BD30F0FE592D}" srcOrd="0" destOrd="0" presId="urn:microsoft.com/office/officeart/2008/layout/BendingPictureCaptionList"/>
    <dgm:cxn modelId="{CCBBEA95-C8CA-4699-9365-BD2E7CE06B91}" type="presParOf" srcId="{73694ACA-7D96-4B7E-962D-317DD699AE8F}" destId="{FA1D7FC6-ABCE-4F21-868F-A8976D8A8669}" srcOrd="1" destOrd="0" presId="urn:microsoft.com/office/officeart/2008/layout/BendingPictureCaptionList"/>
    <dgm:cxn modelId="{15A29227-9676-4F0C-BB87-A532934BC7C6}" type="presParOf" srcId="{7A1EEAB6-442B-4745-9610-E15428983875}" destId="{EEDCDDFF-238A-41DD-A665-95453A24A96F}" srcOrd="3" destOrd="0" presId="urn:microsoft.com/office/officeart/2008/layout/BendingPictureCaptionList"/>
    <dgm:cxn modelId="{B91DC34F-E518-4F04-9685-D50095675FB0}" type="presParOf" srcId="{7A1EEAB6-442B-4745-9610-E15428983875}" destId="{952888F5-6923-4D5F-AA27-8D98BD3F5FB5}" srcOrd="4" destOrd="0" presId="urn:microsoft.com/office/officeart/2008/layout/BendingPictureCaptionList"/>
    <dgm:cxn modelId="{A5ED2464-EC3F-41BE-A154-CCED1BF52EDA}" type="presParOf" srcId="{952888F5-6923-4D5F-AA27-8D98BD3F5FB5}" destId="{DB2B0DFF-8737-42BE-8AAD-0932BF9425CD}" srcOrd="0" destOrd="0" presId="urn:microsoft.com/office/officeart/2008/layout/BendingPictureCaptionList"/>
    <dgm:cxn modelId="{38E8DB8D-EEF5-4704-91DA-30C1BA57758E}" type="presParOf" srcId="{952888F5-6923-4D5F-AA27-8D98BD3F5FB5}" destId="{86CBCAFC-CAF0-4FA4-8AA1-5720154A1AB8}" srcOrd="1" destOrd="0" presId="urn:microsoft.com/office/officeart/2008/layout/BendingPictureCaption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4A18F-47A6-4BB4-AB5A-C15208C8AE33}">
      <dsp:nvSpPr>
        <dsp:cNvPr id="0" name=""/>
        <dsp:cNvSpPr/>
      </dsp:nvSpPr>
      <dsp:spPr>
        <a:xfrm>
          <a:off x="121700" y="72032"/>
          <a:ext cx="566378" cy="301403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30F111-20F1-4ED3-A994-CED2DC00C203}">
      <dsp:nvSpPr>
        <dsp:cNvPr id="0" name=""/>
        <dsp:cNvSpPr/>
      </dsp:nvSpPr>
      <dsp:spPr>
        <a:xfrm>
          <a:off x="235611" y="423773"/>
          <a:ext cx="378208" cy="118985"/>
        </a:xfrm>
        <a:prstGeom prst="wedgeRectCallout">
          <a:avLst>
            <a:gd name="adj1" fmla="val 20250"/>
            <a:gd name="adj2" fmla="val -60700"/>
          </a:avLst>
        </a:prstGeom>
        <a:solidFill>
          <a:schemeClr val="tx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Farmer</a:t>
          </a:r>
          <a:endParaRPr lang="en-IN" sz="800" b="1" kern="1200" dirty="0"/>
        </a:p>
      </dsp:txBody>
      <dsp:txXfrm>
        <a:off x="235611" y="423773"/>
        <a:ext cx="378208" cy="118985"/>
      </dsp:txXfrm>
    </dsp:sp>
    <dsp:sp modelId="{F04BD739-1030-4F58-B48B-BD30F0FE592D}">
      <dsp:nvSpPr>
        <dsp:cNvPr id="0" name=""/>
        <dsp:cNvSpPr/>
      </dsp:nvSpPr>
      <dsp:spPr>
        <a:xfrm>
          <a:off x="881345" y="45821"/>
          <a:ext cx="566378" cy="334312"/>
        </a:xfrm>
        <a:prstGeom prst="rect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D7FC6-ABCE-4F21-868F-A8976D8A8669}">
      <dsp:nvSpPr>
        <dsp:cNvPr id="0" name=""/>
        <dsp:cNvSpPr/>
      </dsp:nvSpPr>
      <dsp:spPr>
        <a:xfrm>
          <a:off x="744719" y="378050"/>
          <a:ext cx="879281" cy="190920"/>
        </a:xfrm>
        <a:prstGeom prst="wedgeRectCallout">
          <a:avLst>
            <a:gd name="adj1" fmla="val 20250"/>
            <a:gd name="adj2" fmla="val -60700"/>
          </a:avLst>
        </a:prstGeom>
        <a:solidFill>
          <a:schemeClr val="tx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Crop Sown</a:t>
          </a:r>
          <a:endParaRPr lang="en-IN" sz="800" b="1" kern="1200" dirty="0"/>
        </a:p>
      </dsp:txBody>
      <dsp:txXfrm>
        <a:off x="744719" y="378050"/>
        <a:ext cx="879281" cy="190920"/>
      </dsp:txXfrm>
    </dsp:sp>
    <dsp:sp modelId="{DB2B0DFF-8737-42BE-8AAD-0932BF9425CD}">
      <dsp:nvSpPr>
        <dsp:cNvPr id="0" name=""/>
        <dsp:cNvSpPr/>
      </dsp:nvSpPr>
      <dsp:spPr>
        <a:xfrm>
          <a:off x="592469" y="580163"/>
          <a:ext cx="493847" cy="39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BCAFC-CAF0-4FA4-8AA1-5720154A1AB8}">
      <dsp:nvSpPr>
        <dsp:cNvPr id="0" name=""/>
        <dsp:cNvSpPr/>
      </dsp:nvSpPr>
      <dsp:spPr>
        <a:xfrm>
          <a:off x="420975" y="901780"/>
          <a:ext cx="811356" cy="214019"/>
        </a:xfrm>
        <a:prstGeom prst="wedgeRectCallout">
          <a:avLst>
            <a:gd name="adj1" fmla="val 20250"/>
            <a:gd name="adj2" fmla="val -60700"/>
          </a:avLst>
        </a:prstGeom>
        <a:solidFill>
          <a:schemeClr val="tx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Geo-Ref. Village Maps</a:t>
          </a:r>
          <a:endParaRPr lang="en-IN" sz="600" b="1" kern="1200" dirty="0"/>
        </a:p>
      </dsp:txBody>
      <dsp:txXfrm>
        <a:off x="420975" y="901780"/>
        <a:ext cx="811356" cy="2140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4A18F-47A6-4BB4-AB5A-C15208C8AE33}">
      <dsp:nvSpPr>
        <dsp:cNvPr id="0" name=""/>
        <dsp:cNvSpPr/>
      </dsp:nvSpPr>
      <dsp:spPr>
        <a:xfrm>
          <a:off x="279874" y="45945"/>
          <a:ext cx="564700" cy="451760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30F111-20F1-4ED3-A994-CED2DC00C203}">
      <dsp:nvSpPr>
        <dsp:cNvPr id="0" name=""/>
        <dsp:cNvSpPr/>
      </dsp:nvSpPr>
      <dsp:spPr>
        <a:xfrm>
          <a:off x="393447" y="472269"/>
          <a:ext cx="377088" cy="118632"/>
        </a:xfrm>
        <a:prstGeom prst="wedgeRectCallout">
          <a:avLst>
            <a:gd name="adj1" fmla="val 20250"/>
            <a:gd name="adj2" fmla="val -60700"/>
          </a:avLst>
        </a:prstGeom>
        <a:solidFill>
          <a:schemeClr val="tx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Farmer</a:t>
          </a:r>
          <a:endParaRPr lang="en-IN" sz="500" kern="1200"/>
        </a:p>
      </dsp:txBody>
      <dsp:txXfrm>
        <a:off x="393447" y="472269"/>
        <a:ext cx="377088" cy="118632"/>
      </dsp:txXfrm>
    </dsp:sp>
    <dsp:sp modelId="{F04BD739-1030-4F58-B48B-BD30F0FE592D}">
      <dsp:nvSpPr>
        <dsp:cNvPr id="0" name=""/>
        <dsp:cNvSpPr/>
      </dsp:nvSpPr>
      <dsp:spPr>
        <a:xfrm>
          <a:off x="901044" y="45945"/>
          <a:ext cx="564700" cy="451760"/>
        </a:xfrm>
        <a:prstGeom prst="rect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D7FC6-ABCE-4F21-868F-A8976D8A8669}">
      <dsp:nvSpPr>
        <dsp:cNvPr id="0" name=""/>
        <dsp:cNvSpPr/>
      </dsp:nvSpPr>
      <dsp:spPr>
        <a:xfrm>
          <a:off x="1014617" y="472269"/>
          <a:ext cx="377088" cy="118632"/>
        </a:xfrm>
        <a:prstGeom prst="wedgeRectCallout">
          <a:avLst>
            <a:gd name="adj1" fmla="val 20250"/>
            <a:gd name="adj2" fmla="val -60700"/>
          </a:avLst>
        </a:prstGeom>
        <a:solidFill>
          <a:schemeClr val="tx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Crop Sown</a:t>
          </a:r>
          <a:endParaRPr lang="en-IN" sz="500" kern="1200"/>
        </a:p>
      </dsp:txBody>
      <dsp:txXfrm>
        <a:off x="1014617" y="472269"/>
        <a:ext cx="377088" cy="118632"/>
      </dsp:txXfrm>
    </dsp:sp>
    <dsp:sp modelId="{DB2B0DFF-8737-42BE-8AAD-0932BF9425CD}">
      <dsp:nvSpPr>
        <dsp:cNvPr id="0" name=""/>
        <dsp:cNvSpPr/>
      </dsp:nvSpPr>
      <dsp:spPr>
        <a:xfrm>
          <a:off x="613024" y="602062"/>
          <a:ext cx="492384" cy="3939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BCAFC-CAF0-4FA4-8AA1-5720154A1AB8}">
      <dsp:nvSpPr>
        <dsp:cNvPr id="0" name=""/>
        <dsp:cNvSpPr/>
      </dsp:nvSpPr>
      <dsp:spPr>
        <a:xfrm>
          <a:off x="643016" y="943209"/>
          <a:ext cx="406996" cy="172419"/>
        </a:xfrm>
        <a:prstGeom prst="wedgeRectCallout">
          <a:avLst>
            <a:gd name="adj1" fmla="val 20250"/>
            <a:gd name="adj2" fmla="val -60700"/>
          </a:avLst>
        </a:prstGeom>
        <a:solidFill>
          <a:schemeClr val="tx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Geo-Ref. Village Maps</a:t>
          </a:r>
          <a:endParaRPr lang="en-IN" sz="500" kern="1200"/>
        </a:p>
      </dsp:txBody>
      <dsp:txXfrm>
        <a:off x="643016" y="943209"/>
        <a:ext cx="406996" cy="1724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25E6B-CBBF-4E3F-9583-F6295F6B4F18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E004D-FA50-4A10-8B62-E1048A81789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75060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3D19E-BFDB-4C92-8EDD-32EDDA8F41D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0365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DC4F1D-3F53-42B0-8A18-B9281D9CCC7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7776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3D19E-BFDB-4C92-8EDD-32EDDA8F41D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4777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867FC0-DB71-49E6-87A9-F72353AD0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A09A2D8-0A06-4C82-8D27-857B0EC0B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B598A31-4A36-4907-A330-8513244F0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EF23CAB-998B-4887-A2E3-006E48691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D3AAAB-BBE5-445C-8DF8-93DAF4DC0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492689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0E751C-3CAA-47EB-B83B-C661506C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53E91E-A9BD-4FC0-8516-9483D0831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FB31C3-3587-40C4-B3C6-24D01413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C7F46AF-16FD-44EE-8640-B9DA562B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4523CCC-4A7E-4544-9201-54A15428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102351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783C17-6B40-444C-8C7C-1E5AAA1BC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0E4E348-161D-42D5-8FE0-2ECEAFB4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38CF361-207D-44AF-914D-9192961AE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EE4DD69-486B-41B5-8C24-2D0018E4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DF050B-63C1-4576-9BD0-CCCA5FEA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40727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09A869-8386-44FA-9945-2F1BE164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705050-54DE-4811-9D31-EE14C5DD4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164EBF8-DC77-4F32-957C-053F4D2E7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747F20A-9250-4320-AD92-910423D2E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8C08144-F35E-4371-BC55-A54F3109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EC5A1DB-52DF-4F18-BF80-866F82EE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52894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3E16BB-9ADB-4375-974A-0AF088BC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7BD15C1-29CD-4876-A3F1-D47495EE0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D759AAE-FE51-4B44-BDE1-231AEA0C3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01ACA3A-9CDD-48EE-97C9-3B4E45CC4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7F43685-6BF9-44FD-9301-ABCE4AF1F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BF83640-B414-451C-A1BD-2B07CA1F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DE7319A-F733-4A33-8118-5858A93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0C642D7-7A3A-4730-97F1-15341E01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78068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8DA38F-F07C-4BCE-966D-46B15BF6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A4E6375-09E4-4E40-B7A8-28A914A75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CEB316F-5A2D-463B-8CF4-B2B7F042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C51191A-BADD-4FD7-9A9A-28DF8CA02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7240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C8AA0F3-7CE0-4384-9AD2-F0AF40CD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58E5928-A25E-47D7-8380-98FE49B1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2141D6E-DAB3-42E5-B328-2B01D1083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95003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4A5057-73E8-4021-8401-082E98AB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559F79-F1DF-499C-816E-8CC34D22D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33C4037-7444-4C58-AB33-F5A2F6F26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1363F20-FB86-49A0-8714-2A6AB97FC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7DD91A5-FBA6-4939-9FD0-772D297D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91E0C05-ED28-4437-89CC-42DA9317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454752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AD2DF1-D5E5-4899-B7C1-A007E23D3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AF54102-7724-4822-9A18-CAD5A3151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5AAC32B-6D35-4BF4-BEF2-4E398D28B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3D3E224-89D2-4B6D-8E85-6C771FE03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789A175-A1A3-4D9F-8CC4-4B0105942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25261C6-1F9A-4EF3-81E6-9A6A8132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94567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0CB844-EC76-43A2-B465-CC4C7107B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86C8BD2-A87B-48F3-909C-625CDFAE3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F14607C-6BB7-4016-91B0-F91EA7A0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93B4903-DF33-414E-8FD7-6002072D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404D14-5EDC-4FD0-A269-BEF9C6EE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363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D41B6BE-4789-433A-BE76-8374F6854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813F384-6FEB-46A0-AD3C-2C1F5904A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C5B763-F297-41ED-AC58-CCFC7A88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327C8A-4DDC-4135-BE51-1D7E7A19D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DE4C0B-B9BF-4B70-94E5-B5874E5F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922203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490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490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743" y="5914642"/>
            <a:ext cx="5757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xmlns="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xmlns="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153942197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44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44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81205461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xmlns="" id="{5342E118-6F1D-4C46-956E-4CCCBCAA7952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xmlns="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xmlns="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xmlns="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xmlns="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xmlns="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xmlns="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xmlns="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xmlns="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xmlns="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xmlns="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xmlns="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xmlns="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xmlns="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xmlns="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xmlns="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xmlns="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xmlns="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xmlns="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xmlns="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xmlns="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xmlns="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xmlns="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xmlns="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xmlns="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xmlns="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xmlns="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xmlns="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xmlns="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xmlns="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xmlns="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xmlns="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xmlns="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xmlns="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xmlns="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xmlns="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xmlns="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xmlns="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xmlns="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xmlns="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xmlns="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xmlns="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xmlns="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xmlns="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xmlns="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xmlns="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xmlns="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xmlns="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xmlns="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xmlns="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xmlns="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xmlns="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xmlns="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xmlns="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xmlns="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xmlns="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xmlns="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xmlns="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xmlns="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xmlns="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xmlns="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xmlns="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xmlns="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xmlns="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xmlns="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xmlns="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xmlns="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388" y="2158329"/>
            <a:ext cx="478139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4580" y="3200329"/>
            <a:ext cx="480552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44A731D0-020D-4D8E-955D-2354AF0FE452}"/>
              </a:ext>
            </a:extLst>
          </p:cNvPr>
          <p:cNvSpPr/>
          <p:nvPr userDrawn="1"/>
        </p:nvSpPr>
        <p:spPr>
          <a:xfrm>
            <a:off x="489112" y="723658"/>
            <a:ext cx="5677988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15324C54-B75E-4AC0-90C2-FA558C7716F7}"/>
              </a:ext>
            </a:extLst>
          </p:cNvPr>
          <p:cNvSpPr/>
          <p:nvPr/>
        </p:nvSpPr>
        <p:spPr>
          <a:xfrm>
            <a:off x="489112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CAA95478-C099-485F-AD95-A617656C6C7C}"/>
              </a:ext>
            </a:extLst>
          </p:cNvPr>
          <p:cNvSpPr/>
          <p:nvPr/>
        </p:nvSpPr>
        <p:spPr>
          <a:xfrm>
            <a:off x="774294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65680A1-86D1-44C2-AA38-0DF5735F1F26}"/>
              </a:ext>
            </a:extLst>
          </p:cNvPr>
          <p:cNvSpPr/>
          <p:nvPr/>
        </p:nvSpPr>
        <p:spPr>
          <a:xfrm>
            <a:off x="1059359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xmlns="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xmlns="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xmlns="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329161324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xmlns="" id="{9CDE954B-B280-441B-9B2D-3DC58AAE3926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xmlns="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xmlns="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xmlns="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xmlns="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xmlns="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xmlns="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xmlns="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xmlns="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xmlns="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xmlns="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xmlns="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xmlns="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xmlns="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xmlns="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xmlns="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xmlns="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xmlns="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xmlns="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xmlns="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xmlns="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xmlns="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xmlns="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xmlns="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xmlns="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xmlns="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xmlns="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xmlns="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xmlns="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xmlns="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xmlns="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xmlns="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xmlns="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xmlns="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xmlns="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xmlns="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xmlns="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xmlns="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xmlns="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xmlns="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xmlns="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xmlns="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xmlns="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xmlns="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xmlns="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xmlns="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xmlns="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xmlns="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xmlns="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xmlns="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xmlns="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xmlns="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xmlns="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xmlns="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xmlns="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xmlns="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xmlns="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xmlns="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xmlns="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xmlns="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xmlns="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xmlns="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xmlns="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xmlns="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xmlns="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xmlns="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xmlns="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xmlns="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388" y="2158329"/>
            <a:ext cx="3998354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xmlns="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80" y="3200329"/>
            <a:ext cx="401853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AE95BC52-A56D-4358-A294-750179EBB698}"/>
              </a:ext>
            </a:extLst>
          </p:cNvPr>
          <p:cNvGrpSpPr/>
          <p:nvPr userDrawn="1"/>
        </p:nvGrpSpPr>
        <p:grpSpPr>
          <a:xfrm>
            <a:off x="489112" y="876059"/>
            <a:ext cx="4852768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xmlns="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xmlns="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xmlns="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xmlns="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407589443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EYInterstate" panose="02000503020000020004" pitchFamily="2" charset="0"/>
              </a:defRPr>
            </a:lvl1pPr>
            <a:lvl2pPr>
              <a:defRPr>
                <a:latin typeface="EYInterstate" panose="02000503020000020004" pitchFamily="2" charset="0"/>
              </a:defRPr>
            </a:lvl2pPr>
            <a:lvl3pPr>
              <a:defRPr>
                <a:latin typeface="EYInterstate" panose="02000503020000020004" pitchFamily="2" charset="0"/>
              </a:defRPr>
            </a:lvl3pPr>
            <a:lvl4pPr>
              <a:defRPr>
                <a:latin typeface="EYInterstate" panose="02000503020000020004" pitchFamily="2" charset="0"/>
              </a:defRPr>
            </a:lvl4pPr>
            <a:lvl5pPr>
              <a:defRPr>
                <a:latin typeface="EYInterstate" panose="0200050302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285834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24738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50365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582228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35581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214901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97494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102" y="1488927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xmlns="" val="14196258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xmlns="" val="2618967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xmlns="" val="614474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/>
              <a:t>Content EY Interstate Light, 16pt,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83295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151892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346984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9441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77821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775614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011805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97116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36637960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7774839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6306999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xmlns="" val="9547209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7435578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1303317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tandard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xmlns="" id="{4B2D241F-05F7-4B0E-86D8-D085007C1C99}"/>
              </a:ext>
            </a:extLst>
          </p:cNvPr>
          <p:cNvSpPr txBox="1">
            <a:spLocks/>
          </p:cNvSpPr>
          <p:nvPr userDrawn="1"/>
        </p:nvSpPr>
        <p:spPr>
          <a:xfrm>
            <a:off x="609284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</a:rPr>
              <a:t>Page </a:t>
            </a:r>
            <a:fld id="{D5B76411-544C-4F9A-8EDE-9EEB2BD21F95}" type="slidenum">
              <a:rPr kumimoji="0" lang="en-IN" sz="800" b="0" i="0" u="none" strike="noStrike" kern="0" cap="none" spc="0" normalizeH="0" baseline="0" noProof="0" smtClean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</a:rPr>
              <a:pPr marL="0" marR="0" lvl="0" indent="0" defTabSz="9139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4096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994698A-F915-470E-8A7D-2352B3F1E8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 flipH="1">
            <a:off x="0" y="1"/>
            <a:ext cx="12185653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2FA8BE7-43C7-4845-9232-F34F5B20A9DE}"/>
              </a:ext>
            </a:extLst>
          </p:cNvPr>
          <p:cNvSpPr/>
          <p:nvPr userDrawn="1"/>
        </p:nvSpPr>
        <p:spPr>
          <a:xfrm>
            <a:off x="0" y="1"/>
            <a:ext cx="12185653" cy="6858001"/>
          </a:xfrm>
          <a:prstGeom prst="rect">
            <a:avLst/>
          </a:prstGeom>
          <a:gradFill flip="none" rotWithShape="1">
            <a:gsLst>
              <a:gs pos="23000">
                <a:srgbClr val="183750">
                  <a:alpha val="62000"/>
                </a:srgbClr>
              </a:gs>
              <a:gs pos="100000">
                <a:schemeClr val="tx1">
                  <a:alpha val="72000"/>
                </a:schemeClr>
              </a:gs>
            </a:gsLst>
            <a:lin ang="27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199" dirty="0">
              <a:solidFill>
                <a:schemeClr val="tx1"/>
              </a:solidFill>
            </a:endParaRP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xmlns="" id="{51EFA683-5CC1-4DE5-8DE6-9CDB654B628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75378" y="6356350"/>
            <a:ext cx="302897" cy="311150"/>
            <a:chOff x="7110" y="4004"/>
            <a:chExt cx="191" cy="196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xmlns="" id="{3F016C29-EBAD-42D0-A6BC-20C333F556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 dirty="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xmlns="" id="{AE5DF2B1-18BC-40BE-B2C5-69ED2A1E3C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 dirty="0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xmlns="" id="{645F64A0-77CE-4B7F-A433-399175B126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 dirty="0"/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86981778-E6D4-4A9A-97C8-9CBF52D2C437}"/>
              </a:ext>
            </a:extLst>
          </p:cNvPr>
          <p:cNvSpPr txBox="1">
            <a:spLocks/>
          </p:cNvSpPr>
          <p:nvPr userDrawn="1"/>
        </p:nvSpPr>
        <p:spPr>
          <a:xfrm>
            <a:off x="609600" y="6471244"/>
            <a:ext cx="5557252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Page </a:t>
            </a:r>
            <a:fld id="{F1BC30E3-FFE5-4B91-AA19-87A149EBB9EE}" type="slidenum">
              <a:rPr lang="en-US" sz="800" smtClean="0"/>
              <a:pPr/>
              <a:t>‹#›</a:t>
            </a:fld>
            <a:r>
              <a:rPr lang="en-US" sz="800" dirty="0"/>
              <a:t> | </a:t>
            </a:r>
            <a:r>
              <a:rPr lang="en-IN" sz="800" dirty="0"/>
              <a:t>Is your future-ready supply chain still actually a “chain”?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xmlns="" val="14926131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E83BDE2E-2BCF-4140-945E-7D5610CDE4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9549" y="0"/>
            <a:ext cx="12185658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8463235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C8422AE9-8257-41A9-AB41-1F10585C88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D19659BD-653C-4300-9060-420AFAE395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A4669336-72A1-4233-827A-C41AB4C1CC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174604413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490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490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743" y="5914642"/>
            <a:ext cx="5757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xmlns="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xmlns="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58853846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44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44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427044441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xmlns="" id="{5342E118-6F1D-4C46-956E-4CCCBCAA7952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xmlns="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xmlns="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xmlns="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xmlns="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xmlns="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xmlns="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xmlns="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xmlns="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xmlns="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xmlns="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xmlns="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xmlns="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xmlns="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xmlns="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xmlns="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xmlns="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xmlns="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xmlns="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xmlns="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xmlns="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xmlns="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xmlns="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xmlns="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xmlns="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xmlns="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xmlns="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xmlns="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xmlns="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xmlns="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xmlns="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xmlns="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xmlns="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xmlns="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xmlns="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xmlns="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xmlns="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xmlns="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xmlns="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xmlns="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xmlns="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xmlns="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xmlns="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xmlns="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xmlns="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xmlns="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xmlns="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xmlns="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xmlns="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xmlns="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xmlns="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xmlns="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xmlns="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xmlns="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xmlns="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xmlns="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xmlns="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xmlns="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xmlns="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xmlns="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xmlns="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xmlns="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xmlns="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xmlns="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xmlns="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xmlns="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xmlns="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388" y="2158329"/>
            <a:ext cx="478139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4580" y="3200329"/>
            <a:ext cx="480552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44A731D0-020D-4D8E-955D-2354AF0FE452}"/>
              </a:ext>
            </a:extLst>
          </p:cNvPr>
          <p:cNvSpPr/>
          <p:nvPr userDrawn="1"/>
        </p:nvSpPr>
        <p:spPr>
          <a:xfrm>
            <a:off x="489112" y="723658"/>
            <a:ext cx="5677988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15324C54-B75E-4AC0-90C2-FA558C7716F7}"/>
              </a:ext>
            </a:extLst>
          </p:cNvPr>
          <p:cNvSpPr/>
          <p:nvPr/>
        </p:nvSpPr>
        <p:spPr>
          <a:xfrm>
            <a:off x="489112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CAA95478-C099-485F-AD95-A617656C6C7C}"/>
              </a:ext>
            </a:extLst>
          </p:cNvPr>
          <p:cNvSpPr/>
          <p:nvPr/>
        </p:nvSpPr>
        <p:spPr>
          <a:xfrm>
            <a:off x="774294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65680A1-86D1-44C2-AA38-0DF5735F1F26}"/>
              </a:ext>
            </a:extLst>
          </p:cNvPr>
          <p:cNvSpPr/>
          <p:nvPr/>
        </p:nvSpPr>
        <p:spPr>
          <a:xfrm>
            <a:off x="1059359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xmlns="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xmlns="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xmlns="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290164747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xmlns="" id="{9CDE954B-B280-441B-9B2D-3DC58AAE3926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xmlns="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xmlns="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xmlns="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xmlns="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xmlns="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xmlns="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xmlns="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xmlns="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xmlns="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xmlns="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xmlns="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xmlns="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xmlns="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xmlns="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xmlns="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xmlns="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xmlns="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xmlns="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xmlns="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xmlns="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xmlns="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xmlns="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xmlns="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xmlns="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xmlns="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xmlns="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xmlns="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xmlns="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xmlns="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xmlns="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xmlns="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xmlns="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xmlns="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xmlns="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xmlns="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xmlns="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xmlns="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xmlns="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xmlns="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xmlns="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xmlns="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xmlns="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xmlns="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xmlns="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xmlns="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xmlns="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xmlns="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xmlns="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xmlns="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xmlns="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xmlns="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xmlns="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xmlns="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xmlns="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xmlns="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xmlns="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xmlns="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xmlns="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xmlns="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xmlns="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xmlns="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xmlns="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xmlns="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xmlns="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xmlns="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xmlns="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xmlns="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388" y="2158329"/>
            <a:ext cx="3998354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xmlns="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80" y="3200329"/>
            <a:ext cx="401853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AE95BC52-A56D-4358-A294-750179EBB698}"/>
              </a:ext>
            </a:extLst>
          </p:cNvPr>
          <p:cNvGrpSpPr/>
          <p:nvPr userDrawn="1"/>
        </p:nvGrpSpPr>
        <p:grpSpPr>
          <a:xfrm>
            <a:off x="489112" y="876059"/>
            <a:ext cx="4852768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xmlns="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xmlns="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xmlns="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xmlns="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39662472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2518688" cy="0"/>
          </a:xfrm>
          <a:prstGeom prst="line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2pPr marL="712875" indent="-356438">
              <a:buClr>
                <a:schemeClr val="bg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2pPr>
            <a:lvl3pPr marL="1069313" indent="-356438">
              <a:buClr>
                <a:schemeClr val="bg2"/>
              </a:buClr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ADDE2935-DABE-4A65-8FCD-0CDF93BFAA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24931" b="25207"/>
          <a:stretch/>
        </p:blipFill>
        <p:spPr>
          <a:xfrm>
            <a:off x="10484125" y="165684"/>
            <a:ext cx="1727149" cy="45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131693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56353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612279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83745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84944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529187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022889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xmlns="" val="27372343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xmlns="" val="41754693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xmlns="" val="3983445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7068360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6798856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471796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2316921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286011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90416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807682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7054074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7515871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34183409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1203944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xmlns="" val="39298641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59735990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33220294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7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8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61"/>
            <a:ext cx="4326679" cy="1046323"/>
          </a:xfrm>
        </p:spPr>
        <p:txBody>
          <a:bodyPr/>
          <a:lstStyle>
            <a:lvl1pPr marL="0" indent="0" algn="l">
              <a:spcAft>
                <a:spcPts val="1198"/>
              </a:spcAft>
              <a:buNone/>
              <a:defRPr sz="1998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8" b="1">
                <a:solidFill>
                  <a:srgbClr val="404040"/>
                </a:solidFill>
              </a:defRPr>
            </a:lvl2pPr>
            <a:lvl3pPr marL="913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7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1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5" y="5605203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8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491" y="6019189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491" y="6216807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743" y="5914642"/>
            <a:ext cx="5757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xmlns="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xmlns="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</p:grpSp>
    </p:spTree>
    <p:extLst>
      <p:ext uri="{BB962C8B-B14F-4D97-AF65-F5344CB8AC3E}">
        <p14:creationId xmlns:p14="http://schemas.microsoft.com/office/powerpoint/2010/main" xmlns="" val="223145599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7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8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61"/>
            <a:ext cx="4326679" cy="1046323"/>
          </a:xfrm>
        </p:spPr>
        <p:txBody>
          <a:bodyPr/>
          <a:lstStyle>
            <a:lvl1pPr marL="0" indent="0" algn="l">
              <a:spcAft>
                <a:spcPts val="1198"/>
              </a:spcAft>
              <a:buNone/>
              <a:defRPr sz="1998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8" b="1">
                <a:solidFill>
                  <a:srgbClr val="404040"/>
                </a:solidFill>
              </a:defRPr>
            </a:lvl2pPr>
            <a:lvl3pPr marL="913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7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1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5" y="5605203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8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45" y="6019189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45" y="6216807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</p:grpSp>
    </p:spTree>
    <p:extLst>
      <p:ext uri="{BB962C8B-B14F-4D97-AF65-F5344CB8AC3E}">
        <p14:creationId xmlns:p14="http://schemas.microsoft.com/office/powerpoint/2010/main" xmlns="" val="124527376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xmlns="" id="{5342E118-6F1D-4C46-956E-4CCCBCAA7952}"/>
              </a:ext>
            </a:extLst>
          </p:cNvPr>
          <p:cNvGrpSpPr/>
          <p:nvPr userDrawn="1"/>
        </p:nvGrpSpPr>
        <p:grpSpPr>
          <a:xfrm>
            <a:off x="497856" y="5826615"/>
            <a:ext cx="3876004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xmlns="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xmlns="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xmlns="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xmlns="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xmlns="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xmlns="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xmlns="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xmlns="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xmlns="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xmlns="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xmlns="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xmlns="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xmlns="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xmlns="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xmlns="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xmlns="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xmlns="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xmlns="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xmlns="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xmlns="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xmlns="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xmlns="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xmlns="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xmlns="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xmlns="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xmlns="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xmlns="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xmlns="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xmlns="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xmlns="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xmlns="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xmlns="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xmlns="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xmlns="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xmlns="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xmlns="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xmlns="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xmlns="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xmlns="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xmlns="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xmlns="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xmlns="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xmlns="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xmlns="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xmlns="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xmlns="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xmlns="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xmlns="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xmlns="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xmlns="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xmlns="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xmlns="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xmlns="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xmlns="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xmlns="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xmlns="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xmlns="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xmlns="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xmlns="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xmlns="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xmlns="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xmlns="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xmlns="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xmlns="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xmlns="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xmlns="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388" y="2158329"/>
            <a:ext cx="4781392" cy="860400"/>
          </a:xfrm>
          <a:prstGeom prst="rect">
            <a:avLst/>
          </a:prstGeom>
        </p:spPr>
        <p:txBody>
          <a:bodyPr/>
          <a:lstStyle>
            <a:lvl1pPr>
              <a:defRPr sz="2998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4580" y="3200329"/>
            <a:ext cx="480552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8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8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7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44A731D0-020D-4D8E-955D-2354AF0FE452}"/>
              </a:ext>
            </a:extLst>
          </p:cNvPr>
          <p:cNvSpPr/>
          <p:nvPr userDrawn="1"/>
        </p:nvSpPr>
        <p:spPr>
          <a:xfrm>
            <a:off x="489113" y="723658"/>
            <a:ext cx="5677988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8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15324C54-B75E-4AC0-90C2-FA558C7716F7}"/>
              </a:ext>
            </a:extLst>
          </p:cNvPr>
          <p:cNvSpPr/>
          <p:nvPr/>
        </p:nvSpPr>
        <p:spPr>
          <a:xfrm>
            <a:off x="489113" y="4021758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8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CAA95478-C099-485F-AD95-A617656C6C7C}"/>
              </a:ext>
            </a:extLst>
          </p:cNvPr>
          <p:cNvSpPr/>
          <p:nvPr/>
        </p:nvSpPr>
        <p:spPr>
          <a:xfrm>
            <a:off x="774294" y="4021758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8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65680A1-86D1-44C2-AA38-0DF5735F1F26}"/>
              </a:ext>
            </a:extLst>
          </p:cNvPr>
          <p:cNvSpPr/>
          <p:nvPr/>
        </p:nvSpPr>
        <p:spPr>
          <a:xfrm>
            <a:off x="1059360" y="4021758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8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xmlns="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xmlns="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xmlns="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</p:grpSp>
    </p:spTree>
    <p:extLst>
      <p:ext uri="{BB962C8B-B14F-4D97-AF65-F5344CB8AC3E}">
        <p14:creationId xmlns:p14="http://schemas.microsoft.com/office/powerpoint/2010/main" xmlns="" val="57995177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xmlns="" id="{9CDE954B-B280-441B-9B2D-3DC58AAE3926}"/>
              </a:ext>
            </a:extLst>
          </p:cNvPr>
          <p:cNvGrpSpPr/>
          <p:nvPr userDrawn="1"/>
        </p:nvGrpSpPr>
        <p:grpSpPr>
          <a:xfrm>
            <a:off x="497856" y="5826615"/>
            <a:ext cx="3876004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xmlns="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xmlns="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xmlns="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xmlns="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xmlns="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xmlns="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xmlns="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xmlns="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xmlns="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xmlns="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xmlns="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xmlns="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xmlns="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xmlns="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xmlns="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xmlns="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xmlns="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xmlns="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xmlns="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xmlns="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xmlns="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xmlns="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xmlns="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xmlns="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xmlns="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xmlns="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xmlns="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xmlns="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xmlns="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xmlns="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xmlns="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xmlns="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xmlns="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xmlns="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xmlns="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xmlns="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xmlns="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xmlns="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xmlns="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xmlns="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xmlns="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xmlns="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xmlns="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xmlns="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xmlns="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xmlns="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xmlns="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xmlns="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xmlns="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xmlns="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xmlns="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xmlns="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xmlns="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xmlns="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xmlns="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xmlns="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xmlns="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xmlns="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xmlns="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xmlns="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xmlns="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xmlns="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xmlns="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xmlns="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xmlns="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xmlns="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xmlns="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388" y="2158329"/>
            <a:ext cx="3998354" cy="860400"/>
          </a:xfrm>
          <a:prstGeom prst="rect">
            <a:avLst/>
          </a:prstGeom>
        </p:spPr>
        <p:txBody>
          <a:bodyPr/>
          <a:lstStyle>
            <a:lvl1pPr>
              <a:defRPr sz="2998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xmlns="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80" y="3200329"/>
            <a:ext cx="401853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8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8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7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AE95BC52-A56D-4358-A294-750179EBB698}"/>
              </a:ext>
            </a:extLst>
          </p:cNvPr>
          <p:cNvGrpSpPr/>
          <p:nvPr userDrawn="1"/>
        </p:nvGrpSpPr>
        <p:grpSpPr>
          <a:xfrm>
            <a:off x="489113" y="876061"/>
            <a:ext cx="4852768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8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xmlns="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8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8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8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xmlns="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xmlns="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xmlns="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</p:grpSp>
    </p:spTree>
    <p:extLst>
      <p:ext uri="{BB962C8B-B14F-4D97-AF65-F5344CB8AC3E}">
        <p14:creationId xmlns:p14="http://schemas.microsoft.com/office/powerpoint/2010/main" xmlns="" val="371269583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400"/>
          </a:xfrm>
        </p:spPr>
        <p:txBody>
          <a:bodyPr/>
          <a:lstStyle>
            <a:lvl1pPr>
              <a:defRPr sz="2398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EYInterstate" panose="02000503020000020004" pitchFamily="2" charset="0"/>
              </a:defRPr>
            </a:lvl1pPr>
            <a:lvl2pPr>
              <a:defRPr>
                <a:latin typeface="EYInterstate" panose="02000503020000020004" pitchFamily="2" charset="0"/>
              </a:defRPr>
            </a:lvl2pPr>
            <a:lvl3pPr>
              <a:defRPr>
                <a:latin typeface="EYInterstate" panose="02000503020000020004" pitchFamily="2" charset="0"/>
              </a:defRPr>
            </a:lvl3pPr>
            <a:lvl4pPr>
              <a:defRPr>
                <a:latin typeface="EYInterstate" panose="02000503020000020004" pitchFamily="2" charset="0"/>
              </a:defRPr>
            </a:lvl4pPr>
            <a:lvl5pPr>
              <a:defRPr>
                <a:latin typeface="EYInterstate" panose="0200050302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5237496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94200"/>
            <a:ext cx="10972800" cy="590400"/>
          </a:xfrm>
        </p:spPr>
        <p:txBody>
          <a:bodyPr/>
          <a:lstStyle>
            <a:lvl1pPr>
              <a:defRPr sz="2398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4006233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3" y="1"/>
            <a:ext cx="3997149" cy="6156104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8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</p:spPr>
        <p:txBody>
          <a:bodyPr/>
          <a:lstStyle>
            <a:lvl1pPr marL="0" indent="0">
              <a:buNone/>
              <a:defRPr sz="1798">
                <a:solidFill>
                  <a:schemeClr val="bg1"/>
                </a:solidFill>
              </a:defRPr>
            </a:lvl1pPr>
            <a:lvl2pPr marL="356260" indent="0">
              <a:buNone/>
              <a:defRPr sz="1798">
                <a:solidFill>
                  <a:schemeClr val="bg1"/>
                </a:solidFill>
              </a:defRPr>
            </a:lvl2pPr>
            <a:lvl3pPr marL="712519" indent="0">
              <a:buNone/>
              <a:defRPr sz="1598">
                <a:solidFill>
                  <a:schemeClr val="bg1"/>
                </a:solidFill>
              </a:defRPr>
            </a:lvl3pPr>
            <a:lvl4pPr marL="1068778" indent="0">
              <a:buNone/>
              <a:defRPr sz="1398">
                <a:solidFill>
                  <a:schemeClr val="bg1"/>
                </a:solidFill>
              </a:defRPr>
            </a:lvl4pPr>
            <a:lvl5pPr marL="142503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2" y="2311401"/>
            <a:ext cx="3578253" cy="3844704"/>
          </a:xfrm>
        </p:spPr>
        <p:txBody>
          <a:bodyPr numCol="1"/>
          <a:lstStyle>
            <a:lvl1pPr marL="0" indent="0">
              <a:buNone/>
              <a:defRPr sz="1398">
                <a:solidFill>
                  <a:schemeClr val="bg1"/>
                </a:solidFill>
              </a:defRPr>
            </a:lvl1pPr>
            <a:lvl2pPr marL="356260" indent="0">
              <a:buNone/>
              <a:defRPr sz="1798">
                <a:solidFill>
                  <a:schemeClr val="bg1"/>
                </a:solidFill>
              </a:defRPr>
            </a:lvl2pPr>
            <a:lvl3pPr marL="712519" indent="0">
              <a:buNone/>
              <a:defRPr sz="1598">
                <a:solidFill>
                  <a:schemeClr val="bg1"/>
                </a:solidFill>
              </a:defRPr>
            </a:lvl3pPr>
            <a:lvl4pPr marL="1068778" indent="0">
              <a:buNone/>
              <a:defRPr sz="1398">
                <a:solidFill>
                  <a:schemeClr val="bg1"/>
                </a:solidFill>
              </a:defRPr>
            </a:lvl4pPr>
            <a:lvl5pPr marL="142503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1" y="2311404"/>
            <a:ext cx="3578253" cy="1254759"/>
          </a:xfrm>
        </p:spPr>
        <p:txBody>
          <a:bodyPr numCol="1"/>
          <a:lstStyle>
            <a:lvl1pPr marL="0" indent="0">
              <a:buNone/>
              <a:defRPr sz="1398">
                <a:solidFill>
                  <a:schemeClr val="bg1"/>
                </a:solidFill>
              </a:defRPr>
            </a:lvl1pPr>
            <a:lvl2pPr marL="356260" indent="0">
              <a:buNone/>
              <a:defRPr sz="1798">
                <a:solidFill>
                  <a:schemeClr val="bg1"/>
                </a:solidFill>
              </a:defRPr>
            </a:lvl2pPr>
            <a:lvl3pPr marL="712519" indent="0">
              <a:buNone/>
              <a:defRPr sz="1598">
                <a:solidFill>
                  <a:schemeClr val="bg1"/>
                </a:solidFill>
              </a:defRPr>
            </a:lvl3pPr>
            <a:lvl4pPr marL="1068778" indent="0">
              <a:buNone/>
              <a:defRPr sz="1398">
                <a:solidFill>
                  <a:schemeClr val="bg1"/>
                </a:solidFill>
              </a:defRPr>
            </a:lvl4pPr>
            <a:lvl5pPr marL="142503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1" y="4236721"/>
            <a:ext cx="3578253" cy="1944160"/>
          </a:xfrm>
        </p:spPr>
        <p:txBody>
          <a:bodyPr numCol="1"/>
          <a:lstStyle>
            <a:lvl1pPr marL="0" indent="0">
              <a:buNone/>
              <a:defRPr sz="1798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260" indent="0">
              <a:buNone/>
              <a:defRPr sz="1798">
                <a:solidFill>
                  <a:schemeClr val="bg1"/>
                </a:solidFill>
              </a:defRPr>
            </a:lvl2pPr>
            <a:lvl3pPr marL="712519" indent="0">
              <a:buNone/>
              <a:defRPr sz="1598">
                <a:solidFill>
                  <a:schemeClr val="bg1"/>
                </a:solidFill>
              </a:defRPr>
            </a:lvl3pPr>
            <a:lvl4pPr marL="1068778" indent="0">
              <a:buNone/>
              <a:defRPr sz="1398">
                <a:solidFill>
                  <a:schemeClr val="bg1"/>
                </a:solidFill>
              </a:defRPr>
            </a:lvl4pPr>
            <a:lvl5pPr marL="142503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9337933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"/>
            <a:ext cx="2383219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8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</p:spPr>
        <p:txBody>
          <a:bodyPr/>
          <a:lstStyle>
            <a:lvl1pPr marL="0" indent="0">
              <a:buNone/>
              <a:defRPr sz="1798">
                <a:solidFill>
                  <a:schemeClr val="bg1"/>
                </a:solidFill>
              </a:defRPr>
            </a:lvl1pPr>
            <a:lvl2pPr marL="356260" indent="0">
              <a:buNone/>
              <a:defRPr sz="1798">
                <a:solidFill>
                  <a:schemeClr val="bg1"/>
                </a:solidFill>
              </a:defRPr>
            </a:lvl2pPr>
            <a:lvl3pPr marL="712519" indent="0">
              <a:buNone/>
              <a:defRPr sz="1598">
                <a:solidFill>
                  <a:schemeClr val="bg1"/>
                </a:solidFill>
              </a:defRPr>
            </a:lvl3pPr>
            <a:lvl4pPr marL="1068778" indent="0">
              <a:buNone/>
              <a:defRPr sz="1398">
                <a:solidFill>
                  <a:schemeClr val="bg1"/>
                </a:solidFill>
              </a:defRPr>
            </a:lvl4pPr>
            <a:lvl5pPr marL="142503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</p:spPr>
        <p:txBody>
          <a:bodyPr numCol="1"/>
          <a:lstStyle>
            <a:lvl1pPr marL="0" indent="0">
              <a:buNone/>
              <a:defRPr sz="1398">
                <a:solidFill>
                  <a:schemeClr val="bg1"/>
                </a:solidFill>
              </a:defRPr>
            </a:lvl1pPr>
            <a:lvl2pPr marL="356260" indent="0">
              <a:buNone/>
              <a:defRPr sz="1798">
                <a:solidFill>
                  <a:schemeClr val="bg1"/>
                </a:solidFill>
              </a:defRPr>
            </a:lvl2pPr>
            <a:lvl3pPr marL="712519" indent="0">
              <a:buNone/>
              <a:defRPr sz="1598">
                <a:solidFill>
                  <a:schemeClr val="bg1"/>
                </a:solidFill>
              </a:defRPr>
            </a:lvl3pPr>
            <a:lvl4pPr marL="1068778" indent="0">
              <a:buNone/>
              <a:defRPr sz="1398">
                <a:solidFill>
                  <a:schemeClr val="bg1"/>
                </a:solidFill>
              </a:defRPr>
            </a:lvl4pPr>
            <a:lvl5pPr marL="142503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2" y="1137924"/>
            <a:ext cx="2767159" cy="2796151"/>
          </a:xfrm>
        </p:spPr>
        <p:txBody>
          <a:bodyPr numCol="1"/>
          <a:lstStyle>
            <a:lvl1pPr marL="0" indent="0">
              <a:buNone/>
              <a:defRPr sz="1398">
                <a:solidFill>
                  <a:schemeClr val="bg1"/>
                </a:solidFill>
              </a:defRPr>
            </a:lvl1pPr>
            <a:lvl2pPr marL="356260" indent="0">
              <a:buNone/>
              <a:defRPr sz="1798">
                <a:solidFill>
                  <a:schemeClr val="bg1"/>
                </a:solidFill>
              </a:defRPr>
            </a:lvl2pPr>
            <a:lvl3pPr marL="712519" indent="0">
              <a:buNone/>
              <a:defRPr sz="1598">
                <a:solidFill>
                  <a:schemeClr val="bg1"/>
                </a:solidFill>
              </a:defRPr>
            </a:lvl3pPr>
            <a:lvl4pPr marL="1068778" indent="0">
              <a:buNone/>
              <a:defRPr sz="1398">
                <a:solidFill>
                  <a:schemeClr val="bg1"/>
                </a:solidFill>
              </a:defRPr>
            </a:lvl4pPr>
            <a:lvl5pPr marL="142503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634952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137920"/>
            <a:ext cx="8234455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8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8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1307851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6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260" marR="0" lvl="0" indent="-356260" defTabSz="1006879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5113287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6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260" marR="0" lvl="0" indent="-356260" defTabSz="1006879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6315872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17467" y="2720493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88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4" y="3590250"/>
            <a:ext cx="5289245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8" dirty="0" smtClean="0">
                <a:latin typeface="Georgia" panose="02040502050405020303" pitchFamily="18" charset="0"/>
              </a:defRPr>
            </a:lvl1pPr>
          </a:lstStyle>
          <a:p>
            <a:pPr marL="356260" lvl="0" indent="-356260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4" y="5696250"/>
            <a:ext cx="5289245" cy="316838"/>
          </a:xfrm>
        </p:spPr>
        <p:txBody>
          <a:bodyPr lIns="90000" tIns="46800" rIns="90000" bIns="46800"/>
          <a:lstStyle>
            <a:lvl1pPr marL="0" indent="0" algn="l" defTabSz="913486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8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260" indent="0">
              <a:buNone/>
              <a:defRPr lang="en-US" sz="1998" smtClean="0">
                <a:latin typeface="+mn-lt"/>
              </a:defRPr>
            </a:lvl2pPr>
            <a:lvl3pPr>
              <a:defRPr lang="en-US" sz="1798" smtClean="0">
                <a:latin typeface="+mn-lt"/>
              </a:defRPr>
            </a:lvl3pPr>
            <a:lvl4pPr>
              <a:defRPr lang="en-US" sz="1598" smtClean="0">
                <a:latin typeface="+mn-lt"/>
              </a:defRPr>
            </a:lvl4pPr>
            <a:lvl5pPr>
              <a:defRPr lang="en-IN" sz="1598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4" y="6034927"/>
            <a:ext cx="5289245" cy="316838"/>
          </a:xfrm>
        </p:spPr>
        <p:txBody>
          <a:bodyPr lIns="90000" tIns="46800" rIns="90000" bIns="46800"/>
          <a:lstStyle>
            <a:lvl1pPr marL="0" indent="0" algn="l" defTabSz="913486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8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260" indent="0">
              <a:buNone/>
              <a:defRPr lang="en-US" sz="1998" smtClean="0">
                <a:latin typeface="+mn-lt"/>
              </a:defRPr>
            </a:lvl2pPr>
            <a:lvl3pPr>
              <a:defRPr lang="en-US" sz="1798" smtClean="0">
                <a:latin typeface="+mn-lt"/>
              </a:defRPr>
            </a:lvl3pPr>
            <a:lvl4pPr>
              <a:defRPr lang="en-US" sz="1598" smtClean="0">
                <a:latin typeface="+mn-lt"/>
              </a:defRPr>
            </a:lvl4pPr>
            <a:lvl5pPr>
              <a:defRPr lang="en-IN" sz="1598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xmlns="" val="248195111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8" dirty="0" smtClean="0">
                <a:latin typeface="Georgia" panose="02040502050405020303" pitchFamily="18" charset="0"/>
              </a:defRPr>
            </a:lvl1pPr>
          </a:lstStyle>
          <a:p>
            <a:pPr marL="356260" lvl="0" indent="-356260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8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260" lvl="0" indent="-356260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8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260" lvl="0" indent="-356260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90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88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xmlns="" val="8717419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1" y="2578743"/>
            <a:ext cx="4535597" cy="1055708"/>
          </a:xfrm>
        </p:spPr>
        <p:txBody>
          <a:bodyPr/>
          <a:lstStyle>
            <a:lvl1pPr marL="0" indent="0">
              <a:buNone/>
              <a:defRPr sz="2998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1" y="3840384"/>
            <a:ext cx="4535597" cy="1055708"/>
          </a:xfrm>
        </p:spPr>
        <p:txBody>
          <a:bodyPr/>
          <a:lstStyle>
            <a:lvl1pPr marL="0" indent="0">
              <a:buNone/>
              <a:defRPr sz="1598"/>
            </a:lvl1pPr>
          </a:lstStyle>
          <a:p>
            <a:pPr lvl="0"/>
            <a:r>
              <a:rPr lang="en-IN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xmlns="" val="24812351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3"/>
            <a:ext cx="4954924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9" y="3813288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9" y="4055931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1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3"/>
            <a:ext cx="5462580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</p:spPr>
        <p:txBody>
          <a:bodyPr/>
          <a:lstStyle>
            <a:lvl1pPr marL="0" indent="0">
              <a:buNone/>
              <a:defRPr sz="1598"/>
            </a:lvl1pPr>
          </a:lstStyle>
          <a:p>
            <a:pPr lvl="0"/>
            <a:r>
              <a:rPr lang="en-US"/>
              <a:t>Content EY Interstate Light, 16pt,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950056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0592814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137920"/>
            <a:ext cx="8234455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260">
              <a:defRPr>
                <a:solidFill>
                  <a:schemeClr val="bg1"/>
                </a:solidFill>
              </a:defRPr>
            </a:lvl2pPr>
            <a:lvl3pPr marL="712519">
              <a:defRPr>
                <a:solidFill>
                  <a:schemeClr val="bg1"/>
                </a:solidFill>
              </a:defRPr>
            </a:lvl3pPr>
            <a:lvl4pPr marL="1068778">
              <a:defRPr>
                <a:solidFill>
                  <a:schemeClr val="bg1"/>
                </a:solidFill>
              </a:defRPr>
            </a:lvl4pPr>
            <a:lvl5pPr marL="1425038"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7402988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358981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</p:spPr>
        <p:txBody>
          <a:bodyPr/>
          <a:lstStyle>
            <a:lvl1pPr>
              <a:defRPr sz="1998">
                <a:solidFill>
                  <a:schemeClr val="bg1"/>
                </a:solidFill>
              </a:defRPr>
            </a:lvl1pPr>
            <a:lvl2pPr>
              <a:defRPr sz="1798">
                <a:solidFill>
                  <a:schemeClr val="bg1"/>
                </a:solidFill>
              </a:defRPr>
            </a:lvl2pPr>
            <a:lvl3pPr>
              <a:defRPr sz="1598">
                <a:solidFill>
                  <a:schemeClr val="bg1"/>
                </a:solidFill>
              </a:defRPr>
            </a:lvl3pPr>
            <a:lvl4pPr>
              <a:defRPr sz="1398">
                <a:solidFill>
                  <a:schemeClr val="bg1"/>
                </a:solidFill>
              </a:defRPr>
            </a:lvl4pPr>
            <a:lvl5pPr>
              <a:defRPr sz="1198">
                <a:solidFill>
                  <a:schemeClr val="bg1"/>
                </a:solidFill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37919"/>
            <a:ext cx="5384800" cy="4834800"/>
          </a:xfrm>
        </p:spPr>
        <p:txBody>
          <a:bodyPr/>
          <a:lstStyle>
            <a:lvl1pPr>
              <a:defRPr sz="1998">
                <a:solidFill>
                  <a:schemeClr val="bg1"/>
                </a:solidFill>
              </a:defRPr>
            </a:lvl1pPr>
            <a:lvl2pPr>
              <a:defRPr sz="1798">
                <a:solidFill>
                  <a:schemeClr val="bg1"/>
                </a:solidFill>
              </a:defRPr>
            </a:lvl2pPr>
            <a:lvl3pPr>
              <a:defRPr sz="1598">
                <a:solidFill>
                  <a:schemeClr val="bg1"/>
                </a:solidFill>
              </a:defRPr>
            </a:lvl3pPr>
            <a:lvl4pPr>
              <a:defRPr sz="1398">
                <a:solidFill>
                  <a:schemeClr val="bg1"/>
                </a:solidFill>
              </a:defRPr>
            </a:lvl4pPr>
            <a:lvl5pPr>
              <a:defRPr sz="1198">
                <a:solidFill>
                  <a:schemeClr val="bg1"/>
                </a:solidFill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3446786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3"/>
            <a:ext cx="5390400" cy="4256075"/>
          </a:xfrm>
        </p:spPr>
        <p:txBody>
          <a:bodyPr/>
          <a:lstStyle>
            <a:lvl1pPr>
              <a:defRPr sz="1998">
                <a:solidFill>
                  <a:schemeClr val="bg1"/>
                </a:solidFill>
              </a:defRPr>
            </a:lvl1pPr>
            <a:lvl2pPr>
              <a:defRPr sz="1798">
                <a:solidFill>
                  <a:schemeClr val="bg1"/>
                </a:solidFill>
              </a:defRPr>
            </a:lvl2pPr>
            <a:lvl3pPr>
              <a:defRPr sz="1598">
                <a:solidFill>
                  <a:schemeClr val="bg1"/>
                </a:solidFill>
              </a:defRPr>
            </a:lvl3pPr>
            <a:lvl4pPr>
              <a:defRPr sz="1398">
                <a:solidFill>
                  <a:schemeClr val="bg1"/>
                </a:solidFill>
              </a:defRPr>
            </a:lvl4pPr>
            <a:lvl5pPr>
              <a:defRPr sz="1198">
                <a:solidFill>
                  <a:schemeClr val="bg1"/>
                </a:solidFill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3"/>
            <a:ext cx="5390400" cy="4256075"/>
          </a:xfrm>
        </p:spPr>
        <p:txBody>
          <a:bodyPr/>
          <a:lstStyle>
            <a:lvl1pPr>
              <a:defRPr sz="1998">
                <a:solidFill>
                  <a:schemeClr val="bg1"/>
                </a:solidFill>
              </a:defRPr>
            </a:lvl1pPr>
            <a:lvl2pPr>
              <a:defRPr sz="1798">
                <a:solidFill>
                  <a:schemeClr val="bg1"/>
                </a:solidFill>
              </a:defRPr>
            </a:lvl2pPr>
            <a:lvl3pPr>
              <a:defRPr sz="1598">
                <a:solidFill>
                  <a:schemeClr val="bg1"/>
                </a:solidFill>
              </a:defRPr>
            </a:lvl3pPr>
            <a:lvl4pPr>
              <a:defRPr sz="1398">
                <a:solidFill>
                  <a:schemeClr val="bg1"/>
                </a:solidFill>
              </a:defRPr>
            </a:lvl4pPr>
            <a:lvl5pPr>
              <a:defRPr sz="1198">
                <a:solidFill>
                  <a:schemeClr val="bg1"/>
                </a:solidFill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5081342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7628333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02039170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02924795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51823185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35036616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xmlns="" val="51999889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4368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8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368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037" indent="-176037" algn="l" defTabSz="994368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368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725" indent="-188725" algn="l" defTabSz="994368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80511238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0493324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C8422AE9-8257-41A9-AB41-1F10585C88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D19659BD-653C-4300-9060-420AFAE395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A4669336-72A1-4233-827A-C41AB4C1CC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424479189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490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490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743" y="5914642"/>
            <a:ext cx="5757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xmlns="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xmlns="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387254696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44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44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354476384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xmlns="" id="{5342E118-6F1D-4C46-956E-4CCCBCAA7952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xmlns="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xmlns="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xmlns="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xmlns="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xmlns="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xmlns="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xmlns="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xmlns="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xmlns="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xmlns="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xmlns="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xmlns="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xmlns="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xmlns="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xmlns="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xmlns="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xmlns="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xmlns="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xmlns="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xmlns="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xmlns="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xmlns="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xmlns="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xmlns="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xmlns="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xmlns="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xmlns="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xmlns="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xmlns="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xmlns="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xmlns="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xmlns="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xmlns="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xmlns="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xmlns="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xmlns="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xmlns="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xmlns="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xmlns="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xmlns="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xmlns="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xmlns="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xmlns="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xmlns="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xmlns="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xmlns="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xmlns="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xmlns="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xmlns="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xmlns="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xmlns="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xmlns="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xmlns="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xmlns="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xmlns="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xmlns="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xmlns="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xmlns="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xmlns="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xmlns="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xmlns="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xmlns="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xmlns="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xmlns="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xmlns="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xmlns="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388" y="2158329"/>
            <a:ext cx="478139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4580" y="3200329"/>
            <a:ext cx="480552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44A731D0-020D-4D8E-955D-2354AF0FE452}"/>
              </a:ext>
            </a:extLst>
          </p:cNvPr>
          <p:cNvSpPr/>
          <p:nvPr userDrawn="1"/>
        </p:nvSpPr>
        <p:spPr>
          <a:xfrm>
            <a:off x="489112" y="723658"/>
            <a:ext cx="5677988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15324C54-B75E-4AC0-90C2-FA558C7716F7}"/>
              </a:ext>
            </a:extLst>
          </p:cNvPr>
          <p:cNvSpPr/>
          <p:nvPr/>
        </p:nvSpPr>
        <p:spPr>
          <a:xfrm>
            <a:off x="489112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CAA95478-C099-485F-AD95-A617656C6C7C}"/>
              </a:ext>
            </a:extLst>
          </p:cNvPr>
          <p:cNvSpPr/>
          <p:nvPr/>
        </p:nvSpPr>
        <p:spPr>
          <a:xfrm>
            <a:off x="774294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65680A1-86D1-44C2-AA38-0DF5735F1F26}"/>
              </a:ext>
            </a:extLst>
          </p:cNvPr>
          <p:cNvSpPr/>
          <p:nvPr/>
        </p:nvSpPr>
        <p:spPr>
          <a:xfrm>
            <a:off x="1059359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xmlns="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xmlns="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xmlns="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1047887923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1">
            <a:extLst>
              <a:ext uri="{FF2B5EF4-FFF2-40B4-BE49-F238E27FC236}">
                <a16:creationId xmlns:a16="http://schemas.microsoft.com/office/drawing/2014/main" xmlns="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388" y="2158329"/>
            <a:ext cx="3998354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xmlns="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80" y="3200329"/>
            <a:ext cx="401853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4012707868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324032641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9779203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6829006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598667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186929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6968012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70763154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102" y="1488927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xmlns="" val="216502104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xmlns="" val="247259741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xmlns="" val="275556301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69307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8887246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608770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485819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498211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879423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73896750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5718602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63575592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8999114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94451710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xmlns="" val="235001771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99261731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64582619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C8422AE9-8257-41A9-AB41-1F10585C88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D19659BD-653C-4300-9060-420AFAE395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A4669336-72A1-4233-827A-C41AB4C1CC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128212204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490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490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743" y="5914642"/>
            <a:ext cx="5757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xmlns="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xmlns="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48269054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44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44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254088623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xmlns="" id="{5342E118-6F1D-4C46-956E-4CCCBCAA7952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xmlns="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xmlns="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xmlns="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xmlns="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xmlns="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xmlns="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xmlns="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xmlns="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xmlns="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xmlns="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xmlns="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xmlns="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xmlns="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xmlns="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xmlns="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xmlns="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xmlns="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xmlns="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xmlns="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xmlns="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xmlns="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xmlns="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xmlns="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xmlns="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xmlns="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xmlns="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xmlns="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xmlns="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xmlns="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xmlns="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xmlns="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xmlns="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xmlns="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xmlns="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xmlns="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xmlns="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xmlns="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xmlns="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xmlns="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xmlns="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xmlns="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xmlns="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xmlns="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xmlns="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xmlns="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xmlns="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xmlns="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xmlns="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xmlns="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xmlns="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xmlns="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xmlns="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xmlns="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xmlns="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xmlns="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xmlns="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xmlns="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xmlns="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xmlns="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xmlns="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xmlns="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xmlns="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xmlns="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xmlns="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xmlns="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xmlns="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388" y="2158329"/>
            <a:ext cx="478139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4580" y="3200329"/>
            <a:ext cx="480552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44A731D0-020D-4D8E-955D-2354AF0FE452}"/>
              </a:ext>
            </a:extLst>
          </p:cNvPr>
          <p:cNvSpPr/>
          <p:nvPr userDrawn="1"/>
        </p:nvSpPr>
        <p:spPr>
          <a:xfrm>
            <a:off x="489112" y="723658"/>
            <a:ext cx="5677988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15324C54-B75E-4AC0-90C2-FA558C7716F7}"/>
              </a:ext>
            </a:extLst>
          </p:cNvPr>
          <p:cNvSpPr/>
          <p:nvPr/>
        </p:nvSpPr>
        <p:spPr>
          <a:xfrm>
            <a:off x="489112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CAA95478-C099-485F-AD95-A617656C6C7C}"/>
              </a:ext>
            </a:extLst>
          </p:cNvPr>
          <p:cNvSpPr/>
          <p:nvPr/>
        </p:nvSpPr>
        <p:spPr>
          <a:xfrm>
            <a:off x="774294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65680A1-86D1-44C2-AA38-0DF5735F1F26}"/>
              </a:ext>
            </a:extLst>
          </p:cNvPr>
          <p:cNvSpPr/>
          <p:nvPr/>
        </p:nvSpPr>
        <p:spPr>
          <a:xfrm>
            <a:off x="1059359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xmlns="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xmlns="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xmlns="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329983636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xmlns="" id="{9CDE954B-B280-441B-9B2D-3DC58AAE3926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xmlns="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xmlns="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xmlns="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xmlns="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xmlns="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xmlns="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xmlns="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xmlns="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xmlns="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xmlns="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xmlns="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xmlns="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xmlns="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xmlns="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xmlns="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xmlns="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xmlns="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xmlns="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xmlns="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xmlns="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xmlns="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xmlns="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xmlns="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xmlns="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xmlns="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xmlns="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xmlns="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xmlns="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xmlns="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xmlns="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xmlns="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xmlns="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xmlns="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xmlns="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xmlns="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xmlns="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xmlns="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xmlns="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xmlns="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xmlns="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xmlns="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xmlns="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xmlns="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xmlns="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xmlns="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xmlns="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xmlns="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xmlns="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xmlns="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xmlns="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xmlns="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xmlns="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xmlns="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xmlns="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xmlns="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xmlns="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xmlns="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xmlns="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xmlns="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xmlns="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xmlns="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xmlns="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xmlns="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xmlns="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xmlns="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xmlns="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xmlns="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388" y="2158329"/>
            <a:ext cx="3998354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xmlns="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80" y="3200329"/>
            <a:ext cx="401853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AE95BC52-A56D-4358-A294-750179EBB698}"/>
              </a:ext>
            </a:extLst>
          </p:cNvPr>
          <p:cNvGrpSpPr/>
          <p:nvPr userDrawn="1"/>
        </p:nvGrpSpPr>
        <p:grpSpPr>
          <a:xfrm>
            <a:off x="489112" y="876059"/>
            <a:ext cx="4852768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xmlns="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xmlns="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xmlns="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xmlns="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3049809153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907750"/>
            <a:ext cx="109728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2pPr marL="712875" indent="-356438">
              <a:buClr>
                <a:schemeClr val="bg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2pPr>
            <a:lvl3pPr marL="1069313" indent="-356438">
              <a:buClr>
                <a:schemeClr val="bg2"/>
              </a:buClr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85614037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019434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791059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4911624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6054874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05553187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5170300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102" y="1488927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xmlns="" val="40666791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xmlns="" val="374979805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xmlns="" val="173333736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6758028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3017379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1326737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1669096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6057747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675738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63929146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451779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482676558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07980014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23481914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xmlns="" val="391505813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134860223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312097592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490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490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743" y="5914642"/>
            <a:ext cx="5757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xmlns="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xmlns="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169060747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44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44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305659238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xmlns="" id="{5342E118-6F1D-4C46-956E-4CCCBCAA7952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xmlns="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xmlns="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xmlns="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xmlns="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xmlns="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xmlns="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xmlns="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xmlns="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xmlns="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xmlns="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xmlns="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xmlns="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xmlns="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xmlns="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xmlns="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xmlns="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xmlns="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xmlns="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xmlns="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xmlns="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xmlns="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xmlns="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xmlns="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xmlns="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xmlns="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xmlns="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xmlns="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xmlns="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xmlns="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xmlns="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xmlns="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xmlns="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xmlns="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xmlns="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xmlns="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xmlns="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xmlns="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xmlns="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xmlns="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xmlns="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xmlns="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xmlns="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xmlns="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xmlns="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xmlns="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xmlns="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xmlns="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xmlns="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xmlns="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xmlns="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xmlns="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xmlns="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xmlns="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xmlns="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xmlns="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xmlns="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xmlns="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xmlns="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xmlns="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xmlns="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xmlns="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xmlns="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xmlns="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xmlns="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xmlns="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xmlns="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388" y="2158329"/>
            <a:ext cx="478139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4580" y="3200329"/>
            <a:ext cx="480552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44A731D0-020D-4D8E-955D-2354AF0FE452}"/>
              </a:ext>
            </a:extLst>
          </p:cNvPr>
          <p:cNvSpPr/>
          <p:nvPr userDrawn="1"/>
        </p:nvSpPr>
        <p:spPr>
          <a:xfrm>
            <a:off x="489112" y="723658"/>
            <a:ext cx="5677988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15324C54-B75E-4AC0-90C2-FA558C7716F7}"/>
              </a:ext>
            </a:extLst>
          </p:cNvPr>
          <p:cNvSpPr/>
          <p:nvPr/>
        </p:nvSpPr>
        <p:spPr>
          <a:xfrm>
            <a:off x="489112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CAA95478-C099-485F-AD95-A617656C6C7C}"/>
              </a:ext>
            </a:extLst>
          </p:cNvPr>
          <p:cNvSpPr/>
          <p:nvPr/>
        </p:nvSpPr>
        <p:spPr>
          <a:xfrm>
            <a:off x="774294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65680A1-86D1-44C2-AA38-0DF5735F1F26}"/>
              </a:ext>
            </a:extLst>
          </p:cNvPr>
          <p:cNvSpPr/>
          <p:nvPr/>
        </p:nvSpPr>
        <p:spPr>
          <a:xfrm>
            <a:off x="1059359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xmlns="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xmlns="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xmlns="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146634567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xmlns="" id="{9CDE954B-B280-441B-9B2D-3DC58AAE3926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xmlns="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xmlns="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xmlns="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xmlns="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xmlns="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xmlns="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xmlns="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xmlns="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xmlns="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xmlns="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xmlns="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xmlns="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xmlns="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xmlns="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xmlns="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xmlns="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xmlns="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xmlns="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xmlns="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xmlns="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xmlns="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xmlns="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xmlns="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xmlns="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xmlns="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xmlns="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xmlns="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xmlns="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xmlns="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xmlns="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xmlns="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xmlns="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xmlns="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xmlns="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xmlns="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xmlns="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xmlns="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xmlns="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xmlns="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xmlns="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xmlns="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xmlns="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xmlns="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xmlns="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xmlns="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xmlns="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xmlns="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xmlns="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xmlns="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xmlns="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xmlns="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xmlns="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xmlns="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xmlns="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xmlns="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xmlns="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xmlns="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xmlns="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xmlns="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xmlns="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xmlns="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xmlns="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xmlns="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xmlns="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xmlns="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xmlns="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xmlns="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388" y="2158329"/>
            <a:ext cx="3998354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xmlns="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80" y="3200329"/>
            <a:ext cx="401853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AE95BC52-A56D-4358-A294-750179EBB698}"/>
              </a:ext>
            </a:extLst>
          </p:cNvPr>
          <p:cNvGrpSpPr/>
          <p:nvPr userDrawn="1"/>
        </p:nvGrpSpPr>
        <p:grpSpPr>
          <a:xfrm>
            <a:off x="489112" y="876059"/>
            <a:ext cx="4852768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xmlns="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xmlns="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xmlns="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xmlns="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187429319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EYInterstate" panose="02000503020000020004" pitchFamily="2" charset="0"/>
              </a:defRPr>
            </a:lvl1pPr>
            <a:lvl2pPr>
              <a:defRPr>
                <a:latin typeface="EYInterstate" panose="02000503020000020004" pitchFamily="2" charset="0"/>
              </a:defRPr>
            </a:lvl2pPr>
            <a:lvl3pPr>
              <a:defRPr>
                <a:latin typeface="EYInterstate" panose="02000503020000020004" pitchFamily="2" charset="0"/>
              </a:defRPr>
            </a:lvl3pPr>
            <a:lvl4pPr>
              <a:defRPr>
                <a:latin typeface="EYInterstate" panose="02000503020000020004" pitchFamily="2" charset="0"/>
              </a:defRPr>
            </a:lvl4pPr>
            <a:lvl5pPr>
              <a:defRPr>
                <a:latin typeface="EYInterstate" panose="0200050302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878255016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67821134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95616945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4930987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651652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9292541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2305519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17467" y="2720493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3590250"/>
            <a:ext cx="5289245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5696250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6034927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xmlns="" val="3481656498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xmlns="" val="90283521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xmlns="" val="457278626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/>
              <a:t>Content EY Interstate Light, 16pt,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70728997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7496169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6861145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45012927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3694474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189806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703302547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4790684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45074192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66940561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90480926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xmlns="" val="3968833064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4238000316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532417809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field of wheat&#10;&#10;Description automatically generated with medium confidence">
            <a:extLst>
              <a:ext uri="{FF2B5EF4-FFF2-40B4-BE49-F238E27FC236}">
                <a16:creationId xmlns:a16="http://schemas.microsoft.com/office/drawing/2014/main" xmlns="" id="{FA1015BF-241A-4AB6-9307-D8F5FB976F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-603429"/>
            <a:ext cx="12192000" cy="7495117"/>
          </a:xfrm>
          <a:prstGeom prst="rect">
            <a:avLst/>
          </a:prstGeom>
        </p:spPr>
      </p:pic>
      <p:sp>
        <p:nvSpPr>
          <p:cNvPr id="34" name="Subtitle 2">
            <a:extLst>
              <a:ext uri="{FF2B5EF4-FFF2-40B4-BE49-F238E27FC236}">
                <a16:creationId xmlns:a16="http://schemas.microsoft.com/office/drawing/2014/main" xmlns="" id="{5B0C97A5-C02B-4C10-9DA8-080218638845}"/>
              </a:ext>
            </a:extLst>
          </p:cNvPr>
          <p:cNvSpPr txBox="1">
            <a:spLocks/>
          </p:cNvSpPr>
          <p:nvPr userDrawn="1"/>
        </p:nvSpPr>
        <p:spPr>
          <a:xfrm>
            <a:off x="10309433" y="2269413"/>
            <a:ext cx="1749286" cy="1235787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943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1799" b="1" dirty="0">
                <a:solidFill>
                  <a:schemeClr val="bg2"/>
                </a:solidFill>
                <a:highlight>
                  <a:srgbClr val="FFE600"/>
                </a:highlight>
                <a:latin typeface="+mj-lt"/>
                <a:cs typeface="Calibri" panose="020F0502020204030204" pitchFamily="34" charset="0"/>
              </a:rPr>
              <a:t>Wheat</a:t>
            </a:r>
          </a:p>
          <a:p>
            <a:pPr marL="0" marR="0" lvl="0" indent="0" algn="l" defTabSz="913943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i-IN" sz="1799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highlight>
                  <a:srgbClr val="FFE600"/>
                </a:highlight>
                <a:uLnTx/>
                <a:uFillTx/>
                <a:latin typeface="+mj-lt"/>
                <a:cs typeface="Calibri" panose="020F0502020204030204" pitchFamily="34" charset="0"/>
              </a:rPr>
              <a:t>गेहूँ</a:t>
            </a:r>
            <a:r>
              <a:rPr kumimoji="0" lang="en-IN" sz="1799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highlight>
                  <a:srgbClr val="FFE600"/>
                </a:highlight>
                <a:uLnTx/>
                <a:uFillTx/>
                <a:latin typeface="+mj-lt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3943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1799" b="1" dirty="0">
                <a:solidFill>
                  <a:schemeClr val="bg2"/>
                </a:solidFill>
                <a:highlight>
                  <a:srgbClr val="FFE600"/>
                </a:highlight>
                <a:latin typeface="+mj-lt"/>
                <a:cs typeface="Calibri" panose="020F0502020204030204" pitchFamily="34" charset="0"/>
              </a:rPr>
              <a:t>WH-123</a:t>
            </a:r>
            <a:endParaRPr kumimoji="0" lang="en-IN" sz="1799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highlight>
                <a:srgbClr val="FFE600"/>
              </a:highlight>
              <a:uLnTx/>
              <a:uFillTx/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xmlns="" id="{914ED567-D292-4C36-9818-5666A0050AA7}"/>
              </a:ext>
            </a:extLst>
          </p:cNvPr>
          <p:cNvSpPr>
            <a:spLocks noChangeAspect="1"/>
          </p:cNvSpPr>
          <p:nvPr userDrawn="1"/>
        </p:nvSpPr>
        <p:spPr bwMode="gray">
          <a:xfrm rot="10800000">
            <a:off x="504883" y="1464562"/>
            <a:ext cx="5091724" cy="3443628"/>
          </a:xfrm>
          <a:custGeom>
            <a:avLst/>
            <a:gdLst>
              <a:gd name="connsiteX0" fmla="*/ 0 w 10000"/>
              <a:gd name="connsiteY0" fmla="*/ 0 h 9745"/>
              <a:gd name="connsiteX1" fmla="*/ 921 w 10000"/>
              <a:gd name="connsiteY1" fmla="*/ 9745 h 9745"/>
              <a:gd name="connsiteX2" fmla="*/ 10000 w 10000"/>
              <a:gd name="connsiteY2" fmla="*/ 7201 h 9745"/>
              <a:gd name="connsiteX3" fmla="*/ 10000 w 10000"/>
              <a:gd name="connsiteY3" fmla="*/ 0 h 9745"/>
              <a:gd name="connsiteX4" fmla="*/ 0 w 10000"/>
              <a:gd name="connsiteY4" fmla="*/ 0 h 9745"/>
              <a:gd name="connsiteX0" fmla="*/ 0 w 9079"/>
              <a:gd name="connsiteY0" fmla="*/ 0 h 10000"/>
              <a:gd name="connsiteX1" fmla="*/ 0 w 9079"/>
              <a:gd name="connsiteY1" fmla="*/ 10000 h 10000"/>
              <a:gd name="connsiteX2" fmla="*/ 9079 w 9079"/>
              <a:gd name="connsiteY2" fmla="*/ 7389 h 10000"/>
              <a:gd name="connsiteX3" fmla="*/ 9079 w 9079"/>
              <a:gd name="connsiteY3" fmla="*/ 0 h 10000"/>
              <a:gd name="connsiteX4" fmla="*/ 0 w 9079"/>
              <a:gd name="connsiteY4" fmla="*/ 0 h 10000"/>
              <a:gd name="connsiteX0" fmla="*/ 5 w 10000"/>
              <a:gd name="connsiteY0" fmla="*/ 2555 h 10000"/>
              <a:gd name="connsiteX1" fmla="*/ 0 w 10000"/>
              <a:gd name="connsiteY1" fmla="*/ 10000 h 10000"/>
              <a:gd name="connsiteX2" fmla="*/ 10000 w 10000"/>
              <a:gd name="connsiteY2" fmla="*/ 7389 h 10000"/>
              <a:gd name="connsiteX3" fmla="*/ 10000 w 10000"/>
              <a:gd name="connsiteY3" fmla="*/ 0 h 10000"/>
              <a:gd name="connsiteX4" fmla="*/ 5 w 10000"/>
              <a:gd name="connsiteY4" fmla="*/ 2555 h 10000"/>
              <a:gd name="connsiteX0" fmla="*/ 5 w 10000"/>
              <a:gd name="connsiteY0" fmla="*/ 0 h 7445"/>
              <a:gd name="connsiteX1" fmla="*/ 0 w 10000"/>
              <a:gd name="connsiteY1" fmla="*/ 7445 h 7445"/>
              <a:gd name="connsiteX2" fmla="*/ 10000 w 10000"/>
              <a:gd name="connsiteY2" fmla="*/ 4834 h 7445"/>
              <a:gd name="connsiteX3" fmla="*/ 10000 w 10000"/>
              <a:gd name="connsiteY3" fmla="*/ 7 h 7445"/>
              <a:gd name="connsiteX4" fmla="*/ 5 w 10000"/>
              <a:gd name="connsiteY4" fmla="*/ 0 h 7445"/>
              <a:gd name="connsiteX0" fmla="*/ 5 w 10000"/>
              <a:gd name="connsiteY0" fmla="*/ 0 h 10000"/>
              <a:gd name="connsiteX1" fmla="*/ 0 w 10000"/>
              <a:gd name="connsiteY1" fmla="*/ 10000 h 10000"/>
              <a:gd name="connsiteX2" fmla="*/ 8453 w 10000"/>
              <a:gd name="connsiteY2" fmla="*/ 7036 h 10000"/>
              <a:gd name="connsiteX3" fmla="*/ 10000 w 10000"/>
              <a:gd name="connsiteY3" fmla="*/ 9 h 10000"/>
              <a:gd name="connsiteX4" fmla="*/ 5 w 10000"/>
              <a:gd name="connsiteY4" fmla="*/ 0 h 10000"/>
              <a:gd name="connsiteX0" fmla="*/ 5 w 8453"/>
              <a:gd name="connsiteY0" fmla="*/ 4143 h 14143"/>
              <a:gd name="connsiteX1" fmla="*/ 0 w 8453"/>
              <a:gd name="connsiteY1" fmla="*/ 14143 h 14143"/>
              <a:gd name="connsiteX2" fmla="*/ 8453 w 8453"/>
              <a:gd name="connsiteY2" fmla="*/ 11179 h 14143"/>
              <a:gd name="connsiteX3" fmla="*/ 8453 w 8453"/>
              <a:gd name="connsiteY3" fmla="*/ 0 h 14143"/>
              <a:gd name="connsiteX4" fmla="*/ 5 w 8453"/>
              <a:gd name="connsiteY4" fmla="*/ 4143 h 14143"/>
              <a:gd name="connsiteX0" fmla="*/ 6 w 10000"/>
              <a:gd name="connsiteY0" fmla="*/ 0 h 10007"/>
              <a:gd name="connsiteX1" fmla="*/ 0 w 10000"/>
              <a:gd name="connsiteY1" fmla="*/ 10007 h 10007"/>
              <a:gd name="connsiteX2" fmla="*/ 10000 w 10000"/>
              <a:gd name="connsiteY2" fmla="*/ 7911 h 10007"/>
              <a:gd name="connsiteX3" fmla="*/ 10000 w 10000"/>
              <a:gd name="connsiteY3" fmla="*/ 7 h 10007"/>
              <a:gd name="connsiteX4" fmla="*/ 6 w 10000"/>
              <a:gd name="connsiteY4" fmla="*/ 0 h 10007"/>
              <a:gd name="connsiteX0" fmla="*/ 6 w 10000"/>
              <a:gd name="connsiteY0" fmla="*/ 0 h 10688"/>
              <a:gd name="connsiteX1" fmla="*/ 0 w 10000"/>
              <a:gd name="connsiteY1" fmla="*/ 10688 h 10688"/>
              <a:gd name="connsiteX2" fmla="*/ 10000 w 10000"/>
              <a:gd name="connsiteY2" fmla="*/ 7911 h 10688"/>
              <a:gd name="connsiteX3" fmla="*/ 10000 w 10000"/>
              <a:gd name="connsiteY3" fmla="*/ 7 h 10688"/>
              <a:gd name="connsiteX4" fmla="*/ 6 w 10000"/>
              <a:gd name="connsiteY4" fmla="*/ 0 h 1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688">
                <a:moveTo>
                  <a:pt x="6" y="0"/>
                </a:moveTo>
                <a:cubicBezTo>
                  <a:pt x="4" y="2358"/>
                  <a:pt x="2" y="8331"/>
                  <a:pt x="0" y="10688"/>
                </a:cubicBezTo>
                <a:lnTo>
                  <a:pt x="10000" y="7911"/>
                </a:lnTo>
                <a:lnTo>
                  <a:pt x="10000" y="7"/>
                </a:lnTo>
                <a:lnTo>
                  <a:pt x="6" y="0"/>
                </a:lnTo>
                <a:close/>
              </a:path>
            </a:pathLst>
          </a:custGeom>
          <a:solidFill>
            <a:srgbClr val="FFE600"/>
          </a:solidFill>
          <a:ln w="9525">
            <a:noFill/>
            <a:round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GB" sz="1799" dirty="0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xmlns="" id="{B115D7C2-91C4-49B9-B48A-5D718270B6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3247" y="2303423"/>
            <a:ext cx="5419932" cy="860400"/>
          </a:xfrm>
        </p:spPr>
        <p:txBody>
          <a:bodyPr/>
          <a:lstStyle>
            <a:lvl1pPr>
              <a:defRPr sz="2999" b="0">
                <a:solidFill>
                  <a:srgbClr val="404040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GB" dirty="0"/>
              <a:t>Title (EY Interstate Light 30 point)</a:t>
            </a: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xmlns="" id="{ADAA27EB-0431-46F8-9E00-F0A8E90554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3248" y="3249692"/>
            <a:ext cx="5419932" cy="391225"/>
          </a:xfrm>
        </p:spPr>
        <p:txBody>
          <a:bodyPr/>
          <a:lstStyle>
            <a:lvl1pPr marL="0" marR="0" indent="0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199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 sz="1599" b="0">
                <a:solidFill>
                  <a:srgbClr val="404040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z="1599" dirty="0"/>
              <a:t>Subtitle (EY Interstate 16 point)</a:t>
            </a: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199"/>
              </a:spcAft>
              <a:buClr>
                <a:schemeClr val="accent2"/>
              </a:buClr>
              <a:buSzPct val="70000"/>
              <a:buFont typeface="Arial" pitchFamily="34" charset="0"/>
              <a:buNone/>
              <a:tabLst/>
              <a:defRPr/>
            </a:pPr>
            <a:r>
              <a:rPr lang="en-IN" b="1" dirty="0"/>
              <a:t>XX Month 200X (EY Interstate bold 16 point)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87FEAA66-B9E7-44DE-BCA1-A243F8E6274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49230" y="1132642"/>
            <a:ext cx="2823786" cy="3226659"/>
            <a:chOff x="7102475" y="2998788"/>
            <a:chExt cx="1162050" cy="1327150"/>
          </a:xfrm>
        </p:grpSpPr>
        <p:sp>
          <p:nvSpPr>
            <p:cNvPr id="39" name="Freeform 58">
              <a:extLst>
                <a:ext uri="{FF2B5EF4-FFF2-40B4-BE49-F238E27FC236}">
                  <a16:creationId xmlns:a16="http://schemas.microsoft.com/office/drawing/2014/main" xmlns="" id="{E5497101-4CD7-4DA5-869F-500BEAA363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58050" y="3236913"/>
              <a:ext cx="850900" cy="850900"/>
            </a:xfrm>
            <a:custGeom>
              <a:avLst/>
              <a:gdLst>
                <a:gd name="T0" fmla="*/ 240 w 536"/>
                <a:gd name="T1" fmla="*/ 536 h 536"/>
                <a:gd name="T2" fmla="*/ 164 w 536"/>
                <a:gd name="T3" fmla="*/ 516 h 536"/>
                <a:gd name="T4" fmla="*/ 98 w 536"/>
                <a:gd name="T5" fmla="*/ 476 h 536"/>
                <a:gd name="T6" fmla="*/ 46 w 536"/>
                <a:gd name="T7" fmla="*/ 418 h 536"/>
                <a:gd name="T8" fmla="*/ 12 w 536"/>
                <a:gd name="T9" fmla="*/ 348 h 536"/>
                <a:gd name="T10" fmla="*/ 0 w 536"/>
                <a:gd name="T11" fmla="*/ 268 h 536"/>
                <a:gd name="T12" fmla="*/ 6 w 536"/>
                <a:gd name="T13" fmla="*/ 214 h 536"/>
                <a:gd name="T14" fmla="*/ 32 w 536"/>
                <a:gd name="T15" fmla="*/ 140 h 536"/>
                <a:gd name="T16" fmla="*/ 78 w 536"/>
                <a:gd name="T17" fmla="*/ 80 h 536"/>
                <a:gd name="T18" fmla="*/ 140 w 536"/>
                <a:gd name="T19" fmla="*/ 32 h 536"/>
                <a:gd name="T20" fmla="*/ 214 w 536"/>
                <a:gd name="T21" fmla="*/ 6 h 536"/>
                <a:gd name="T22" fmla="*/ 268 w 536"/>
                <a:gd name="T23" fmla="*/ 0 h 536"/>
                <a:gd name="T24" fmla="*/ 348 w 536"/>
                <a:gd name="T25" fmla="*/ 12 h 536"/>
                <a:gd name="T26" fmla="*/ 418 w 536"/>
                <a:gd name="T27" fmla="*/ 46 h 536"/>
                <a:gd name="T28" fmla="*/ 474 w 536"/>
                <a:gd name="T29" fmla="*/ 98 h 536"/>
                <a:gd name="T30" fmla="*/ 514 w 536"/>
                <a:gd name="T31" fmla="*/ 164 h 536"/>
                <a:gd name="T32" fmla="*/ 534 w 536"/>
                <a:gd name="T33" fmla="*/ 242 h 536"/>
                <a:gd name="T34" fmla="*/ 534 w 536"/>
                <a:gd name="T35" fmla="*/ 296 h 536"/>
                <a:gd name="T36" fmla="*/ 514 w 536"/>
                <a:gd name="T37" fmla="*/ 372 h 536"/>
                <a:gd name="T38" fmla="*/ 474 w 536"/>
                <a:gd name="T39" fmla="*/ 438 h 536"/>
                <a:gd name="T40" fmla="*/ 418 w 536"/>
                <a:gd name="T41" fmla="*/ 490 h 536"/>
                <a:gd name="T42" fmla="*/ 348 w 536"/>
                <a:gd name="T43" fmla="*/ 524 h 536"/>
                <a:gd name="T44" fmla="*/ 268 w 536"/>
                <a:gd name="T45" fmla="*/ 536 h 536"/>
                <a:gd name="T46" fmla="*/ 268 w 536"/>
                <a:gd name="T47" fmla="*/ 18 h 536"/>
                <a:gd name="T48" fmla="*/ 194 w 536"/>
                <a:gd name="T49" fmla="*/ 30 h 536"/>
                <a:gd name="T50" fmla="*/ 128 w 536"/>
                <a:gd name="T51" fmla="*/ 62 h 536"/>
                <a:gd name="T52" fmla="*/ 76 w 536"/>
                <a:gd name="T53" fmla="*/ 110 h 536"/>
                <a:gd name="T54" fmla="*/ 38 w 536"/>
                <a:gd name="T55" fmla="*/ 172 h 536"/>
                <a:gd name="T56" fmla="*/ 20 w 536"/>
                <a:gd name="T57" fmla="*/ 244 h 536"/>
                <a:gd name="T58" fmla="*/ 20 w 536"/>
                <a:gd name="T59" fmla="*/ 294 h 536"/>
                <a:gd name="T60" fmla="*/ 38 w 536"/>
                <a:gd name="T61" fmla="*/ 366 h 536"/>
                <a:gd name="T62" fmla="*/ 76 w 536"/>
                <a:gd name="T63" fmla="*/ 428 h 536"/>
                <a:gd name="T64" fmla="*/ 128 w 536"/>
                <a:gd name="T65" fmla="*/ 476 h 536"/>
                <a:gd name="T66" fmla="*/ 194 w 536"/>
                <a:gd name="T67" fmla="*/ 508 h 536"/>
                <a:gd name="T68" fmla="*/ 268 w 536"/>
                <a:gd name="T69" fmla="*/ 518 h 536"/>
                <a:gd name="T70" fmla="*/ 318 w 536"/>
                <a:gd name="T71" fmla="*/ 514 h 536"/>
                <a:gd name="T72" fmla="*/ 386 w 536"/>
                <a:gd name="T73" fmla="*/ 488 h 536"/>
                <a:gd name="T74" fmla="*/ 444 w 536"/>
                <a:gd name="T75" fmla="*/ 446 h 536"/>
                <a:gd name="T76" fmla="*/ 488 w 536"/>
                <a:gd name="T77" fmla="*/ 388 h 536"/>
                <a:gd name="T78" fmla="*/ 512 w 536"/>
                <a:gd name="T79" fmla="*/ 318 h 536"/>
                <a:gd name="T80" fmla="*/ 518 w 536"/>
                <a:gd name="T81" fmla="*/ 268 h 536"/>
                <a:gd name="T82" fmla="*/ 506 w 536"/>
                <a:gd name="T83" fmla="*/ 194 h 536"/>
                <a:gd name="T84" fmla="*/ 476 w 536"/>
                <a:gd name="T85" fmla="*/ 128 h 536"/>
                <a:gd name="T86" fmla="*/ 426 w 536"/>
                <a:gd name="T87" fmla="*/ 76 h 536"/>
                <a:gd name="T88" fmla="*/ 366 w 536"/>
                <a:gd name="T89" fmla="*/ 38 h 536"/>
                <a:gd name="T90" fmla="*/ 294 w 536"/>
                <a:gd name="T91" fmla="*/ 2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36" h="536">
                  <a:moveTo>
                    <a:pt x="268" y="536"/>
                  </a:moveTo>
                  <a:lnTo>
                    <a:pt x="268" y="536"/>
                  </a:lnTo>
                  <a:lnTo>
                    <a:pt x="240" y="536"/>
                  </a:lnTo>
                  <a:lnTo>
                    <a:pt x="214" y="530"/>
                  </a:lnTo>
                  <a:lnTo>
                    <a:pt x="188" y="524"/>
                  </a:lnTo>
                  <a:lnTo>
                    <a:pt x="164" y="516"/>
                  </a:lnTo>
                  <a:lnTo>
                    <a:pt x="140" y="504"/>
                  </a:lnTo>
                  <a:lnTo>
                    <a:pt x="118" y="490"/>
                  </a:lnTo>
                  <a:lnTo>
                    <a:pt x="98" y="476"/>
                  </a:lnTo>
                  <a:lnTo>
                    <a:pt x="78" y="458"/>
                  </a:lnTo>
                  <a:lnTo>
                    <a:pt x="62" y="438"/>
                  </a:lnTo>
                  <a:lnTo>
                    <a:pt x="46" y="418"/>
                  </a:lnTo>
                  <a:lnTo>
                    <a:pt x="32" y="396"/>
                  </a:lnTo>
                  <a:lnTo>
                    <a:pt x="22" y="372"/>
                  </a:lnTo>
                  <a:lnTo>
                    <a:pt x="12" y="348"/>
                  </a:lnTo>
                  <a:lnTo>
                    <a:pt x="6" y="322"/>
                  </a:lnTo>
                  <a:lnTo>
                    <a:pt x="2" y="296"/>
                  </a:lnTo>
                  <a:lnTo>
                    <a:pt x="0" y="268"/>
                  </a:lnTo>
                  <a:lnTo>
                    <a:pt x="0" y="268"/>
                  </a:lnTo>
                  <a:lnTo>
                    <a:pt x="2" y="242"/>
                  </a:lnTo>
                  <a:lnTo>
                    <a:pt x="6" y="214"/>
                  </a:lnTo>
                  <a:lnTo>
                    <a:pt x="12" y="188"/>
                  </a:lnTo>
                  <a:lnTo>
                    <a:pt x="22" y="164"/>
                  </a:lnTo>
                  <a:lnTo>
                    <a:pt x="32" y="140"/>
                  </a:lnTo>
                  <a:lnTo>
                    <a:pt x="46" y="118"/>
                  </a:lnTo>
                  <a:lnTo>
                    <a:pt x="62" y="98"/>
                  </a:lnTo>
                  <a:lnTo>
                    <a:pt x="78" y="80"/>
                  </a:lnTo>
                  <a:lnTo>
                    <a:pt x="98" y="62"/>
                  </a:lnTo>
                  <a:lnTo>
                    <a:pt x="118" y="46"/>
                  </a:lnTo>
                  <a:lnTo>
                    <a:pt x="140" y="32"/>
                  </a:lnTo>
                  <a:lnTo>
                    <a:pt x="164" y="22"/>
                  </a:lnTo>
                  <a:lnTo>
                    <a:pt x="188" y="12"/>
                  </a:lnTo>
                  <a:lnTo>
                    <a:pt x="214" y="6"/>
                  </a:lnTo>
                  <a:lnTo>
                    <a:pt x="240" y="2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96" y="2"/>
                  </a:lnTo>
                  <a:lnTo>
                    <a:pt x="322" y="6"/>
                  </a:lnTo>
                  <a:lnTo>
                    <a:pt x="348" y="12"/>
                  </a:lnTo>
                  <a:lnTo>
                    <a:pt x="372" y="22"/>
                  </a:lnTo>
                  <a:lnTo>
                    <a:pt x="396" y="32"/>
                  </a:lnTo>
                  <a:lnTo>
                    <a:pt x="418" y="46"/>
                  </a:lnTo>
                  <a:lnTo>
                    <a:pt x="438" y="62"/>
                  </a:lnTo>
                  <a:lnTo>
                    <a:pt x="458" y="80"/>
                  </a:lnTo>
                  <a:lnTo>
                    <a:pt x="474" y="98"/>
                  </a:lnTo>
                  <a:lnTo>
                    <a:pt x="490" y="118"/>
                  </a:lnTo>
                  <a:lnTo>
                    <a:pt x="504" y="140"/>
                  </a:lnTo>
                  <a:lnTo>
                    <a:pt x="514" y="164"/>
                  </a:lnTo>
                  <a:lnTo>
                    <a:pt x="524" y="188"/>
                  </a:lnTo>
                  <a:lnTo>
                    <a:pt x="530" y="214"/>
                  </a:lnTo>
                  <a:lnTo>
                    <a:pt x="534" y="242"/>
                  </a:lnTo>
                  <a:lnTo>
                    <a:pt x="536" y="268"/>
                  </a:lnTo>
                  <a:lnTo>
                    <a:pt x="536" y="268"/>
                  </a:lnTo>
                  <a:lnTo>
                    <a:pt x="534" y="296"/>
                  </a:lnTo>
                  <a:lnTo>
                    <a:pt x="530" y="322"/>
                  </a:lnTo>
                  <a:lnTo>
                    <a:pt x="524" y="348"/>
                  </a:lnTo>
                  <a:lnTo>
                    <a:pt x="514" y="372"/>
                  </a:lnTo>
                  <a:lnTo>
                    <a:pt x="504" y="396"/>
                  </a:lnTo>
                  <a:lnTo>
                    <a:pt x="490" y="418"/>
                  </a:lnTo>
                  <a:lnTo>
                    <a:pt x="474" y="438"/>
                  </a:lnTo>
                  <a:lnTo>
                    <a:pt x="458" y="458"/>
                  </a:lnTo>
                  <a:lnTo>
                    <a:pt x="438" y="476"/>
                  </a:lnTo>
                  <a:lnTo>
                    <a:pt x="418" y="490"/>
                  </a:lnTo>
                  <a:lnTo>
                    <a:pt x="396" y="504"/>
                  </a:lnTo>
                  <a:lnTo>
                    <a:pt x="372" y="516"/>
                  </a:lnTo>
                  <a:lnTo>
                    <a:pt x="348" y="524"/>
                  </a:lnTo>
                  <a:lnTo>
                    <a:pt x="322" y="530"/>
                  </a:lnTo>
                  <a:lnTo>
                    <a:pt x="296" y="536"/>
                  </a:lnTo>
                  <a:lnTo>
                    <a:pt x="268" y="536"/>
                  </a:lnTo>
                  <a:lnTo>
                    <a:pt x="268" y="536"/>
                  </a:lnTo>
                  <a:close/>
                  <a:moveTo>
                    <a:pt x="268" y="18"/>
                  </a:moveTo>
                  <a:lnTo>
                    <a:pt x="268" y="18"/>
                  </a:lnTo>
                  <a:lnTo>
                    <a:pt x="242" y="20"/>
                  </a:lnTo>
                  <a:lnTo>
                    <a:pt x="218" y="24"/>
                  </a:lnTo>
                  <a:lnTo>
                    <a:pt x="194" y="30"/>
                  </a:lnTo>
                  <a:lnTo>
                    <a:pt x="170" y="38"/>
                  </a:lnTo>
                  <a:lnTo>
                    <a:pt x="148" y="48"/>
                  </a:lnTo>
                  <a:lnTo>
                    <a:pt x="128" y="62"/>
                  </a:lnTo>
                  <a:lnTo>
                    <a:pt x="110" y="76"/>
                  </a:lnTo>
                  <a:lnTo>
                    <a:pt x="92" y="92"/>
                  </a:lnTo>
                  <a:lnTo>
                    <a:pt x="76" y="110"/>
                  </a:lnTo>
                  <a:lnTo>
                    <a:pt x="60" y="128"/>
                  </a:lnTo>
                  <a:lnTo>
                    <a:pt x="48" y="150"/>
                  </a:lnTo>
                  <a:lnTo>
                    <a:pt x="38" y="172"/>
                  </a:lnTo>
                  <a:lnTo>
                    <a:pt x="30" y="194"/>
                  </a:lnTo>
                  <a:lnTo>
                    <a:pt x="24" y="218"/>
                  </a:lnTo>
                  <a:lnTo>
                    <a:pt x="20" y="244"/>
                  </a:lnTo>
                  <a:lnTo>
                    <a:pt x="18" y="268"/>
                  </a:lnTo>
                  <a:lnTo>
                    <a:pt x="18" y="268"/>
                  </a:lnTo>
                  <a:lnTo>
                    <a:pt x="20" y="294"/>
                  </a:lnTo>
                  <a:lnTo>
                    <a:pt x="24" y="318"/>
                  </a:lnTo>
                  <a:lnTo>
                    <a:pt x="30" y="342"/>
                  </a:lnTo>
                  <a:lnTo>
                    <a:pt x="38" y="366"/>
                  </a:lnTo>
                  <a:lnTo>
                    <a:pt x="48" y="388"/>
                  </a:lnTo>
                  <a:lnTo>
                    <a:pt x="60" y="408"/>
                  </a:lnTo>
                  <a:lnTo>
                    <a:pt x="76" y="428"/>
                  </a:lnTo>
                  <a:lnTo>
                    <a:pt x="92" y="446"/>
                  </a:lnTo>
                  <a:lnTo>
                    <a:pt x="110" y="462"/>
                  </a:lnTo>
                  <a:lnTo>
                    <a:pt x="128" y="476"/>
                  </a:lnTo>
                  <a:lnTo>
                    <a:pt x="148" y="488"/>
                  </a:lnTo>
                  <a:lnTo>
                    <a:pt x="170" y="498"/>
                  </a:lnTo>
                  <a:lnTo>
                    <a:pt x="194" y="508"/>
                  </a:lnTo>
                  <a:lnTo>
                    <a:pt x="218" y="514"/>
                  </a:lnTo>
                  <a:lnTo>
                    <a:pt x="242" y="518"/>
                  </a:lnTo>
                  <a:lnTo>
                    <a:pt x="268" y="518"/>
                  </a:lnTo>
                  <a:lnTo>
                    <a:pt x="268" y="518"/>
                  </a:lnTo>
                  <a:lnTo>
                    <a:pt x="294" y="518"/>
                  </a:lnTo>
                  <a:lnTo>
                    <a:pt x="318" y="514"/>
                  </a:lnTo>
                  <a:lnTo>
                    <a:pt x="342" y="508"/>
                  </a:lnTo>
                  <a:lnTo>
                    <a:pt x="366" y="498"/>
                  </a:lnTo>
                  <a:lnTo>
                    <a:pt x="386" y="488"/>
                  </a:lnTo>
                  <a:lnTo>
                    <a:pt x="408" y="476"/>
                  </a:lnTo>
                  <a:lnTo>
                    <a:pt x="426" y="462"/>
                  </a:lnTo>
                  <a:lnTo>
                    <a:pt x="444" y="446"/>
                  </a:lnTo>
                  <a:lnTo>
                    <a:pt x="460" y="428"/>
                  </a:lnTo>
                  <a:lnTo>
                    <a:pt x="476" y="408"/>
                  </a:lnTo>
                  <a:lnTo>
                    <a:pt x="488" y="388"/>
                  </a:lnTo>
                  <a:lnTo>
                    <a:pt x="498" y="366"/>
                  </a:lnTo>
                  <a:lnTo>
                    <a:pt x="506" y="342"/>
                  </a:lnTo>
                  <a:lnTo>
                    <a:pt x="512" y="318"/>
                  </a:lnTo>
                  <a:lnTo>
                    <a:pt x="516" y="294"/>
                  </a:lnTo>
                  <a:lnTo>
                    <a:pt x="518" y="268"/>
                  </a:lnTo>
                  <a:lnTo>
                    <a:pt x="518" y="268"/>
                  </a:lnTo>
                  <a:lnTo>
                    <a:pt x="516" y="244"/>
                  </a:lnTo>
                  <a:lnTo>
                    <a:pt x="512" y="218"/>
                  </a:lnTo>
                  <a:lnTo>
                    <a:pt x="506" y="194"/>
                  </a:lnTo>
                  <a:lnTo>
                    <a:pt x="498" y="172"/>
                  </a:lnTo>
                  <a:lnTo>
                    <a:pt x="488" y="150"/>
                  </a:lnTo>
                  <a:lnTo>
                    <a:pt x="476" y="128"/>
                  </a:lnTo>
                  <a:lnTo>
                    <a:pt x="460" y="110"/>
                  </a:lnTo>
                  <a:lnTo>
                    <a:pt x="444" y="92"/>
                  </a:lnTo>
                  <a:lnTo>
                    <a:pt x="426" y="76"/>
                  </a:lnTo>
                  <a:lnTo>
                    <a:pt x="408" y="62"/>
                  </a:lnTo>
                  <a:lnTo>
                    <a:pt x="386" y="48"/>
                  </a:lnTo>
                  <a:lnTo>
                    <a:pt x="366" y="38"/>
                  </a:lnTo>
                  <a:lnTo>
                    <a:pt x="342" y="30"/>
                  </a:lnTo>
                  <a:lnTo>
                    <a:pt x="318" y="24"/>
                  </a:lnTo>
                  <a:lnTo>
                    <a:pt x="294" y="20"/>
                  </a:lnTo>
                  <a:lnTo>
                    <a:pt x="268" y="18"/>
                  </a:lnTo>
                  <a:lnTo>
                    <a:pt x="268" y="1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40" name="Freeform 59">
              <a:extLst>
                <a:ext uri="{FF2B5EF4-FFF2-40B4-BE49-F238E27FC236}">
                  <a16:creationId xmlns:a16="http://schemas.microsoft.com/office/drawing/2014/main" xmlns="" id="{FA0F06F7-5F88-4F1E-BD3A-D675EB06E6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7300" y="2998788"/>
              <a:ext cx="152400" cy="155575"/>
            </a:xfrm>
            <a:custGeom>
              <a:avLst/>
              <a:gdLst>
                <a:gd name="T0" fmla="*/ 48 w 96"/>
                <a:gd name="T1" fmla="*/ 98 h 98"/>
                <a:gd name="T2" fmla="*/ 28 w 96"/>
                <a:gd name="T3" fmla="*/ 94 h 98"/>
                <a:gd name="T4" fmla="*/ 14 w 96"/>
                <a:gd name="T5" fmla="*/ 84 h 98"/>
                <a:gd name="T6" fmla="*/ 4 w 96"/>
                <a:gd name="T7" fmla="*/ 68 h 98"/>
                <a:gd name="T8" fmla="*/ 0 w 96"/>
                <a:gd name="T9" fmla="*/ 48 h 98"/>
                <a:gd name="T10" fmla="*/ 0 w 96"/>
                <a:gd name="T11" fmla="*/ 40 h 98"/>
                <a:gd name="T12" fmla="*/ 8 w 96"/>
                <a:gd name="T13" fmla="*/ 22 h 98"/>
                <a:gd name="T14" fmla="*/ 20 w 96"/>
                <a:gd name="T15" fmla="*/ 8 h 98"/>
                <a:gd name="T16" fmla="*/ 38 w 96"/>
                <a:gd name="T17" fmla="*/ 2 h 98"/>
                <a:gd name="T18" fmla="*/ 48 w 96"/>
                <a:gd name="T19" fmla="*/ 0 h 98"/>
                <a:gd name="T20" fmla="*/ 66 w 96"/>
                <a:gd name="T21" fmla="*/ 4 h 98"/>
                <a:gd name="T22" fmla="*/ 82 w 96"/>
                <a:gd name="T23" fmla="*/ 14 h 98"/>
                <a:gd name="T24" fmla="*/ 92 w 96"/>
                <a:gd name="T25" fmla="*/ 30 h 98"/>
                <a:gd name="T26" fmla="*/ 96 w 96"/>
                <a:gd name="T27" fmla="*/ 48 h 98"/>
                <a:gd name="T28" fmla="*/ 96 w 96"/>
                <a:gd name="T29" fmla="*/ 58 h 98"/>
                <a:gd name="T30" fmla="*/ 88 w 96"/>
                <a:gd name="T31" fmla="*/ 76 h 98"/>
                <a:gd name="T32" fmla="*/ 76 w 96"/>
                <a:gd name="T33" fmla="*/ 90 h 98"/>
                <a:gd name="T34" fmla="*/ 58 w 96"/>
                <a:gd name="T35" fmla="*/ 96 h 98"/>
                <a:gd name="T36" fmla="*/ 48 w 96"/>
                <a:gd name="T37" fmla="*/ 98 h 98"/>
                <a:gd name="T38" fmla="*/ 48 w 96"/>
                <a:gd name="T39" fmla="*/ 18 h 98"/>
                <a:gd name="T40" fmla="*/ 36 w 96"/>
                <a:gd name="T41" fmla="*/ 20 h 98"/>
                <a:gd name="T42" fmla="*/ 20 w 96"/>
                <a:gd name="T43" fmla="*/ 36 h 98"/>
                <a:gd name="T44" fmla="*/ 18 w 96"/>
                <a:gd name="T45" fmla="*/ 48 h 98"/>
                <a:gd name="T46" fmla="*/ 18 w 96"/>
                <a:gd name="T47" fmla="*/ 56 h 98"/>
                <a:gd name="T48" fmla="*/ 26 w 96"/>
                <a:gd name="T49" fmla="*/ 70 h 98"/>
                <a:gd name="T50" fmla="*/ 42 w 96"/>
                <a:gd name="T51" fmla="*/ 80 h 98"/>
                <a:gd name="T52" fmla="*/ 48 w 96"/>
                <a:gd name="T53" fmla="*/ 80 h 98"/>
                <a:gd name="T54" fmla="*/ 60 w 96"/>
                <a:gd name="T55" fmla="*/ 78 h 98"/>
                <a:gd name="T56" fmla="*/ 76 w 96"/>
                <a:gd name="T57" fmla="*/ 60 h 98"/>
                <a:gd name="T58" fmla="*/ 78 w 96"/>
                <a:gd name="T59" fmla="*/ 48 h 98"/>
                <a:gd name="T60" fmla="*/ 78 w 96"/>
                <a:gd name="T61" fmla="*/ 42 h 98"/>
                <a:gd name="T62" fmla="*/ 70 w 96"/>
                <a:gd name="T63" fmla="*/ 28 h 98"/>
                <a:gd name="T64" fmla="*/ 54 w 96"/>
                <a:gd name="T65" fmla="*/ 18 h 98"/>
                <a:gd name="T66" fmla="*/ 48 w 96"/>
                <a:gd name="T67" fmla="*/ 1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6" h="98">
                  <a:moveTo>
                    <a:pt x="48" y="98"/>
                  </a:moveTo>
                  <a:lnTo>
                    <a:pt x="48" y="98"/>
                  </a:lnTo>
                  <a:lnTo>
                    <a:pt x="38" y="96"/>
                  </a:lnTo>
                  <a:lnTo>
                    <a:pt x="28" y="94"/>
                  </a:lnTo>
                  <a:lnTo>
                    <a:pt x="20" y="90"/>
                  </a:lnTo>
                  <a:lnTo>
                    <a:pt x="14" y="84"/>
                  </a:lnTo>
                  <a:lnTo>
                    <a:pt x="8" y="76"/>
                  </a:lnTo>
                  <a:lnTo>
                    <a:pt x="4" y="68"/>
                  </a:lnTo>
                  <a:lnTo>
                    <a:pt x="0" y="5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4" y="30"/>
                  </a:lnTo>
                  <a:lnTo>
                    <a:pt x="8" y="22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8" y="2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8" y="2"/>
                  </a:lnTo>
                  <a:lnTo>
                    <a:pt x="66" y="4"/>
                  </a:lnTo>
                  <a:lnTo>
                    <a:pt x="76" y="8"/>
                  </a:lnTo>
                  <a:lnTo>
                    <a:pt x="82" y="14"/>
                  </a:lnTo>
                  <a:lnTo>
                    <a:pt x="88" y="22"/>
                  </a:lnTo>
                  <a:lnTo>
                    <a:pt x="92" y="30"/>
                  </a:lnTo>
                  <a:lnTo>
                    <a:pt x="96" y="40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6" y="58"/>
                  </a:lnTo>
                  <a:lnTo>
                    <a:pt x="92" y="68"/>
                  </a:lnTo>
                  <a:lnTo>
                    <a:pt x="88" y="76"/>
                  </a:lnTo>
                  <a:lnTo>
                    <a:pt x="82" y="84"/>
                  </a:lnTo>
                  <a:lnTo>
                    <a:pt x="76" y="90"/>
                  </a:lnTo>
                  <a:lnTo>
                    <a:pt x="66" y="94"/>
                  </a:lnTo>
                  <a:lnTo>
                    <a:pt x="58" y="96"/>
                  </a:lnTo>
                  <a:lnTo>
                    <a:pt x="48" y="98"/>
                  </a:lnTo>
                  <a:lnTo>
                    <a:pt x="48" y="98"/>
                  </a:lnTo>
                  <a:close/>
                  <a:moveTo>
                    <a:pt x="48" y="18"/>
                  </a:moveTo>
                  <a:lnTo>
                    <a:pt x="48" y="18"/>
                  </a:lnTo>
                  <a:lnTo>
                    <a:pt x="42" y="18"/>
                  </a:lnTo>
                  <a:lnTo>
                    <a:pt x="36" y="20"/>
                  </a:lnTo>
                  <a:lnTo>
                    <a:pt x="26" y="28"/>
                  </a:lnTo>
                  <a:lnTo>
                    <a:pt x="20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8" y="56"/>
                  </a:lnTo>
                  <a:lnTo>
                    <a:pt x="20" y="60"/>
                  </a:lnTo>
                  <a:lnTo>
                    <a:pt x="26" y="70"/>
                  </a:lnTo>
                  <a:lnTo>
                    <a:pt x="36" y="78"/>
                  </a:lnTo>
                  <a:lnTo>
                    <a:pt x="42" y="80"/>
                  </a:lnTo>
                  <a:lnTo>
                    <a:pt x="48" y="80"/>
                  </a:lnTo>
                  <a:lnTo>
                    <a:pt x="48" y="80"/>
                  </a:lnTo>
                  <a:lnTo>
                    <a:pt x="54" y="80"/>
                  </a:lnTo>
                  <a:lnTo>
                    <a:pt x="60" y="78"/>
                  </a:lnTo>
                  <a:lnTo>
                    <a:pt x="70" y="70"/>
                  </a:lnTo>
                  <a:lnTo>
                    <a:pt x="76" y="60"/>
                  </a:lnTo>
                  <a:lnTo>
                    <a:pt x="78" y="56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8" y="42"/>
                  </a:lnTo>
                  <a:lnTo>
                    <a:pt x="76" y="36"/>
                  </a:lnTo>
                  <a:lnTo>
                    <a:pt x="70" y="28"/>
                  </a:lnTo>
                  <a:lnTo>
                    <a:pt x="60" y="20"/>
                  </a:lnTo>
                  <a:lnTo>
                    <a:pt x="54" y="18"/>
                  </a:lnTo>
                  <a:lnTo>
                    <a:pt x="48" y="18"/>
                  </a:lnTo>
                  <a:lnTo>
                    <a:pt x="48" y="1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41" name="Freeform 60">
              <a:extLst>
                <a:ext uri="{FF2B5EF4-FFF2-40B4-BE49-F238E27FC236}">
                  <a16:creationId xmlns:a16="http://schemas.microsoft.com/office/drawing/2014/main" xmlns="" id="{DEC4EBCC-DF25-4912-90FE-B5EEAED60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7300" y="4173538"/>
              <a:ext cx="152400" cy="152400"/>
            </a:xfrm>
            <a:custGeom>
              <a:avLst/>
              <a:gdLst>
                <a:gd name="T0" fmla="*/ 48 w 96"/>
                <a:gd name="T1" fmla="*/ 96 h 96"/>
                <a:gd name="T2" fmla="*/ 28 w 96"/>
                <a:gd name="T3" fmla="*/ 94 h 96"/>
                <a:gd name="T4" fmla="*/ 14 w 96"/>
                <a:gd name="T5" fmla="*/ 82 h 96"/>
                <a:gd name="T6" fmla="*/ 4 w 96"/>
                <a:gd name="T7" fmla="*/ 68 h 96"/>
                <a:gd name="T8" fmla="*/ 0 w 96"/>
                <a:gd name="T9" fmla="*/ 48 h 96"/>
                <a:gd name="T10" fmla="*/ 0 w 96"/>
                <a:gd name="T11" fmla="*/ 38 h 96"/>
                <a:gd name="T12" fmla="*/ 8 w 96"/>
                <a:gd name="T13" fmla="*/ 20 h 96"/>
                <a:gd name="T14" fmla="*/ 20 w 96"/>
                <a:gd name="T15" fmla="*/ 8 h 96"/>
                <a:gd name="T16" fmla="*/ 38 w 96"/>
                <a:gd name="T17" fmla="*/ 0 h 96"/>
                <a:gd name="T18" fmla="*/ 48 w 96"/>
                <a:gd name="T19" fmla="*/ 0 h 96"/>
                <a:gd name="T20" fmla="*/ 66 w 96"/>
                <a:gd name="T21" fmla="*/ 4 h 96"/>
                <a:gd name="T22" fmla="*/ 82 w 96"/>
                <a:gd name="T23" fmla="*/ 14 h 96"/>
                <a:gd name="T24" fmla="*/ 92 w 96"/>
                <a:gd name="T25" fmla="*/ 30 h 96"/>
                <a:gd name="T26" fmla="*/ 96 w 96"/>
                <a:gd name="T27" fmla="*/ 48 h 96"/>
                <a:gd name="T28" fmla="*/ 96 w 96"/>
                <a:gd name="T29" fmla="*/ 58 h 96"/>
                <a:gd name="T30" fmla="*/ 88 w 96"/>
                <a:gd name="T31" fmla="*/ 76 h 96"/>
                <a:gd name="T32" fmla="*/ 76 w 96"/>
                <a:gd name="T33" fmla="*/ 88 h 96"/>
                <a:gd name="T34" fmla="*/ 58 w 96"/>
                <a:gd name="T35" fmla="*/ 96 h 96"/>
                <a:gd name="T36" fmla="*/ 48 w 96"/>
                <a:gd name="T37" fmla="*/ 96 h 96"/>
                <a:gd name="T38" fmla="*/ 48 w 96"/>
                <a:gd name="T39" fmla="*/ 18 h 96"/>
                <a:gd name="T40" fmla="*/ 36 w 96"/>
                <a:gd name="T41" fmla="*/ 20 h 96"/>
                <a:gd name="T42" fmla="*/ 20 w 96"/>
                <a:gd name="T43" fmla="*/ 36 h 96"/>
                <a:gd name="T44" fmla="*/ 18 w 96"/>
                <a:gd name="T45" fmla="*/ 48 h 96"/>
                <a:gd name="T46" fmla="*/ 18 w 96"/>
                <a:gd name="T47" fmla="*/ 54 h 96"/>
                <a:gd name="T48" fmla="*/ 26 w 96"/>
                <a:gd name="T49" fmla="*/ 70 h 96"/>
                <a:gd name="T50" fmla="*/ 42 w 96"/>
                <a:gd name="T51" fmla="*/ 78 h 96"/>
                <a:gd name="T52" fmla="*/ 48 w 96"/>
                <a:gd name="T53" fmla="*/ 78 h 96"/>
                <a:gd name="T54" fmla="*/ 60 w 96"/>
                <a:gd name="T55" fmla="*/ 76 h 96"/>
                <a:gd name="T56" fmla="*/ 76 w 96"/>
                <a:gd name="T57" fmla="*/ 60 h 96"/>
                <a:gd name="T58" fmla="*/ 78 w 96"/>
                <a:gd name="T59" fmla="*/ 48 h 96"/>
                <a:gd name="T60" fmla="*/ 78 w 96"/>
                <a:gd name="T61" fmla="*/ 42 h 96"/>
                <a:gd name="T62" fmla="*/ 70 w 96"/>
                <a:gd name="T63" fmla="*/ 26 h 96"/>
                <a:gd name="T64" fmla="*/ 54 w 96"/>
                <a:gd name="T65" fmla="*/ 18 h 96"/>
                <a:gd name="T66" fmla="*/ 48 w 96"/>
                <a:gd name="T67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lnTo>
                    <a:pt x="48" y="96"/>
                  </a:lnTo>
                  <a:lnTo>
                    <a:pt x="38" y="96"/>
                  </a:lnTo>
                  <a:lnTo>
                    <a:pt x="28" y="94"/>
                  </a:lnTo>
                  <a:lnTo>
                    <a:pt x="20" y="88"/>
                  </a:lnTo>
                  <a:lnTo>
                    <a:pt x="14" y="82"/>
                  </a:lnTo>
                  <a:lnTo>
                    <a:pt x="8" y="76"/>
                  </a:lnTo>
                  <a:lnTo>
                    <a:pt x="4" y="68"/>
                  </a:lnTo>
                  <a:lnTo>
                    <a:pt x="0" y="5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38"/>
                  </a:lnTo>
                  <a:lnTo>
                    <a:pt x="4" y="30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66" y="4"/>
                  </a:lnTo>
                  <a:lnTo>
                    <a:pt x="76" y="8"/>
                  </a:lnTo>
                  <a:lnTo>
                    <a:pt x="82" y="14"/>
                  </a:lnTo>
                  <a:lnTo>
                    <a:pt x="88" y="20"/>
                  </a:lnTo>
                  <a:lnTo>
                    <a:pt x="92" y="30"/>
                  </a:lnTo>
                  <a:lnTo>
                    <a:pt x="96" y="3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6" y="58"/>
                  </a:lnTo>
                  <a:lnTo>
                    <a:pt x="92" y="68"/>
                  </a:lnTo>
                  <a:lnTo>
                    <a:pt x="88" y="76"/>
                  </a:lnTo>
                  <a:lnTo>
                    <a:pt x="82" y="82"/>
                  </a:lnTo>
                  <a:lnTo>
                    <a:pt x="76" y="88"/>
                  </a:lnTo>
                  <a:lnTo>
                    <a:pt x="66" y="94"/>
                  </a:lnTo>
                  <a:lnTo>
                    <a:pt x="5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8"/>
                  </a:moveTo>
                  <a:lnTo>
                    <a:pt x="48" y="18"/>
                  </a:lnTo>
                  <a:lnTo>
                    <a:pt x="42" y="18"/>
                  </a:lnTo>
                  <a:lnTo>
                    <a:pt x="36" y="20"/>
                  </a:lnTo>
                  <a:lnTo>
                    <a:pt x="26" y="26"/>
                  </a:lnTo>
                  <a:lnTo>
                    <a:pt x="20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8" y="54"/>
                  </a:lnTo>
                  <a:lnTo>
                    <a:pt x="20" y="60"/>
                  </a:lnTo>
                  <a:lnTo>
                    <a:pt x="26" y="70"/>
                  </a:lnTo>
                  <a:lnTo>
                    <a:pt x="36" y="76"/>
                  </a:lnTo>
                  <a:lnTo>
                    <a:pt x="42" y="78"/>
                  </a:lnTo>
                  <a:lnTo>
                    <a:pt x="48" y="78"/>
                  </a:lnTo>
                  <a:lnTo>
                    <a:pt x="48" y="78"/>
                  </a:lnTo>
                  <a:lnTo>
                    <a:pt x="54" y="78"/>
                  </a:lnTo>
                  <a:lnTo>
                    <a:pt x="60" y="76"/>
                  </a:lnTo>
                  <a:lnTo>
                    <a:pt x="70" y="70"/>
                  </a:lnTo>
                  <a:lnTo>
                    <a:pt x="76" y="60"/>
                  </a:lnTo>
                  <a:lnTo>
                    <a:pt x="78" y="54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8" y="42"/>
                  </a:lnTo>
                  <a:lnTo>
                    <a:pt x="76" y="36"/>
                  </a:lnTo>
                  <a:lnTo>
                    <a:pt x="70" y="26"/>
                  </a:lnTo>
                  <a:lnTo>
                    <a:pt x="60" y="20"/>
                  </a:lnTo>
                  <a:lnTo>
                    <a:pt x="54" y="18"/>
                  </a:lnTo>
                  <a:lnTo>
                    <a:pt x="48" y="18"/>
                  </a:lnTo>
                  <a:lnTo>
                    <a:pt x="48" y="1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42" name="Freeform 61">
              <a:extLst>
                <a:ext uri="{FF2B5EF4-FFF2-40B4-BE49-F238E27FC236}">
                  <a16:creationId xmlns:a16="http://schemas.microsoft.com/office/drawing/2014/main" xmlns="" id="{38D8AB09-0310-43FB-BF22-948EC79932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12125" y="3275013"/>
              <a:ext cx="152400" cy="152400"/>
            </a:xfrm>
            <a:custGeom>
              <a:avLst/>
              <a:gdLst>
                <a:gd name="T0" fmla="*/ 48 w 96"/>
                <a:gd name="T1" fmla="*/ 96 h 96"/>
                <a:gd name="T2" fmla="*/ 28 w 96"/>
                <a:gd name="T3" fmla="*/ 92 h 96"/>
                <a:gd name="T4" fmla="*/ 14 w 96"/>
                <a:gd name="T5" fmla="*/ 82 h 96"/>
                <a:gd name="T6" fmla="*/ 4 w 96"/>
                <a:gd name="T7" fmla="*/ 66 h 96"/>
                <a:gd name="T8" fmla="*/ 0 w 96"/>
                <a:gd name="T9" fmla="*/ 48 h 96"/>
                <a:gd name="T10" fmla="*/ 0 w 96"/>
                <a:gd name="T11" fmla="*/ 38 h 96"/>
                <a:gd name="T12" fmla="*/ 8 w 96"/>
                <a:gd name="T13" fmla="*/ 20 h 96"/>
                <a:gd name="T14" fmla="*/ 20 w 96"/>
                <a:gd name="T15" fmla="*/ 8 h 96"/>
                <a:gd name="T16" fmla="*/ 38 w 96"/>
                <a:gd name="T17" fmla="*/ 0 h 96"/>
                <a:gd name="T18" fmla="*/ 48 w 96"/>
                <a:gd name="T19" fmla="*/ 0 h 96"/>
                <a:gd name="T20" fmla="*/ 66 w 96"/>
                <a:gd name="T21" fmla="*/ 4 h 96"/>
                <a:gd name="T22" fmla="*/ 82 w 96"/>
                <a:gd name="T23" fmla="*/ 14 h 96"/>
                <a:gd name="T24" fmla="*/ 92 w 96"/>
                <a:gd name="T25" fmla="*/ 28 h 96"/>
                <a:gd name="T26" fmla="*/ 96 w 96"/>
                <a:gd name="T27" fmla="*/ 48 h 96"/>
                <a:gd name="T28" fmla="*/ 96 w 96"/>
                <a:gd name="T29" fmla="*/ 58 h 96"/>
                <a:gd name="T30" fmla="*/ 88 w 96"/>
                <a:gd name="T31" fmla="*/ 76 h 96"/>
                <a:gd name="T32" fmla="*/ 76 w 96"/>
                <a:gd name="T33" fmla="*/ 88 h 96"/>
                <a:gd name="T34" fmla="*/ 58 w 96"/>
                <a:gd name="T35" fmla="*/ 96 h 96"/>
                <a:gd name="T36" fmla="*/ 48 w 96"/>
                <a:gd name="T37" fmla="*/ 96 h 96"/>
                <a:gd name="T38" fmla="*/ 48 w 96"/>
                <a:gd name="T39" fmla="*/ 18 h 96"/>
                <a:gd name="T40" fmla="*/ 36 w 96"/>
                <a:gd name="T41" fmla="*/ 20 h 96"/>
                <a:gd name="T42" fmla="*/ 20 w 96"/>
                <a:gd name="T43" fmla="*/ 36 h 96"/>
                <a:gd name="T44" fmla="*/ 18 w 96"/>
                <a:gd name="T45" fmla="*/ 48 h 96"/>
                <a:gd name="T46" fmla="*/ 18 w 96"/>
                <a:gd name="T47" fmla="*/ 54 h 96"/>
                <a:gd name="T48" fmla="*/ 26 w 96"/>
                <a:gd name="T49" fmla="*/ 70 h 96"/>
                <a:gd name="T50" fmla="*/ 42 w 96"/>
                <a:gd name="T51" fmla="*/ 78 h 96"/>
                <a:gd name="T52" fmla="*/ 48 w 96"/>
                <a:gd name="T53" fmla="*/ 78 h 96"/>
                <a:gd name="T54" fmla="*/ 60 w 96"/>
                <a:gd name="T55" fmla="*/ 76 h 96"/>
                <a:gd name="T56" fmla="*/ 76 w 96"/>
                <a:gd name="T57" fmla="*/ 60 h 96"/>
                <a:gd name="T58" fmla="*/ 78 w 96"/>
                <a:gd name="T59" fmla="*/ 48 h 96"/>
                <a:gd name="T60" fmla="*/ 78 w 96"/>
                <a:gd name="T61" fmla="*/ 42 h 96"/>
                <a:gd name="T62" fmla="*/ 70 w 96"/>
                <a:gd name="T63" fmla="*/ 26 h 96"/>
                <a:gd name="T64" fmla="*/ 54 w 96"/>
                <a:gd name="T65" fmla="*/ 18 h 96"/>
                <a:gd name="T66" fmla="*/ 48 w 96"/>
                <a:gd name="T67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lnTo>
                    <a:pt x="48" y="96"/>
                  </a:lnTo>
                  <a:lnTo>
                    <a:pt x="38" y="96"/>
                  </a:lnTo>
                  <a:lnTo>
                    <a:pt x="28" y="92"/>
                  </a:lnTo>
                  <a:lnTo>
                    <a:pt x="20" y="88"/>
                  </a:lnTo>
                  <a:lnTo>
                    <a:pt x="14" y="82"/>
                  </a:lnTo>
                  <a:lnTo>
                    <a:pt x="8" y="76"/>
                  </a:lnTo>
                  <a:lnTo>
                    <a:pt x="4" y="66"/>
                  </a:lnTo>
                  <a:lnTo>
                    <a:pt x="0" y="5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38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66" y="4"/>
                  </a:lnTo>
                  <a:lnTo>
                    <a:pt x="76" y="8"/>
                  </a:lnTo>
                  <a:lnTo>
                    <a:pt x="82" y="14"/>
                  </a:lnTo>
                  <a:lnTo>
                    <a:pt x="88" y="20"/>
                  </a:lnTo>
                  <a:lnTo>
                    <a:pt x="92" y="28"/>
                  </a:lnTo>
                  <a:lnTo>
                    <a:pt x="96" y="3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6" y="58"/>
                  </a:lnTo>
                  <a:lnTo>
                    <a:pt x="92" y="66"/>
                  </a:lnTo>
                  <a:lnTo>
                    <a:pt x="88" y="76"/>
                  </a:lnTo>
                  <a:lnTo>
                    <a:pt x="82" y="82"/>
                  </a:lnTo>
                  <a:lnTo>
                    <a:pt x="76" y="88"/>
                  </a:lnTo>
                  <a:lnTo>
                    <a:pt x="66" y="92"/>
                  </a:lnTo>
                  <a:lnTo>
                    <a:pt x="5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8"/>
                  </a:moveTo>
                  <a:lnTo>
                    <a:pt x="48" y="18"/>
                  </a:lnTo>
                  <a:lnTo>
                    <a:pt x="42" y="18"/>
                  </a:lnTo>
                  <a:lnTo>
                    <a:pt x="36" y="20"/>
                  </a:lnTo>
                  <a:lnTo>
                    <a:pt x="26" y="26"/>
                  </a:lnTo>
                  <a:lnTo>
                    <a:pt x="20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8" y="54"/>
                  </a:lnTo>
                  <a:lnTo>
                    <a:pt x="20" y="60"/>
                  </a:lnTo>
                  <a:lnTo>
                    <a:pt x="26" y="70"/>
                  </a:lnTo>
                  <a:lnTo>
                    <a:pt x="36" y="76"/>
                  </a:lnTo>
                  <a:lnTo>
                    <a:pt x="42" y="78"/>
                  </a:lnTo>
                  <a:lnTo>
                    <a:pt x="48" y="78"/>
                  </a:lnTo>
                  <a:lnTo>
                    <a:pt x="48" y="78"/>
                  </a:lnTo>
                  <a:lnTo>
                    <a:pt x="54" y="78"/>
                  </a:lnTo>
                  <a:lnTo>
                    <a:pt x="60" y="76"/>
                  </a:lnTo>
                  <a:lnTo>
                    <a:pt x="70" y="70"/>
                  </a:lnTo>
                  <a:lnTo>
                    <a:pt x="76" y="60"/>
                  </a:lnTo>
                  <a:lnTo>
                    <a:pt x="78" y="54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8" y="42"/>
                  </a:lnTo>
                  <a:lnTo>
                    <a:pt x="76" y="36"/>
                  </a:lnTo>
                  <a:lnTo>
                    <a:pt x="70" y="26"/>
                  </a:lnTo>
                  <a:lnTo>
                    <a:pt x="60" y="20"/>
                  </a:lnTo>
                  <a:lnTo>
                    <a:pt x="54" y="18"/>
                  </a:lnTo>
                  <a:lnTo>
                    <a:pt x="48" y="18"/>
                  </a:lnTo>
                  <a:lnTo>
                    <a:pt x="48" y="1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43" name="Freeform 62">
              <a:extLst>
                <a:ext uri="{FF2B5EF4-FFF2-40B4-BE49-F238E27FC236}">
                  <a16:creationId xmlns:a16="http://schemas.microsoft.com/office/drawing/2014/main" xmlns="" id="{7CDCBDCD-1AD2-4C24-8067-36DB48AD25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12125" y="3897313"/>
              <a:ext cx="152400" cy="155575"/>
            </a:xfrm>
            <a:custGeom>
              <a:avLst/>
              <a:gdLst>
                <a:gd name="T0" fmla="*/ 48 w 96"/>
                <a:gd name="T1" fmla="*/ 98 h 98"/>
                <a:gd name="T2" fmla="*/ 28 w 96"/>
                <a:gd name="T3" fmla="*/ 94 h 98"/>
                <a:gd name="T4" fmla="*/ 14 w 96"/>
                <a:gd name="T5" fmla="*/ 84 h 98"/>
                <a:gd name="T6" fmla="*/ 4 w 96"/>
                <a:gd name="T7" fmla="*/ 68 h 98"/>
                <a:gd name="T8" fmla="*/ 0 w 96"/>
                <a:gd name="T9" fmla="*/ 50 h 98"/>
                <a:gd name="T10" fmla="*/ 0 w 96"/>
                <a:gd name="T11" fmla="*/ 40 h 98"/>
                <a:gd name="T12" fmla="*/ 8 w 96"/>
                <a:gd name="T13" fmla="*/ 22 h 98"/>
                <a:gd name="T14" fmla="*/ 20 w 96"/>
                <a:gd name="T15" fmla="*/ 8 h 98"/>
                <a:gd name="T16" fmla="*/ 38 w 96"/>
                <a:gd name="T17" fmla="*/ 2 h 98"/>
                <a:gd name="T18" fmla="*/ 48 w 96"/>
                <a:gd name="T19" fmla="*/ 0 h 98"/>
                <a:gd name="T20" fmla="*/ 66 w 96"/>
                <a:gd name="T21" fmla="*/ 4 h 98"/>
                <a:gd name="T22" fmla="*/ 82 w 96"/>
                <a:gd name="T23" fmla="*/ 14 h 98"/>
                <a:gd name="T24" fmla="*/ 92 w 96"/>
                <a:gd name="T25" fmla="*/ 30 h 98"/>
                <a:gd name="T26" fmla="*/ 96 w 96"/>
                <a:gd name="T27" fmla="*/ 50 h 98"/>
                <a:gd name="T28" fmla="*/ 96 w 96"/>
                <a:gd name="T29" fmla="*/ 58 h 98"/>
                <a:gd name="T30" fmla="*/ 88 w 96"/>
                <a:gd name="T31" fmla="*/ 76 h 98"/>
                <a:gd name="T32" fmla="*/ 76 w 96"/>
                <a:gd name="T33" fmla="*/ 90 h 98"/>
                <a:gd name="T34" fmla="*/ 58 w 96"/>
                <a:gd name="T35" fmla="*/ 96 h 98"/>
                <a:gd name="T36" fmla="*/ 48 w 96"/>
                <a:gd name="T37" fmla="*/ 98 h 98"/>
                <a:gd name="T38" fmla="*/ 48 w 96"/>
                <a:gd name="T39" fmla="*/ 18 h 98"/>
                <a:gd name="T40" fmla="*/ 36 w 96"/>
                <a:gd name="T41" fmla="*/ 20 h 98"/>
                <a:gd name="T42" fmla="*/ 20 w 96"/>
                <a:gd name="T43" fmla="*/ 38 h 98"/>
                <a:gd name="T44" fmla="*/ 18 w 96"/>
                <a:gd name="T45" fmla="*/ 50 h 98"/>
                <a:gd name="T46" fmla="*/ 18 w 96"/>
                <a:gd name="T47" fmla="*/ 56 h 98"/>
                <a:gd name="T48" fmla="*/ 26 w 96"/>
                <a:gd name="T49" fmla="*/ 70 h 98"/>
                <a:gd name="T50" fmla="*/ 42 w 96"/>
                <a:gd name="T51" fmla="*/ 80 h 98"/>
                <a:gd name="T52" fmla="*/ 48 w 96"/>
                <a:gd name="T53" fmla="*/ 80 h 98"/>
                <a:gd name="T54" fmla="*/ 60 w 96"/>
                <a:gd name="T55" fmla="*/ 78 h 98"/>
                <a:gd name="T56" fmla="*/ 76 w 96"/>
                <a:gd name="T57" fmla="*/ 62 h 98"/>
                <a:gd name="T58" fmla="*/ 78 w 96"/>
                <a:gd name="T59" fmla="*/ 50 h 98"/>
                <a:gd name="T60" fmla="*/ 78 w 96"/>
                <a:gd name="T61" fmla="*/ 42 h 98"/>
                <a:gd name="T62" fmla="*/ 70 w 96"/>
                <a:gd name="T63" fmla="*/ 28 h 98"/>
                <a:gd name="T64" fmla="*/ 54 w 96"/>
                <a:gd name="T65" fmla="*/ 20 h 98"/>
                <a:gd name="T66" fmla="*/ 48 w 96"/>
                <a:gd name="T67" fmla="*/ 1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6" h="98">
                  <a:moveTo>
                    <a:pt x="48" y="98"/>
                  </a:moveTo>
                  <a:lnTo>
                    <a:pt x="48" y="98"/>
                  </a:lnTo>
                  <a:lnTo>
                    <a:pt x="38" y="96"/>
                  </a:lnTo>
                  <a:lnTo>
                    <a:pt x="28" y="94"/>
                  </a:lnTo>
                  <a:lnTo>
                    <a:pt x="20" y="90"/>
                  </a:lnTo>
                  <a:lnTo>
                    <a:pt x="14" y="84"/>
                  </a:lnTo>
                  <a:lnTo>
                    <a:pt x="8" y="76"/>
                  </a:lnTo>
                  <a:lnTo>
                    <a:pt x="4" y="68"/>
                  </a:lnTo>
                  <a:lnTo>
                    <a:pt x="0" y="5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0"/>
                  </a:lnTo>
                  <a:lnTo>
                    <a:pt x="4" y="30"/>
                  </a:lnTo>
                  <a:lnTo>
                    <a:pt x="8" y="22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8" y="2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8" y="2"/>
                  </a:lnTo>
                  <a:lnTo>
                    <a:pt x="66" y="4"/>
                  </a:lnTo>
                  <a:lnTo>
                    <a:pt x="76" y="8"/>
                  </a:lnTo>
                  <a:lnTo>
                    <a:pt x="82" y="14"/>
                  </a:lnTo>
                  <a:lnTo>
                    <a:pt x="88" y="22"/>
                  </a:lnTo>
                  <a:lnTo>
                    <a:pt x="92" y="30"/>
                  </a:lnTo>
                  <a:lnTo>
                    <a:pt x="96" y="40"/>
                  </a:lnTo>
                  <a:lnTo>
                    <a:pt x="96" y="50"/>
                  </a:lnTo>
                  <a:lnTo>
                    <a:pt x="96" y="50"/>
                  </a:lnTo>
                  <a:lnTo>
                    <a:pt x="96" y="58"/>
                  </a:lnTo>
                  <a:lnTo>
                    <a:pt x="92" y="68"/>
                  </a:lnTo>
                  <a:lnTo>
                    <a:pt x="88" y="76"/>
                  </a:lnTo>
                  <a:lnTo>
                    <a:pt x="82" y="84"/>
                  </a:lnTo>
                  <a:lnTo>
                    <a:pt x="76" y="90"/>
                  </a:lnTo>
                  <a:lnTo>
                    <a:pt x="66" y="94"/>
                  </a:lnTo>
                  <a:lnTo>
                    <a:pt x="58" y="96"/>
                  </a:lnTo>
                  <a:lnTo>
                    <a:pt x="48" y="98"/>
                  </a:lnTo>
                  <a:lnTo>
                    <a:pt x="48" y="98"/>
                  </a:lnTo>
                  <a:close/>
                  <a:moveTo>
                    <a:pt x="48" y="18"/>
                  </a:moveTo>
                  <a:lnTo>
                    <a:pt x="48" y="18"/>
                  </a:lnTo>
                  <a:lnTo>
                    <a:pt x="42" y="20"/>
                  </a:lnTo>
                  <a:lnTo>
                    <a:pt x="36" y="20"/>
                  </a:lnTo>
                  <a:lnTo>
                    <a:pt x="26" y="28"/>
                  </a:lnTo>
                  <a:lnTo>
                    <a:pt x="20" y="38"/>
                  </a:lnTo>
                  <a:lnTo>
                    <a:pt x="18" y="42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18" y="56"/>
                  </a:lnTo>
                  <a:lnTo>
                    <a:pt x="20" y="62"/>
                  </a:lnTo>
                  <a:lnTo>
                    <a:pt x="26" y="70"/>
                  </a:lnTo>
                  <a:lnTo>
                    <a:pt x="36" y="78"/>
                  </a:lnTo>
                  <a:lnTo>
                    <a:pt x="42" y="80"/>
                  </a:lnTo>
                  <a:lnTo>
                    <a:pt x="48" y="80"/>
                  </a:lnTo>
                  <a:lnTo>
                    <a:pt x="48" y="80"/>
                  </a:lnTo>
                  <a:lnTo>
                    <a:pt x="54" y="80"/>
                  </a:lnTo>
                  <a:lnTo>
                    <a:pt x="60" y="78"/>
                  </a:lnTo>
                  <a:lnTo>
                    <a:pt x="70" y="70"/>
                  </a:lnTo>
                  <a:lnTo>
                    <a:pt x="76" y="62"/>
                  </a:lnTo>
                  <a:lnTo>
                    <a:pt x="78" y="56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8" y="42"/>
                  </a:lnTo>
                  <a:lnTo>
                    <a:pt x="76" y="38"/>
                  </a:lnTo>
                  <a:lnTo>
                    <a:pt x="70" y="28"/>
                  </a:lnTo>
                  <a:lnTo>
                    <a:pt x="60" y="20"/>
                  </a:lnTo>
                  <a:lnTo>
                    <a:pt x="54" y="20"/>
                  </a:lnTo>
                  <a:lnTo>
                    <a:pt x="48" y="18"/>
                  </a:lnTo>
                  <a:lnTo>
                    <a:pt x="48" y="1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44" name="Freeform 63">
              <a:extLst>
                <a:ext uri="{FF2B5EF4-FFF2-40B4-BE49-F238E27FC236}">
                  <a16:creationId xmlns:a16="http://schemas.microsoft.com/office/drawing/2014/main" xmlns="" id="{F5F321B0-3FD4-43EC-AB20-0DBD2EE289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2475" y="3275013"/>
              <a:ext cx="152400" cy="152400"/>
            </a:xfrm>
            <a:custGeom>
              <a:avLst/>
              <a:gdLst>
                <a:gd name="T0" fmla="*/ 48 w 96"/>
                <a:gd name="T1" fmla="*/ 96 h 96"/>
                <a:gd name="T2" fmla="*/ 30 w 96"/>
                <a:gd name="T3" fmla="*/ 92 h 96"/>
                <a:gd name="T4" fmla="*/ 14 w 96"/>
                <a:gd name="T5" fmla="*/ 82 h 96"/>
                <a:gd name="T6" fmla="*/ 4 w 96"/>
                <a:gd name="T7" fmla="*/ 66 h 96"/>
                <a:gd name="T8" fmla="*/ 0 w 96"/>
                <a:gd name="T9" fmla="*/ 48 h 96"/>
                <a:gd name="T10" fmla="*/ 0 w 96"/>
                <a:gd name="T11" fmla="*/ 38 h 96"/>
                <a:gd name="T12" fmla="*/ 8 w 96"/>
                <a:gd name="T13" fmla="*/ 20 h 96"/>
                <a:gd name="T14" fmla="*/ 20 w 96"/>
                <a:gd name="T15" fmla="*/ 8 h 96"/>
                <a:gd name="T16" fmla="*/ 38 w 96"/>
                <a:gd name="T17" fmla="*/ 0 h 96"/>
                <a:gd name="T18" fmla="*/ 48 w 96"/>
                <a:gd name="T19" fmla="*/ 0 h 96"/>
                <a:gd name="T20" fmla="*/ 66 w 96"/>
                <a:gd name="T21" fmla="*/ 4 h 96"/>
                <a:gd name="T22" fmla="*/ 82 w 96"/>
                <a:gd name="T23" fmla="*/ 14 h 96"/>
                <a:gd name="T24" fmla="*/ 92 w 96"/>
                <a:gd name="T25" fmla="*/ 28 h 96"/>
                <a:gd name="T26" fmla="*/ 96 w 96"/>
                <a:gd name="T27" fmla="*/ 48 h 96"/>
                <a:gd name="T28" fmla="*/ 96 w 96"/>
                <a:gd name="T29" fmla="*/ 58 h 96"/>
                <a:gd name="T30" fmla="*/ 88 w 96"/>
                <a:gd name="T31" fmla="*/ 76 h 96"/>
                <a:gd name="T32" fmla="*/ 76 w 96"/>
                <a:gd name="T33" fmla="*/ 88 h 96"/>
                <a:gd name="T34" fmla="*/ 58 w 96"/>
                <a:gd name="T35" fmla="*/ 96 h 96"/>
                <a:gd name="T36" fmla="*/ 48 w 96"/>
                <a:gd name="T37" fmla="*/ 96 h 96"/>
                <a:gd name="T38" fmla="*/ 48 w 96"/>
                <a:gd name="T39" fmla="*/ 18 h 96"/>
                <a:gd name="T40" fmla="*/ 36 w 96"/>
                <a:gd name="T41" fmla="*/ 20 h 96"/>
                <a:gd name="T42" fmla="*/ 20 w 96"/>
                <a:gd name="T43" fmla="*/ 36 h 96"/>
                <a:gd name="T44" fmla="*/ 18 w 96"/>
                <a:gd name="T45" fmla="*/ 48 h 96"/>
                <a:gd name="T46" fmla="*/ 18 w 96"/>
                <a:gd name="T47" fmla="*/ 54 h 96"/>
                <a:gd name="T48" fmla="*/ 26 w 96"/>
                <a:gd name="T49" fmla="*/ 70 h 96"/>
                <a:gd name="T50" fmla="*/ 42 w 96"/>
                <a:gd name="T51" fmla="*/ 78 h 96"/>
                <a:gd name="T52" fmla="*/ 48 w 96"/>
                <a:gd name="T53" fmla="*/ 78 h 96"/>
                <a:gd name="T54" fmla="*/ 60 w 96"/>
                <a:gd name="T55" fmla="*/ 76 h 96"/>
                <a:gd name="T56" fmla="*/ 76 w 96"/>
                <a:gd name="T57" fmla="*/ 60 h 96"/>
                <a:gd name="T58" fmla="*/ 78 w 96"/>
                <a:gd name="T59" fmla="*/ 48 h 96"/>
                <a:gd name="T60" fmla="*/ 78 w 96"/>
                <a:gd name="T61" fmla="*/ 42 h 96"/>
                <a:gd name="T62" fmla="*/ 70 w 96"/>
                <a:gd name="T63" fmla="*/ 26 h 96"/>
                <a:gd name="T64" fmla="*/ 54 w 96"/>
                <a:gd name="T65" fmla="*/ 18 h 96"/>
                <a:gd name="T66" fmla="*/ 48 w 96"/>
                <a:gd name="T67" fmla="*/ 1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lnTo>
                    <a:pt x="48" y="96"/>
                  </a:lnTo>
                  <a:lnTo>
                    <a:pt x="38" y="96"/>
                  </a:lnTo>
                  <a:lnTo>
                    <a:pt x="30" y="92"/>
                  </a:lnTo>
                  <a:lnTo>
                    <a:pt x="20" y="88"/>
                  </a:lnTo>
                  <a:lnTo>
                    <a:pt x="14" y="82"/>
                  </a:lnTo>
                  <a:lnTo>
                    <a:pt x="8" y="76"/>
                  </a:lnTo>
                  <a:lnTo>
                    <a:pt x="4" y="66"/>
                  </a:lnTo>
                  <a:lnTo>
                    <a:pt x="0" y="5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38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30" y="4"/>
                  </a:lnTo>
                  <a:lnTo>
                    <a:pt x="3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66" y="4"/>
                  </a:lnTo>
                  <a:lnTo>
                    <a:pt x="76" y="8"/>
                  </a:lnTo>
                  <a:lnTo>
                    <a:pt x="82" y="14"/>
                  </a:lnTo>
                  <a:lnTo>
                    <a:pt x="88" y="20"/>
                  </a:lnTo>
                  <a:lnTo>
                    <a:pt x="92" y="28"/>
                  </a:lnTo>
                  <a:lnTo>
                    <a:pt x="96" y="3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6" y="58"/>
                  </a:lnTo>
                  <a:lnTo>
                    <a:pt x="92" y="66"/>
                  </a:lnTo>
                  <a:lnTo>
                    <a:pt x="88" y="76"/>
                  </a:lnTo>
                  <a:lnTo>
                    <a:pt x="82" y="82"/>
                  </a:lnTo>
                  <a:lnTo>
                    <a:pt x="76" y="88"/>
                  </a:lnTo>
                  <a:lnTo>
                    <a:pt x="66" y="92"/>
                  </a:lnTo>
                  <a:lnTo>
                    <a:pt x="58" y="96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8"/>
                  </a:moveTo>
                  <a:lnTo>
                    <a:pt x="48" y="18"/>
                  </a:lnTo>
                  <a:lnTo>
                    <a:pt x="42" y="18"/>
                  </a:lnTo>
                  <a:lnTo>
                    <a:pt x="36" y="20"/>
                  </a:lnTo>
                  <a:lnTo>
                    <a:pt x="26" y="26"/>
                  </a:lnTo>
                  <a:lnTo>
                    <a:pt x="20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8" y="54"/>
                  </a:lnTo>
                  <a:lnTo>
                    <a:pt x="20" y="60"/>
                  </a:lnTo>
                  <a:lnTo>
                    <a:pt x="26" y="70"/>
                  </a:lnTo>
                  <a:lnTo>
                    <a:pt x="36" y="76"/>
                  </a:lnTo>
                  <a:lnTo>
                    <a:pt x="42" y="78"/>
                  </a:lnTo>
                  <a:lnTo>
                    <a:pt x="48" y="78"/>
                  </a:lnTo>
                  <a:lnTo>
                    <a:pt x="48" y="78"/>
                  </a:lnTo>
                  <a:lnTo>
                    <a:pt x="54" y="78"/>
                  </a:lnTo>
                  <a:lnTo>
                    <a:pt x="60" y="76"/>
                  </a:lnTo>
                  <a:lnTo>
                    <a:pt x="70" y="70"/>
                  </a:lnTo>
                  <a:lnTo>
                    <a:pt x="76" y="60"/>
                  </a:lnTo>
                  <a:lnTo>
                    <a:pt x="78" y="54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8" y="42"/>
                  </a:lnTo>
                  <a:lnTo>
                    <a:pt x="76" y="36"/>
                  </a:lnTo>
                  <a:lnTo>
                    <a:pt x="70" y="26"/>
                  </a:lnTo>
                  <a:lnTo>
                    <a:pt x="60" y="20"/>
                  </a:lnTo>
                  <a:lnTo>
                    <a:pt x="54" y="18"/>
                  </a:lnTo>
                  <a:lnTo>
                    <a:pt x="48" y="18"/>
                  </a:lnTo>
                  <a:lnTo>
                    <a:pt x="48" y="1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45" name="Freeform 64">
              <a:extLst>
                <a:ext uri="{FF2B5EF4-FFF2-40B4-BE49-F238E27FC236}">
                  <a16:creationId xmlns:a16="http://schemas.microsoft.com/office/drawing/2014/main" xmlns="" id="{0EF6B23E-6B52-4217-8176-8A542D25F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2475" y="3897313"/>
              <a:ext cx="152400" cy="155575"/>
            </a:xfrm>
            <a:custGeom>
              <a:avLst/>
              <a:gdLst>
                <a:gd name="T0" fmla="*/ 48 w 96"/>
                <a:gd name="T1" fmla="*/ 98 h 98"/>
                <a:gd name="T2" fmla="*/ 30 w 96"/>
                <a:gd name="T3" fmla="*/ 94 h 98"/>
                <a:gd name="T4" fmla="*/ 14 w 96"/>
                <a:gd name="T5" fmla="*/ 84 h 98"/>
                <a:gd name="T6" fmla="*/ 4 w 96"/>
                <a:gd name="T7" fmla="*/ 68 h 98"/>
                <a:gd name="T8" fmla="*/ 0 w 96"/>
                <a:gd name="T9" fmla="*/ 50 h 98"/>
                <a:gd name="T10" fmla="*/ 0 w 96"/>
                <a:gd name="T11" fmla="*/ 40 h 98"/>
                <a:gd name="T12" fmla="*/ 8 w 96"/>
                <a:gd name="T13" fmla="*/ 22 h 98"/>
                <a:gd name="T14" fmla="*/ 20 w 96"/>
                <a:gd name="T15" fmla="*/ 8 h 98"/>
                <a:gd name="T16" fmla="*/ 38 w 96"/>
                <a:gd name="T17" fmla="*/ 2 h 98"/>
                <a:gd name="T18" fmla="*/ 48 w 96"/>
                <a:gd name="T19" fmla="*/ 0 h 98"/>
                <a:gd name="T20" fmla="*/ 66 w 96"/>
                <a:gd name="T21" fmla="*/ 4 h 98"/>
                <a:gd name="T22" fmla="*/ 82 w 96"/>
                <a:gd name="T23" fmla="*/ 14 h 98"/>
                <a:gd name="T24" fmla="*/ 92 w 96"/>
                <a:gd name="T25" fmla="*/ 30 h 98"/>
                <a:gd name="T26" fmla="*/ 96 w 96"/>
                <a:gd name="T27" fmla="*/ 50 h 98"/>
                <a:gd name="T28" fmla="*/ 96 w 96"/>
                <a:gd name="T29" fmla="*/ 58 h 98"/>
                <a:gd name="T30" fmla="*/ 88 w 96"/>
                <a:gd name="T31" fmla="*/ 76 h 98"/>
                <a:gd name="T32" fmla="*/ 76 w 96"/>
                <a:gd name="T33" fmla="*/ 90 h 98"/>
                <a:gd name="T34" fmla="*/ 58 w 96"/>
                <a:gd name="T35" fmla="*/ 96 h 98"/>
                <a:gd name="T36" fmla="*/ 48 w 96"/>
                <a:gd name="T37" fmla="*/ 98 h 98"/>
                <a:gd name="T38" fmla="*/ 48 w 96"/>
                <a:gd name="T39" fmla="*/ 18 h 98"/>
                <a:gd name="T40" fmla="*/ 36 w 96"/>
                <a:gd name="T41" fmla="*/ 20 h 98"/>
                <a:gd name="T42" fmla="*/ 20 w 96"/>
                <a:gd name="T43" fmla="*/ 38 h 98"/>
                <a:gd name="T44" fmla="*/ 18 w 96"/>
                <a:gd name="T45" fmla="*/ 50 h 98"/>
                <a:gd name="T46" fmla="*/ 18 w 96"/>
                <a:gd name="T47" fmla="*/ 56 h 98"/>
                <a:gd name="T48" fmla="*/ 26 w 96"/>
                <a:gd name="T49" fmla="*/ 70 h 98"/>
                <a:gd name="T50" fmla="*/ 42 w 96"/>
                <a:gd name="T51" fmla="*/ 80 h 98"/>
                <a:gd name="T52" fmla="*/ 48 w 96"/>
                <a:gd name="T53" fmla="*/ 80 h 98"/>
                <a:gd name="T54" fmla="*/ 60 w 96"/>
                <a:gd name="T55" fmla="*/ 78 h 98"/>
                <a:gd name="T56" fmla="*/ 76 w 96"/>
                <a:gd name="T57" fmla="*/ 62 h 98"/>
                <a:gd name="T58" fmla="*/ 78 w 96"/>
                <a:gd name="T59" fmla="*/ 50 h 98"/>
                <a:gd name="T60" fmla="*/ 78 w 96"/>
                <a:gd name="T61" fmla="*/ 42 h 98"/>
                <a:gd name="T62" fmla="*/ 70 w 96"/>
                <a:gd name="T63" fmla="*/ 28 h 98"/>
                <a:gd name="T64" fmla="*/ 54 w 96"/>
                <a:gd name="T65" fmla="*/ 20 h 98"/>
                <a:gd name="T66" fmla="*/ 48 w 96"/>
                <a:gd name="T67" fmla="*/ 1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6" h="98">
                  <a:moveTo>
                    <a:pt x="48" y="98"/>
                  </a:moveTo>
                  <a:lnTo>
                    <a:pt x="48" y="98"/>
                  </a:lnTo>
                  <a:lnTo>
                    <a:pt x="38" y="96"/>
                  </a:lnTo>
                  <a:lnTo>
                    <a:pt x="30" y="94"/>
                  </a:lnTo>
                  <a:lnTo>
                    <a:pt x="20" y="90"/>
                  </a:lnTo>
                  <a:lnTo>
                    <a:pt x="14" y="84"/>
                  </a:lnTo>
                  <a:lnTo>
                    <a:pt x="8" y="76"/>
                  </a:lnTo>
                  <a:lnTo>
                    <a:pt x="4" y="68"/>
                  </a:lnTo>
                  <a:lnTo>
                    <a:pt x="0" y="5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0"/>
                  </a:lnTo>
                  <a:lnTo>
                    <a:pt x="4" y="30"/>
                  </a:lnTo>
                  <a:lnTo>
                    <a:pt x="8" y="22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30" y="4"/>
                  </a:lnTo>
                  <a:lnTo>
                    <a:pt x="38" y="2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8" y="2"/>
                  </a:lnTo>
                  <a:lnTo>
                    <a:pt x="66" y="4"/>
                  </a:lnTo>
                  <a:lnTo>
                    <a:pt x="76" y="8"/>
                  </a:lnTo>
                  <a:lnTo>
                    <a:pt x="82" y="14"/>
                  </a:lnTo>
                  <a:lnTo>
                    <a:pt x="88" y="22"/>
                  </a:lnTo>
                  <a:lnTo>
                    <a:pt x="92" y="30"/>
                  </a:lnTo>
                  <a:lnTo>
                    <a:pt x="96" y="40"/>
                  </a:lnTo>
                  <a:lnTo>
                    <a:pt x="96" y="50"/>
                  </a:lnTo>
                  <a:lnTo>
                    <a:pt x="96" y="50"/>
                  </a:lnTo>
                  <a:lnTo>
                    <a:pt x="96" y="58"/>
                  </a:lnTo>
                  <a:lnTo>
                    <a:pt x="92" y="68"/>
                  </a:lnTo>
                  <a:lnTo>
                    <a:pt x="88" y="76"/>
                  </a:lnTo>
                  <a:lnTo>
                    <a:pt x="82" y="84"/>
                  </a:lnTo>
                  <a:lnTo>
                    <a:pt x="76" y="90"/>
                  </a:lnTo>
                  <a:lnTo>
                    <a:pt x="66" y="94"/>
                  </a:lnTo>
                  <a:lnTo>
                    <a:pt x="58" y="96"/>
                  </a:lnTo>
                  <a:lnTo>
                    <a:pt x="48" y="98"/>
                  </a:lnTo>
                  <a:lnTo>
                    <a:pt x="48" y="98"/>
                  </a:lnTo>
                  <a:close/>
                  <a:moveTo>
                    <a:pt x="48" y="18"/>
                  </a:moveTo>
                  <a:lnTo>
                    <a:pt x="48" y="18"/>
                  </a:lnTo>
                  <a:lnTo>
                    <a:pt x="42" y="20"/>
                  </a:lnTo>
                  <a:lnTo>
                    <a:pt x="36" y="20"/>
                  </a:lnTo>
                  <a:lnTo>
                    <a:pt x="26" y="28"/>
                  </a:lnTo>
                  <a:lnTo>
                    <a:pt x="20" y="38"/>
                  </a:lnTo>
                  <a:lnTo>
                    <a:pt x="18" y="42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18" y="56"/>
                  </a:lnTo>
                  <a:lnTo>
                    <a:pt x="20" y="62"/>
                  </a:lnTo>
                  <a:lnTo>
                    <a:pt x="26" y="70"/>
                  </a:lnTo>
                  <a:lnTo>
                    <a:pt x="36" y="78"/>
                  </a:lnTo>
                  <a:lnTo>
                    <a:pt x="42" y="80"/>
                  </a:lnTo>
                  <a:lnTo>
                    <a:pt x="48" y="80"/>
                  </a:lnTo>
                  <a:lnTo>
                    <a:pt x="48" y="80"/>
                  </a:lnTo>
                  <a:lnTo>
                    <a:pt x="54" y="80"/>
                  </a:lnTo>
                  <a:lnTo>
                    <a:pt x="60" y="78"/>
                  </a:lnTo>
                  <a:lnTo>
                    <a:pt x="70" y="70"/>
                  </a:lnTo>
                  <a:lnTo>
                    <a:pt x="76" y="62"/>
                  </a:lnTo>
                  <a:lnTo>
                    <a:pt x="78" y="56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8" y="42"/>
                  </a:lnTo>
                  <a:lnTo>
                    <a:pt x="76" y="38"/>
                  </a:lnTo>
                  <a:lnTo>
                    <a:pt x="70" y="28"/>
                  </a:lnTo>
                  <a:lnTo>
                    <a:pt x="60" y="20"/>
                  </a:lnTo>
                  <a:lnTo>
                    <a:pt x="54" y="20"/>
                  </a:lnTo>
                  <a:lnTo>
                    <a:pt x="48" y="18"/>
                  </a:lnTo>
                  <a:lnTo>
                    <a:pt x="48" y="1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46" name="Freeform 65">
              <a:extLst>
                <a:ext uri="{FF2B5EF4-FFF2-40B4-BE49-F238E27FC236}">
                  <a16:creationId xmlns:a16="http://schemas.microsoft.com/office/drawing/2014/main" xmlns="" id="{774A21CB-643F-489F-8F7E-C38701D4E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8375" y="3138488"/>
              <a:ext cx="203200" cy="133350"/>
            </a:xfrm>
            <a:custGeom>
              <a:avLst/>
              <a:gdLst>
                <a:gd name="T0" fmla="*/ 8 w 128"/>
                <a:gd name="T1" fmla="*/ 84 h 84"/>
                <a:gd name="T2" fmla="*/ 0 w 128"/>
                <a:gd name="T3" fmla="*/ 68 h 84"/>
                <a:gd name="T4" fmla="*/ 118 w 128"/>
                <a:gd name="T5" fmla="*/ 0 h 84"/>
                <a:gd name="T6" fmla="*/ 128 w 128"/>
                <a:gd name="T7" fmla="*/ 14 h 84"/>
                <a:gd name="T8" fmla="*/ 8 w 128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84">
                  <a:moveTo>
                    <a:pt x="8" y="84"/>
                  </a:moveTo>
                  <a:lnTo>
                    <a:pt x="0" y="68"/>
                  </a:lnTo>
                  <a:lnTo>
                    <a:pt x="118" y="0"/>
                  </a:lnTo>
                  <a:lnTo>
                    <a:pt x="128" y="14"/>
                  </a:lnTo>
                  <a:lnTo>
                    <a:pt x="8" y="8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47" name="Freeform 66">
              <a:extLst>
                <a:ext uri="{FF2B5EF4-FFF2-40B4-BE49-F238E27FC236}">
                  <a16:creationId xmlns:a16="http://schemas.microsoft.com/office/drawing/2014/main" xmlns="" id="{FF39EEB2-6025-4DF4-B16F-CF3158375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8600" y="3138488"/>
              <a:ext cx="200025" cy="133350"/>
            </a:xfrm>
            <a:custGeom>
              <a:avLst/>
              <a:gdLst>
                <a:gd name="T0" fmla="*/ 118 w 126"/>
                <a:gd name="T1" fmla="*/ 84 h 84"/>
                <a:gd name="T2" fmla="*/ 0 w 126"/>
                <a:gd name="T3" fmla="*/ 14 h 84"/>
                <a:gd name="T4" fmla="*/ 8 w 126"/>
                <a:gd name="T5" fmla="*/ 0 h 84"/>
                <a:gd name="T6" fmla="*/ 126 w 126"/>
                <a:gd name="T7" fmla="*/ 68 h 84"/>
                <a:gd name="T8" fmla="*/ 118 w 126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84">
                  <a:moveTo>
                    <a:pt x="118" y="84"/>
                  </a:moveTo>
                  <a:lnTo>
                    <a:pt x="0" y="14"/>
                  </a:lnTo>
                  <a:lnTo>
                    <a:pt x="8" y="0"/>
                  </a:lnTo>
                  <a:lnTo>
                    <a:pt x="126" y="68"/>
                  </a:lnTo>
                  <a:lnTo>
                    <a:pt x="118" y="8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xmlns="" id="{755F6384-7FF3-485A-A7F7-B7892B07B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7850" y="3522663"/>
              <a:ext cx="28575" cy="2825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49" name="Freeform 68">
              <a:extLst>
                <a:ext uri="{FF2B5EF4-FFF2-40B4-BE49-F238E27FC236}">
                  <a16:creationId xmlns:a16="http://schemas.microsoft.com/office/drawing/2014/main" xmlns="" id="{26E73093-833D-4DD1-BB60-DA554F815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8600" y="4056063"/>
              <a:ext cx="200025" cy="133350"/>
            </a:xfrm>
            <a:custGeom>
              <a:avLst/>
              <a:gdLst>
                <a:gd name="T0" fmla="*/ 8 w 126"/>
                <a:gd name="T1" fmla="*/ 84 h 84"/>
                <a:gd name="T2" fmla="*/ 0 w 126"/>
                <a:gd name="T3" fmla="*/ 68 h 84"/>
                <a:gd name="T4" fmla="*/ 118 w 126"/>
                <a:gd name="T5" fmla="*/ 0 h 84"/>
                <a:gd name="T6" fmla="*/ 126 w 126"/>
                <a:gd name="T7" fmla="*/ 16 h 84"/>
                <a:gd name="T8" fmla="*/ 8 w 126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84">
                  <a:moveTo>
                    <a:pt x="8" y="84"/>
                  </a:moveTo>
                  <a:lnTo>
                    <a:pt x="0" y="68"/>
                  </a:lnTo>
                  <a:lnTo>
                    <a:pt x="118" y="0"/>
                  </a:lnTo>
                  <a:lnTo>
                    <a:pt x="126" y="16"/>
                  </a:lnTo>
                  <a:lnTo>
                    <a:pt x="8" y="8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50" name="Freeform 69">
              <a:extLst>
                <a:ext uri="{FF2B5EF4-FFF2-40B4-BE49-F238E27FC236}">
                  <a16:creationId xmlns:a16="http://schemas.microsoft.com/office/drawing/2014/main" xmlns="" id="{5CFC992B-F407-49E6-965F-4BE7668DA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8375" y="4056063"/>
              <a:ext cx="203200" cy="133350"/>
            </a:xfrm>
            <a:custGeom>
              <a:avLst/>
              <a:gdLst>
                <a:gd name="T0" fmla="*/ 118 w 128"/>
                <a:gd name="T1" fmla="*/ 84 h 84"/>
                <a:gd name="T2" fmla="*/ 0 w 128"/>
                <a:gd name="T3" fmla="*/ 16 h 84"/>
                <a:gd name="T4" fmla="*/ 8 w 128"/>
                <a:gd name="T5" fmla="*/ 0 h 84"/>
                <a:gd name="T6" fmla="*/ 128 w 128"/>
                <a:gd name="T7" fmla="*/ 68 h 84"/>
                <a:gd name="T8" fmla="*/ 118 w 128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84">
                  <a:moveTo>
                    <a:pt x="118" y="84"/>
                  </a:moveTo>
                  <a:lnTo>
                    <a:pt x="0" y="16"/>
                  </a:lnTo>
                  <a:lnTo>
                    <a:pt x="8" y="0"/>
                  </a:lnTo>
                  <a:lnTo>
                    <a:pt x="128" y="68"/>
                  </a:lnTo>
                  <a:lnTo>
                    <a:pt x="118" y="8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xmlns="" id="{E99F4F31-B9AB-49C9-B658-87EF671CC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0575" y="3522663"/>
              <a:ext cx="28575" cy="2825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xmlns="" id="{4EF2C2B2-BB03-4C30-9B7A-A332AAF75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25" y="4110038"/>
              <a:ext cx="28575" cy="76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xmlns="" id="{2A492AAB-BF30-47BE-912D-EF25A3929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7625" y="3138488"/>
              <a:ext cx="28575" cy="793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54" name="Freeform 73">
              <a:extLst>
                <a:ext uri="{FF2B5EF4-FFF2-40B4-BE49-F238E27FC236}">
                  <a16:creationId xmlns:a16="http://schemas.microsoft.com/office/drawing/2014/main" xmlns="" id="{66F1FF8D-5170-4436-8E76-FFD5AFBDE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200" y="3386138"/>
              <a:ext cx="73025" cy="76200"/>
            </a:xfrm>
            <a:custGeom>
              <a:avLst/>
              <a:gdLst>
                <a:gd name="T0" fmla="*/ 12 w 46"/>
                <a:gd name="T1" fmla="*/ 48 h 48"/>
                <a:gd name="T2" fmla="*/ 0 w 46"/>
                <a:gd name="T3" fmla="*/ 34 h 48"/>
                <a:gd name="T4" fmla="*/ 34 w 46"/>
                <a:gd name="T5" fmla="*/ 0 h 48"/>
                <a:gd name="T6" fmla="*/ 46 w 46"/>
                <a:gd name="T7" fmla="*/ 14 h 48"/>
                <a:gd name="T8" fmla="*/ 12 w 46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8">
                  <a:moveTo>
                    <a:pt x="12" y="48"/>
                  </a:moveTo>
                  <a:lnTo>
                    <a:pt x="0" y="34"/>
                  </a:lnTo>
                  <a:lnTo>
                    <a:pt x="34" y="0"/>
                  </a:lnTo>
                  <a:lnTo>
                    <a:pt x="46" y="14"/>
                  </a:lnTo>
                  <a:lnTo>
                    <a:pt x="12" y="4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55" name="Freeform 74">
              <a:extLst>
                <a:ext uri="{FF2B5EF4-FFF2-40B4-BE49-F238E27FC236}">
                  <a16:creationId xmlns:a16="http://schemas.microsoft.com/office/drawing/2014/main" xmlns="" id="{1AEA43BD-A655-4212-88FE-406AE9CAC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950" y="3875088"/>
              <a:ext cx="73025" cy="73025"/>
            </a:xfrm>
            <a:custGeom>
              <a:avLst/>
              <a:gdLst>
                <a:gd name="T0" fmla="*/ 12 w 46"/>
                <a:gd name="T1" fmla="*/ 46 h 46"/>
                <a:gd name="T2" fmla="*/ 0 w 46"/>
                <a:gd name="T3" fmla="*/ 34 h 46"/>
                <a:gd name="T4" fmla="*/ 34 w 46"/>
                <a:gd name="T5" fmla="*/ 0 h 46"/>
                <a:gd name="T6" fmla="*/ 46 w 46"/>
                <a:gd name="T7" fmla="*/ 12 h 46"/>
                <a:gd name="T8" fmla="*/ 12 w 46"/>
                <a:gd name="T9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6">
                  <a:moveTo>
                    <a:pt x="12" y="46"/>
                  </a:moveTo>
                  <a:lnTo>
                    <a:pt x="0" y="34"/>
                  </a:lnTo>
                  <a:lnTo>
                    <a:pt x="34" y="0"/>
                  </a:lnTo>
                  <a:lnTo>
                    <a:pt x="46" y="12"/>
                  </a:lnTo>
                  <a:lnTo>
                    <a:pt x="12" y="4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56" name="Freeform 75">
              <a:extLst>
                <a:ext uri="{FF2B5EF4-FFF2-40B4-BE49-F238E27FC236}">
                  <a16:creationId xmlns:a16="http://schemas.microsoft.com/office/drawing/2014/main" xmlns="" id="{A57FAD20-11CB-499B-9D8B-F135A30A2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950" y="3386138"/>
              <a:ext cx="73025" cy="76200"/>
            </a:xfrm>
            <a:custGeom>
              <a:avLst/>
              <a:gdLst>
                <a:gd name="T0" fmla="*/ 34 w 46"/>
                <a:gd name="T1" fmla="*/ 48 h 48"/>
                <a:gd name="T2" fmla="*/ 0 w 46"/>
                <a:gd name="T3" fmla="*/ 14 h 48"/>
                <a:gd name="T4" fmla="*/ 12 w 46"/>
                <a:gd name="T5" fmla="*/ 0 h 48"/>
                <a:gd name="T6" fmla="*/ 46 w 46"/>
                <a:gd name="T7" fmla="*/ 34 h 48"/>
                <a:gd name="T8" fmla="*/ 34 w 46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8">
                  <a:moveTo>
                    <a:pt x="34" y="48"/>
                  </a:moveTo>
                  <a:lnTo>
                    <a:pt x="0" y="14"/>
                  </a:lnTo>
                  <a:lnTo>
                    <a:pt x="12" y="0"/>
                  </a:lnTo>
                  <a:lnTo>
                    <a:pt x="46" y="34"/>
                  </a:lnTo>
                  <a:lnTo>
                    <a:pt x="34" y="4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xmlns="" id="{D5662830-BB46-41FF-B925-430F5EAC0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200" y="3875088"/>
              <a:ext cx="73025" cy="73025"/>
            </a:xfrm>
            <a:custGeom>
              <a:avLst/>
              <a:gdLst>
                <a:gd name="T0" fmla="*/ 34 w 46"/>
                <a:gd name="T1" fmla="*/ 46 h 46"/>
                <a:gd name="T2" fmla="*/ 0 w 46"/>
                <a:gd name="T3" fmla="*/ 12 h 46"/>
                <a:gd name="T4" fmla="*/ 12 w 46"/>
                <a:gd name="T5" fmla="*/ 0 h 46"/>
                <a:gd name="T6" fmla="*/ 46 w 46"/>
                <a:gd name="T7" fmla="*/ 34 h 46"/>
                <a:gd name="T8" fmla="*/ 34 w 46"/>
                <a:gd name="T9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6">
                  <a:moveTo>
                    <a:pt x="34" y="46"/>
                  </a:moveTo>
                  <a:lnTo>
                    <a:pt x="0" y="12"/>
                  </a:lnTo>
                  <a:lnTo>
                    <a:pt x="12" y="0"/>
                  </a:lnTo>
                  <a:lnTo>
                    <a:pt x="46" y="34"/>
                  </a:lnTo>
                  <a:lnTo>
                    <a:pt x="34" y="4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  <p:sp>
          <p:nvSpPr>
            <p:cNvPr id="80" name="Freeform 77">
              <a:extLst>
                <a:ext uri="{FF2B5EF4-FFF2-40B4-BE49-F238E27FC236}">
                  <a16:creationId xmlns:a16="http://schemas.microsoft.com/office/drawing/2014/main" xmlns="" id="{518DA252-FF2F-46D5-87FB-7FDB25D54C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35175" y="3313377"/>
              <a:ext cx="693474" cy="693474"/>
            </a:xfrm>
            <a:custGeom>
              <a:avLst/>
              <a:gdLst>
                <a:gd name="T0" fmla="*/ 182 w 404"/>
                <a:gd name="T1" fmla="*/ 400 h 402"/>
                <a:gd name="T2" fmla="*/ 126 w 404"/>
                <a:gd name="T3" fmla="*/ 386 h 402"/>
                <a:gd name="T4" fmla="*/ 76 w 404"/>
                <a:gd name="T5" fmla="*/ 356 h 402"/>
                <a:gd name="T6" fmla="*/ 46 w 404"/>
                <a:gd name="T7" fmla="*/ 328 h 402"/>
                <a:gd name="T8" fmla="*/ 16 w 404"/>
                <a:gd name="T9" fmla="*/ 278 h 402"/>
                <a:gd name="T10" fmla="*/ 2 w 404"/>
                <a:gd name="T11" fmla="*/ 220 h 402"/>
                <a:gd name="T12" fmla="*/ 2 w 404"/>
                <a:gd name="T13" fmla="*/ 180 h 402"/>
                <a:gd name="T14" fmla="*/ 16 w 404"/>
                <a:gd name="T15" fmla="*/ 124 h 402"/>
                <a:gd name="T16" fmla="*/ 46 w 404"/>
                <a:gd name="T17" fmla="*/ 74 h 402"/>
                <a:gd name="T18" fmla="*/ 76 w 404"/>
                <a:gd name="T19" fmla="*/ 44 h 402"/>
                <a:gd name="T20" fmla="*/ 126 w 404"/>
                <a:gd name="T21" fmla="*/ 14 h 402"/>
                <a:gd name="T22" fmla="*/ 182 w 404"/>
                <a:gd name="T23" fmla="*/ 0 h 402"/>
                <a:gd name="T24" fmla="*/ 240 w 404"/>
                <a:gd name="T25" fmla="*/ 4 h 402"/>
                <a:gd name="T26" fmla="*/ 296 w 404"/>
                <a:gd name="T27" fmla="*/ 22 h 402"/>
                <a:gd name="T28" fmla="*/ 344 w 404"/>
                <a:gd name="T29" fmla="*/ 58 h 402"/>
                <a:gd name="T30" fmla="*/ 370 w 404"/>
                <a:gd name="T31" fmla="*/ 90 h 402"/>
                <a:gd name="T32" fmla="*/ 394 w 404"/>
                <a:gd name="T33" fmla="*/ 142 h 402"/>
                <a:gd name="T34" fmla="*/ 404 w 404"/>
                <a:gd name="T35" fmla="*/ 200 h 402"/>
                <a:gd name="T36" fmla="*/ 400 w 404"/>
                <a:gd name="T37" fmla="*/ 240 h 402"/>
                <a:gd name="T38" fmla="*/ 380 w 404"/>
                <a:gd name="T39" fmla="*/ 296 h 402"/>
                <a:gd name="T40" fmla="*/ 344 w 404"/>
                <a:gd name="T41" fmla="*/ 342 h 402"/>
                <a:gd name="T42" fmla="*/ 312 w 404"/>
                <a:gd name="T43" fmla="*/ 368 h 402"/>
                <a:gd name="T44" fmla="*/ 260 w 404"/>
                <a:gd name="T45" fmla="*/ 394 h 402"/>
                <a:gd name="T46" fmla="*/ 202 w 404"/>
                <a:gd name="T47" fmla="*/ 402 h 402"/>
                <a:gd name="T48" fmla="*/ 202 w 404"/>
                <a:gd name="T49" fmla="*/ 18 h 402"/>
                <a:gd name="T50" fmla="*/ 150 w 404"/>
                <a:gd name="T51" fmla="*/ 26 h 402"/>
                <a:gd name="T52" fmla="*/ 102 w 404"/>
                <a:gd name="T53" fmla="*/ 48 h 402"/>
                <a:gd name="T54" fmla="*/ 72 w 404"/>
                <a:gd name="T55" fmla="*/ 72 h 402"/>
                <a:gd name="T56" fmla="*/ 40 w 404"/>
                <a:gd name="T57" fmla="*/ 114 h 402"/>
                <a:gd name="T58" fmla="*/ 22 w 404"/>
                <a:gd name="T59" fmla="*/ 164 h 402"/>
                <a:gd name="T60" fmla="*/ 18 w 404"/>
                <a:gd name="T61" fmla="*/ 200 h 402"/>
                <a:gd name="T62" fmla="*/ 26 w 404"/>
                <a:gd name="T63" fmla="*/ 254 h 402"/>
                <a:gd name="T64" fmla="*/ 50 w 404"/>
                <a:gd name="T65" fmla="*/ 302 h 402"/>
                <a:gd name="T66" fmla="*/ 72 w 404"/>
                <a:gd name="T67" fmla="*/ 330 h 402"/>
                <a:gd name="T68" fmla="*/ 116 w 404"/>
                <a:gd name="T69" fmla="*/ 362 h 402"/>
                <a:gd name="T70" fmla="*/ 166 w 404"/>
                <a:gd name="T71" fmla="*/ 380 h 402"/>
                <a:gd name="T72" fmla="*/ 220 w 404"/>
                <a:gd name="T73" fmla="*/ 382 h 402"/>
                <a:gd name="T74" fmla="*/ 270 w 404"/>
                <a:gd name="T75" fmla="*/ 370 h 402"/>
                <a:gd name="T76" fmla="*/ 318 w 404"/>
                <a:gd name="T77" fmla="*/ 342 h 402"/>
                <a:gd name="T78" fmla="*/ 344 w 404"/>
                <a:gd name="T79" fmla="*/ 316 h 402"/>
                <a:gd name="T80" fmla="*/ 372 w 404"/>
                <a:gd name="T81" fmla="*/ 270 h 402"/>
                <a:gd name="T82" fmla="*/ 384 w 404"/>
                <a:gd name="T83" fmla="*/ 218 h 402"/>
                <a:gd name="T84" fmla="*/ 384 w 404"/>
                <a:gd name="T85" fmla="*/ 182 h 402"/>
                <a:gd name="T86" fmla="*/ 372 w 404"/>
                <a:gd name="T87" fmla="*/ 130 h 402"/>
                <a:gd name="T88" fmla="*/ 344 w 404"/>
                <a:gd name="T89" fmla="*/ 84 h 402"/>
                <a:gd name="T90" fmla="*/ 332 w 404"/>
                <a:gd name="T91" fmla="*/ 72 h 402"/>
                <a:gd name="T92" fmla="*/ 288 w 404"/>
                <a:gd name="T93" fmla="*/ 38 h 402"/>
                <a:gd name="T94" fmla="*/ 236 w 404"/>
                <a:gd name="T95" fmla="*/ 20 h 402"/>
                <a:gd name="T96" fmla="*/ 202 w 404"/>
                <a:gd name="T97" fmla="*/ 18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04" h="402">
                  <a:moveTo>
                    <a:pt x="202" y="402"/>
                  </a:moveTo>
                  <a:lnTo>
                    <a:pt x="202" y="402"/>
                  </a:lnTo>
                  <a:lnTo>
                    <a:pt x="182" y="400"/>
                  </a:lnTo>
                  <a:lnTo>
                    <a:pt x="164" y="398"/>
                  </a:lnTo>
                  <a:lnTo>
                    <a:pt x="144" y="394"/>
                  </a:lnTo>
                  <a:lnTo>
                    <a:pt x="126" y="386"/>
                  </a:lnTo>
                  <a:lnTo>
                    <a:pt x="108" y="378"/>
                  </a:lnTo>
                  <a:lnTo>
                    <a:pt x="92" y="368"/>
                  </a:lnTo>
                  <a:lnTo>
                    <a:pt x="76" y="356"/>
                  </a:lnTo>
                  <a:lnTo>
                    <a:pt x="60" y="342"/>
                  </a:lnTo>
                  <a:lnTo>
                    <a:pt x="60" y="342"/>
                  </a:lnTo>
                  <a:lnTo>
                    <a:pt x="46" y="328"/>
                  </a:lnTo>
                  <a:lnTo>
                    <a:pt x="34" y="312"/>
                  </a:lnTo>
                  <a:lnTo>
                    <a:pt x="24" y="296"/>
                  </a:lnTo>
                  <a:lnTo>
                    <a:pt x="16" y="278"/>
                  </a:lnTo>
                  <a:lnTo>
                    <a:pt x="10" y="260"/>
                  </a:lnTo>
                  <a:lnTo>
                    <a:pt x="4" y="240"/>
                  </a:lnTo>
                  <a:lnTo>
                    <a:pt x="2" y="220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180"/>
                  </a:lnTo>
                  <a:lnTo>
                    <a:pt x="4" y="160"/>
                  </a:lnTo>
                  <a:lnTo>
                    <a:pt x="10" y="142"/>
                  </a:lnTo>
                  <a:lnTo>
                    <a:pt x="16" y="124"/>
                  </a:lnTo>
                  <a:lnTo>
                    <a:pt x="24" y="106"/>
                  </a:lnTo>
                  <a:lnTo>
                    <a:pt x="34" y="90"/>
                  </a:lnTo>
                  <a:lnTo>
                    <a:pt x="46" y="74"/>
                  </a:lnTo>
                  <a:lnTo>
                    <a:pt x="60" y="58"/>
                  </a:lnTo>
                  <a:lnTo>
                    <a:pt x="60" y="58"/>
                  </a:lnTo>
                  <a:lnTo>
                    <a:pt x="76" y="44"/>
                  </a:lnTo>
                  <a:lnTo>
                    <a:pt x="92" y="32"/>
                  </a:lnTo>
                  <a:lnTo>
                    <a:pt x="108" y="22"/>
                  </a:lnTo>
                  <a:lnTo>
                    <a:pt x="126" y="14"/>
                  </a:lnTo>
                  <a:lnTo>
                    <a:pt x="144" y="8"/>
                  </a:lnTo>
                  <a:lnTo>
                    <a:pt x="164" y="4"/>
                  </a:lnTo>
                  <a:lnTo>
                    <a:pt x="182" y="0"/>
                  </a:lnTo>
                  <a:lnTo>
                    <a:pt x="202" y="0"/>
                  </a:lnTo>
                  <a:lnTo>
                    <a:pt x="222" y="0"/>
                  </a:lnTo>
                  <a:lnTo>
                    <a:pt x="240" y="4"/>
                  </a:lnTo>
                  <a:lnTo>
                    <a:pt x="260" y="8"/>
                  </a:lnTo>
                  <a:lnTo>
                    <a:pt x="278" y="14"/>
                  </a:lnTo>
                  <a:lnTo>
                    <a:pt x="296" y="22"/>
                  </a:lnTo>
                  <a:lnTo>
                    <a:pt x="312" y="32"/>
                  </a:lnTo>
                  <a:lnTo>
                    <a:pt x="328" y="44"/>
                  </a:lnTo>
                  <a:lnTo>
                    <a:pt x="344" y="58"/>
                  </a:lnTo>
                  <a:lnTo>
                    <a:pt x="344" y="58"/>
                  </a:lnTo>
                  <a:lnTo>
                    <a:pt x="358" y="74"/>
                  </a:lnTo>
                  <a:lnTo>
                    <a:pt x="370" y="90"/>
                  </a:lnTo>
                  <a:lnTo>
                    <a:pt x="380" y="106"/>
                  </a:lnTo>
                  <a:lnTo>
                    <a:pt x="388" y="124"/>
                  </a:lnTo>
                  <a:lnTo>
                    <a:pt x="394" y="142"/>
                  </a:lnTo>
                  <a:lnTo>
                    <a:pt x="400" y="160"/>
                  </a:lnTo>
                  <a:lnTo>
                    <a:pt x="402" y="180"/>
                  </a:lnTo>
                  <a:lnTo>
                    <a:pt x="404" y="200"/>
                  </a:lnTo>
                  <a:lnTo>
                    <a:pt x="404" y="200"/>
                  </a:lnTo>
                  <a:lnTo>
                    <a:pt x="402" y="220"/>
                  </a:lnTo>
                  <a:lnTo>
                    <a:pt x="400" y="240"/>
                  </a:lnTo>
                  <a:lnTo>
                    <a:pt x="394" y="260"/>
                  </a:lnTo>
                  <a:lnTo>
                    <a:pt x="388" y="278"/>
                  </a:lnTo>
                  <a:lnTo>
                    <a:pt x="380" y="296"/>
                  </a:lnTo>
                  <a:lnTo>
                    <a:pt x="370" y="312"/>
                  </a:lnTo>
                  <a:lnTo>
                    <a:pt x="358" y="328"/>
                  </a:lnTo>
                  <a:lnTo>
                    <a:pt x="344" y="342"/>
                  </a:lnTo>
                  <a:lnTo>
                    <a:pt x="344" y="342"/>
                  </a:lnTo>
                  <a:lnTo>
                    <a:pt x="328" y="356"/>
                  </a:lnTo>
                  <a:lnTo>
                    <a:pt x="312" y="368"/>
                  </a:lnTo>
                  <a:lnTo>
                    <a:pt x="296" y="378"/>
                  </a:lnTo>
                  <a:lnTo>
                    <a:pt x="278" y="386"/>
                  </a:lnTo>
                  <a:lnTo>
                    <a:pt x="260" y="394"/>
                  </a:lnTo>
                  <a:lnTo>
                    <a:pt x="240" y="398"/>
                  </a:lnTo>
                  <a:lnTo>
                    <a:pt x="222" y="400"/>
                  </a:lnTo>
                  <a:lnTo>
                    <a:pt x="202" y="402"/>
                  </a:lnTo>
                  <a:lnTo>
                    <a:pt x="202" y="402"/>
                  </a:lnTo>
                  <a:close/>
                  <a:moveTo>
                    <a:pt x="202" y="18"/>
                  </a:moveTo>
                  <a:lnTo>
                    <a:pt x="202" y="18"/>
                  </a:lnTo>
                  <a:lnTo>
                    <a:pt x="184" y="18"/>
                  </a:lnTo>
                  <a:lnTo>
                    <a:pt x="166" y="20"/>
                  </a:lnTo>
                  <a:lnTo>
                    <a:pt x="150" y="26"/>
                  </a:lnTo>
                  <a:lnTo>
                    <a:pt x="134" y="30"/>
                  </a:lnTo>
                  <a:lnTo>
                    <a:pt x="116" y="38"/>
                  </a:lnTo>
                  <a:lnTo>
                    <a:pt x="102" y="48"/>
                  </a:lnTo>
                  <a:lnTo>
                    <a:pt x="86" y="58"/>
                  </a:lnTo>
                  <a:lnTo>
                    <a:pt x="72" y="72"/>
                  </a:lnTo>
                  <a:lnTo>
                    <a:pt x="72" y="72"/>
                  </a:lnTo>
                  <a:lnTo>
                    <a:pt x="60" y="84"/>
                  </a:lnTo>
                  <a:lnTo>
                    <a:pt x="50" y="100"/>
                  </a:lnTo>
                  <a:lnTo>
                    <a:pt x="40" y="114"/>
                  </a:lnTo>
                  <a:lnTo>
                    <a:pt x="32" y="130"/>
                  </a:lnTo>
                  <a:lnTo>
                    <a:pt x="26" y="148"/>
                  </a:lnTo>
                  <a:lnTo>
                    <a:pt x="22" y="164"/>
                  </a:lnTo>
                  <a:lnTo>
                    <a:pt x="20" y="182"/>
                  </a:lnTo>
                  <a:lnTo>
                    <a:pt x="18" y="200"/>
                  </a:lnTo>
                  <a:lnTo>
                    <a:pt x="18" y="200"/>
                  </a:lnTo>
                  <a:lnTo>
                    <a:pt x="20" y="218"/>
                  </a:lnTo>
                  <a:lnTo>
                    <a:pt x="22" y="236"/>
                  </a:lnTo>
                  <a:lnTo>
                    <a:pt x="26" y="254"/>
                  </a:lnTo>
                  <a:lnTo>
                    <a:pt x="32" y="270"/>
                  </a:lnTo>
                  <a:lnTo>
                    <a:pt x="40" y="286"/>
                  </a:lnTo>
                  <a:lnTo>
                    <a:pt x="50" y="302"/>
                  </a:lnTo>
                  <a:lnTo>
                    <a:pt x="60" y="316"/>
                  </a:lnTo>
                  <a:lnTo>
                    <a:pt x="72" y="330"/>
                  </a:lnTo>
                  <a:lnTo>
                    <a:pt x="72" y="330"/>
                  </a:lnTo>
                  <a:lnTo>
                    <a:pt x="86" y="342"/>
                  </a:lnTo>
                  <a:lnTo>
                    <a:pt x="102" y="354"/>
                  </a:lnTo>
                  <a:lnTo>
                    <a:pt x="116" y="362"/>
                  </a:lnTo>
                  <a:lnTo>
                    <a:pt x="134" y="370"/>
                  </a:lnTo>
                  <a:lnTo>
                    <a:pt x="150" y="376"/>
                  </a:lnTo>
                  <a:lnTo>
                    <a:pt x="166" y="380"/>
                  </a:lnTo>
                  <a:lnTo>
                    <a:pt x="184" y="382"/>
                  </a:lnTo>
                  <a:lnTo>
                    <a:pt x="202" y="384"/>
                  </a:lnTo>
                  <a:lnTo>
                    <a:pt x="220" y="382"/>
                  </a:lnTo>
                  <a:lnTo>
                    <a:pt x="236" y="380"/>
                  </a:lnTo>
                  <a:lnTo>
                    <a:pt x="254" y="376"/>
                  </a:lnTo>
                  <a:lnTo>
                    <a:pt x="270" y="370"/>
                  </a:lnTo>
                  <a:lnTo>
                    <a:pt x="288" y="362"/>
                  </a:lnTo>
                  <a:lnTo>
                    <a:pt x="302" y="354"/>
                  </a:lnTo>
                  <a:lnTo>
                    <a:pt x="318" y="342"/>
                  </a:lnTo>
                  <a:lnTo>
                    <a:pt x="332" y="330"/>
                  </a:lnTo>
                  <a:lnTo>
                    <a:pt x="332" y="330"/>
                  </a:lnTo>
                  <a:lnTo>
                    <a:pt x="344" y="316"/>
                  </a:lnTo>
                  <a:lnTo>
                    <a:pt x="354" y="302"/>
                  </a:lnTo>
                  <a:lnTo>
                    <a:pt x="364" y="286"/>
                  </a:lnTo>
                  <a:lnTo>
                    <a:pt x="372" y="270"/>
                  </a:lnTo>
                  <a:lnTo>
                    <a:pt x="378" y="254"/>
                  </a:lnTo>
                  <a:lnTo>
                    <a:pt x="382" y="236"/>
                  </a:lnTo>
                  <a:lnTo>
                    <a:pt x="384" y="218"/>
                  </a:lnTo>
                  <a:lnTo>
                    <a:pt x="386" y="200"/>
                  </a:lnTo>
                  <a:lnTo>
                    <a:pt x="386" y="200"/>
                  </a:lnTo>
                  <a:lnTo>
                    <a:pt x="384" y="182"/>
                  </a:lnTo>
                  <a:lnTo>
                    <a:pt x="382" y="164"/>
                  </a:lnTo>
                  <a:lnTo>
                    <a:pt x="378" y="148"/>
                  </a:lnTo>
                  <a:lnTo>
                    <a:pt x="372" y="130"/>
                  </a:lnTo>
                  <a:lnTo>
                    <a:pt x="364" y="114"/>
                  </a:lnTo>
                  <a:lnTo>
                    <a:pt x="354" y="100"/>
                  </a:lnTo>
                  <a:lnTo>
                    <a:pt x="344" y="84"/>
                  </a:lnTo>
                  <a:lnTo>
                    <a:pt x="332" y="72"/>
                  </a:lnTo>
                  <a:lnTo>
                    <a:pt x="332" y="72"/>
                  </a:lnTo>
                  <a:lnTo>
                    <a:pt x="332" y="72"/>
                  </a:lnTo>
                  <a:lnTo>
                    <a:pt x="318" y="58"/>
                  </a:lnTo>
                  <a:lnTo>
                    <a:pt x="302" y="48"/>
                  </a:lnTo>
                  <a:lnTo>
                    <a:pt x="288" y="38"/>
                  </a:lnTo>
                  <a:lnTo>
                    <a:pt x="270" y="30"/>
                  </a:lnTo>
                  <a:lnTo>
                    <a:pt x="254" y="26"/>
                  </a:lnTo>
                  <a:lnTo>
                    <a:pt x="236" y="20"/>
                  </a:lnTo>
                  <a:lnTo>
                    <a:pt x="220" y="18"/>
                  </a:lnTo>
                  <a:lnTo>
                    <a:pt x="202" y="18"/>
                  </a:lnTo>
                  <a:lnTo>
                    <a:pt x="202" y="1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01123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490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490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743" y="5914642"/>
            <a:ext cx="5757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xmlns="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xmlns="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20677588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44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44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81815245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xmlns="" id="{5342E118-6F1D-4C46-956E-4CCCBCAA7952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xmlns="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xmlns="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xmlns="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xmlns="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xmlns="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xmlns="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xmlns="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xmlns="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xmlns="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xmlns="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xmlns="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xmlns="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xmlns="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xmlns="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xmlns="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xmlns="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xmlns="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xmlns="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xmlns="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xmlns="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xmlns="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xmlns="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xmlns="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xmlns="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xmlns="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xmlns="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xmlns="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xmlns="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xmlns="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xmlns="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xmlns="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xmlns="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xmlns="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xmlns="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xmlns="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xmlns="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xmlns="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xmlns="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xmlns="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xmlns="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xmlns="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xmlns="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xmlns="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xmlns="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xmlns="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xmlns="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xmlns="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xmlns="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xmlns="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xmlns="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xmlns="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xmlns="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xmlns="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xmlns="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xmlns="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xmlns="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xmlns="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xmlns="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xmlns="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xmlns="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xmlns="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xmlns="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xmlns="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xmlns="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xmlns="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xmlns="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388" y="2158329"/>
            <a:ext cx="478139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4580" y="3200329"/>
            <a:ext cx="480552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44A731D0-020D-4D8E-955D-2354AF0FE452}"/>
              </a:ext>
            </a:extLst>
          </p:cNvPr>
          <p:cNvSpPr/>
          <p:nvPr userDrawn="1"/>
        </p:nvSpPr>
        <p:spPr>
          <a:xfrm>
            <a:off x="489112" y="723658"/>
            <a:ext cx="5677988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15324C54-B75E-4AC0-90C2-FA558C7716F7}"/>
              </a:ext>
            </a:extLst>
          </p:cNvPr>
          <p:cNvSpPr/>
          <p:nvPr/>
        </p:nvSpPr>
        <p:spPr>
          <a:xfrm>
            <a:off x="489112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CAA95478-C099-485F-AD95-A617656C6C7C}"/>
              </a:ext>
            </a:extLst>
          </p:cNvPr>
          <p:cNvSpPr/>
          <p:nvPr/>
        </p:nvSpPr>
        <p:spPr>
          <a:xfrm>
            <a:off x="774294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65680A1-86D1-44C2-AA38-0DF5735F1F26}"/>
              </a:ext>
            </a:extLst>
          </p:cNvPr>
          <p:cNvSpPr/>
          <p:nvPr/>
        </p:nvSpPr>
        <p:spPr>
          <a:xfrm>
            <a:off x="1059359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xmlns="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xmlns="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xmlns="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4085642603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xmlns="" id="{9CDE954B-B280-441B-9B2D-3DC58AAE3926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xmlns="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xmlns="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xmlns="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xmlns="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xmlns="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xmlns="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xmlns="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xmlns="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xmlns="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xmlns="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xmlns="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xmlns="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xmlns="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xmlns="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xmlns="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xmlns="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xmlns="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xmlns="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xmlns="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xmlns="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xmlns="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xmlns="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xmlns="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xmlns="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xmlns="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xmlns="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xmlns="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xmlns="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xmlns="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xmlns="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xmlns="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xmlns="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xmlns="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xmlns="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xmlns="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xmlns="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xmlns="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xmlns="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xmlns="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xmlns="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xmlns="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xmlns="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xmlns="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xmlns="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xmlns="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xmlns="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xmlns="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xmlns="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xmlns="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xmlns="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xmlns="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xmlns="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xmlns="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xmlns="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xmlns="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xmlns="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xmlns="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xmlns="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xmlns="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xmlns="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xmlns="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xmlns="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xmlns="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xmlns="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xmlns="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xmlns="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xmlns="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388" y="2158329"/>
            <a:ext cx="3998354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xmlns="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80" y="3200329"/>
            <a:ext cx="401853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AE95BC52-A56D-4358-A294-750179EBB698}"/>
              </a:ext>
            </a:extLst>
          </p:cNvPr>
          <p:cNvGrpSpPr/>
          <p:nvPr userDrawn="1"/>
        </p:nvGrpSpPr>
        <p:grpSpPr>
          <a:xfrm>
            <a:off x="489112" y="876059"/>
            <a:ext cx="4852768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xmlns="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 dirty="0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xmlns="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xmlns="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xmlns="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806570326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10696537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6625574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38638355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192540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2550973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5616801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98631798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102" y="1488927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xmlns="" val="320331060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xmlns="" val="3627240156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xmlns="" val="3834854188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8944265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33713754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651840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3664622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9991411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41604157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282934357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623946154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62408775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93047617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901265222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xmlns="" val="165133137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511773478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51680059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7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1" y="1954221"/>
            <a:ext cx="4326678" cy="979702"/>
          </a:xfrm>
        </p:spPr>
        <p:txBody>
          <a:bodyPr/>
          <a:lstStyle>
            <a:lvl1pPr>
              <a:defRPr sz="2996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1" y="3046161"/>
            <a:ext cx="4326678" cy="1046323"/>
          </a:xfrm>
        </p:spPr>
        <p:txBody>
          <a:bodyPr/>
          <a:lstStyle>
            <a:lvl1pPr marL="0" indent="0" algn="l">
              <a:spcAft>
                <a:spcPts val="1198"/>
              </a:spcAft>
              <a:buNone/>
              <a:defRPr sz="1998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8" b="1">
                <a:solidFill>
                  <a:srgbClr val="404040"/>
                </a:solidFill>
              </a:defRPr>
            </a:lvl2pPr>
            <a:lvl3pPr marL="913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1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6" y="5605203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8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492" y="6019189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492" y="6216807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744" y="5914643"/>
            <a:ext cx="5757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99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3" y="4960938"/>
            <a:ext cx="1224912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xmlns="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xmlns="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</p:grpSp>
    </p:spTree>
    <p:extLst>
      <p:ext uri="{BB962C8B-B14F-4D97-AF65-F5344CB8AC3E}">
        <p14:creationId xmlns:p14="http://schemas.microsoft.com/office/powerpoint/2010/main" xmlns="" val="406494854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7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1" y="1954221"/>
            <a:ext cx="4326678" cy="979702"/>
          </a:xfrm>
        </p:spPr>
        <p:txBody>
          <a:bodyPr/>
          <a:lstStyle>
            <a:lvl1pPr>
              <a:defRPr sz="2996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1" y="3046161"/>
            <a:ext cx="4326678" cy="1046323"/>
          </a:xfrm>
        </p:spPr>
        <p:txBody>
          <a:bodyPr/>
          <a:lstStyle>
            <a:lvl1pPr marL="0" indent="0" algn="l">
              <a:spcAft>
                <a:spcPts val="1198"/>
              </a:spcAft>
              <a:buNone/>
              <a:defRPr sz="1998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8" b="1">
                <a:solidFill>
                  <a:srgbClr val="404040"/>
                </a:solidFill>
              </a:defRPr>
            </a:lvl2pPr>
            <a:lvl3pPr marL="913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1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6" y="5605203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8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46" y="6019189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46" y="6216807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3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</p:grpSp>
    </p:spTree>
    <p:extLst>
      <p:ext uri="{BB962C8B-B14F-4D97-AF65-F5344CB8AC3E}">
        <p14:creationId xmlns:p14="http://schemas.microsoft.com/office/powerpoint/2010/main" xmlns="" val="298357465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xmlns="" id="{5342E118-6F1D-4C46-956E-4CCCBCAA7952}"/>
              </a:ext>
            </a:extLst>
          </p:cNvPr>
          <p:cNvGrpSpPr/>
          <p:nvPr userDrawn="1"/>
        </p:nvGrpSpPr>
        <p:grpSpPr>
          <a:xfrm>
            <a:off x="497856" y="5826615"/>
            <a:ext cx="3876005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xmlns="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xmlns="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xmlns="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xmlns="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xmlns="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xmlns="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xmlns="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xmlns="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xmlns="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xmlns="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xmlns="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xmlns="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xmlns="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xmlns="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xmlns="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xmlns="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xmlns="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xmlns="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xmlns="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xmlns="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xmlns="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xmlns="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xmlns="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xmlns="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xmlns="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xmlns="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xmlns="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xmlns="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xmlns="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xmlns="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xmlns="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xmlns="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xmlns="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xmlns="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xmlns="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xmlns="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xmlns="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xmlns="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xmlns="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xmlns="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xmlns="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xmlns="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xmlns="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xmlns="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xmlns="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xmlns="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xmlns="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xmlns="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xmlns="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xmlns="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xmlns="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xmlns="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xmlns="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xmlns="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xmlns="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xmlns="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xmlns="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xmlns="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xmlns="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xmlns="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xmlns="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xmlns="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xmlns="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xmlns="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xmlns="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xmlns="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389" y="2158330"/>
            <a:ext cx="4781391" cy="860400"/>
          </a:xfrm>
          <a:prstGeom prst="rect">
            <a:avLst/>
          </a:prstGeom>
        </p:spPr>
        <p:txBody>
          <a:bodyPr/>
          <a:lstStyle>
            <a:lvl1pPr>
              <a:defRPr sz="2996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4580" y="3200329"/>
            <a:ext cx="4805526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8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8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44A731D0-020D-4D8E-955D-2354AF0FE452}"/>
              </a:ext>
            </a:extLst>
          </p:cNvPr>
          <p:cNvSpPr/>
          <p:nvPr userDrawn="1"/>
        </p:nvSpPr>
        <p:spPr>
          <a:xfrm>
            <a:off x="489113" y="723658"/>
            <a:ext cx="5677988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8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15324C54-B75E-4AC0-90C2-FA558C7716F7}"/>
              </a:ext>
            </a:extLst>
          </p:cNvPr>
          <p:cNvSpPr/>
          <p:nvPr/>
        </p:nvSpPr>
        <p:spPr>
          <a:xfrm>
            <a:off x="489113" y="4021758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8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CAA95478-C099-485F-AD95-A617656C6C7C}"/>
              </a:ext>
            </a:extLst>
          </p:cNvPr>
          <p:cNvSpPr/>
          <p:nvPr/>
        </p:nvSpPr>
        <p:spPr>
          <a:xfrm>
            <a:off x="774295" y="4021758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8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65680A1-86D1-44C2-AA38-0DF5735F1F26}"/>
              </a:ext>
            </a:extLst>
          </p:cNvPr>
          <p:cNvSpPr/>
          <p:nvPr/>
        </p:nvSpPr>
        <p:spPr>
          <a:xfrm>
            <a:off x="1059360" y="4021758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8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xmlns="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3" y="4960938"/>
            <a:ext cx="1224912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xmlns="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xmlns="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</p:grpSp>
    </p:spTree>
    <p:extLst>
      <p:ext uri="{BB962C8B-B14F-4D97-AF65-F5344CB8AC3E}">
        <p14:creationId xmlns:p14="http://schemas.microsoft.com/office/powerpoint/2010/main" xmlns="" val="1919385363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xmlns="" id="{9CDE954B-B280-441B-9B2D-3DC58AAE3926}"/>
              </a:ext>
            </a:extLst>
          </p:cNvPr>
          <p:cNvGrpSpPr/>
          <p:nvPr userDrawn="1"/>
        </p:nvGrpSpPr>
        <p:grpSpPr>
          <a:xfrm>
            <a:off x="497856" y="5826615"/>
            <a:ext cx="3876005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xmlns="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xmlns="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xmlns="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xmlns="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xmlns="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xmlns="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xmlns="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xmlns="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xmlns="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xmlns="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xmlns="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xmlns="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xmlns="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xmlns="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xmlns="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xmlns="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xmlns="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xmlns="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xmlns="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xmlns="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xmlns="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xmlns="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xmlns="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xmlns="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xmlns="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xmlns="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xmlns="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xmlns="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xmlns="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xmlns="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xmlns="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xmlns="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xmlns="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xmlns="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xmlns="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xmlns="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xmlns="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xmlns="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xmlns="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xmlns="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xmlns="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xmlns="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xmlns="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xmlns="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xmlns="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xmlns="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xmlns="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xmlns="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xmlns="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xmlns="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xmlns="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xmlns="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xmlns="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xmlns="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xmlns="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xmlns="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xmlns="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xmlns="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xmlns="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xmlns="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xmlns="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xmlns="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xmlns="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xmlns="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xmlns="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xmlns="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xmlns="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389" y="2158330"/>
            <a:ext cx="3998353" cy="860400"/>
          </a:xfrm>
          <a:prstGeom prst="rect">
            <a:avLst/>
          </a:prstGeom>
        </p:spPr>
        <p:txBody>
          <a:bodyPr/>
          <a:lstStyle>
            <a:lvl1pPr>
              <a:defRPr sz="2996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xmlns="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80" y="3200329"/>
            <a:ext cx="401853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8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8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AE95BC52-A56D-4358-A294-750179EBB698}"/>
              </a:ext>
            </a:extLst>
          </p:cNvPr>
          <p:cNvGrpSpPr/>
          <p:nvPr userDrawn="1"/>
        </p:nvGrpSpPr>
        <p:grpSpPr>
          <a:xfrm>
            <a:off x="489113" y="876061"/>
            <a:ext cx="4852768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8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xmlns="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8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8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8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xmlns="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3" y="4960938"/>
            <a:ext cx="1224912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xmlns="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xmlns="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8"/>
            </a:p>
          </p:txBody>
        </p:sp>
      </p:grpSp>
    </p:spTree>
    <p:extLst>
      <p:ext uri="{BB962C8B-B14F-4D97-AF65-F5344CB8AC3E}">
        <p14:creationId xmlns:p14="http://schemas.microsoft.com/office/powerpoint/2010/main" xmlns="" val="1337752500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1"/>
            <a:ext cx="10972800" cy="590400"/>
          </a:xfrm>
        </p:spPr>
        <p:txBody>
          <a:bodyPr/>
          <a:lstStyle>
            <a:lvl1pPr>
              <a:defRPr sz="2397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EYInterstate" panose="02000503020000020004" pitchFamily="2" charset="0"/>
              </a:defRPr>
            </a:lvl1pPr>
            <a:lvl2pPr>
              <a:defRPr>
                <a:latin typeface="EYInterstate" panose="02000503020000020004" pitchFamily="2" charset="0"/>
              </a:defRPr>
            </a:lvl2pPr>
            <a:lvl3pPr>
              <a:defRPr>
                <a:latin typeface="EYInterstate" panose="02000503020000020004" pitchFamily="2" charset="0"/>
              </a:defRPr>
            </a:lvl3pPr>
            <a:lvl4pPr>
              <a:defRPr>
                <a:latin typeface="EYInterstate" panose="02000503020000020004" pitchFamily="2" charset="0"/>
              </a:defRPr>
            </a:lvl4pPr>
            <a:lvl5pPr>
              <a:defRPr>
                <a:latin typeface="EYInterstate" panose="0200050302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248346017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94201"/>
            <a:ext cx="10972800" cy="590400"/>
          </a:xfrm>
        </p:spPr>
        <p:txBody>
          <a:bodyPr/>
          <a:lstStyle>
            <a:lvl1pPr>
              <a:defRPr sz="2397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44226267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4" y="1"/>
            <a:ext cx="3997149" cy="6156104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1"/>
            <a:ext cx="7440547" cy="590400"/>
          </a:xfrm>
        </p:spPr>
        <p:txBody>
          <a:bodyPr/>
          <a:lstStyle>
            <a:lvl1pPr>
              <a:defRPr sz="239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37921"/>
            <a:ext cx="7295842" cy="873760"/>
          </a:xfrm>
        </p:spPr>
        <p:txBody>
          <a:bodyPr/>
          <a:lstStyle>
            <a:lvl1pPr marL="0" indent="0">
              <a:buNone/>
              <a:defRPr sz="1798">
                <a:solidFill>
                  <a:schemeClr val="bg1"/>
                </a:solidFill>
              </a:defRPr>
            </a:lvl1pPr>
            <a:lvl2pPr marL="356117" indent="0">
              <a:buNone/>
              <a:defRPr sz="1798">
                <a:solidFill>
                  <a:schemeClr val="bg1"/>
                </a:solidFill>
              </a:defRPr>
            </a:lvl2pPr>
            <a:lvl3pPr marL="712234" indent="0">
              <a:buNone/>
              <a:defRPr sz="1598">
                <a:solidFill>
                  <a:schemeClr val="bg1"/>
                </a:solidFill>
              </a:defRPr>
            </a:lvl3pPr>
            <a:lvl4pPr marL="1068350" indent="0">
              <a:buNone/>
              <a:defRPr sz="1398">
                <a:solidFill>
                  <a:schemeClr val="bg1"/>
                </a:solidFill>
              </a:defRPr>
            </a:lvl4pPr>
            <a:lvl5pPr marL="142446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4" cy="3844704"/>
          </a:xfrm>
        </p:spPr>
        <p:txBody>
          <a:bodyPr numCol="1"/>
          <a:lstStyle>
            <a:lvl1pPr marL="0" indent="0">
              <a:buNone/>
              <a:defRPr sz="1398">
                <a:solidFill>
                  <a:schemeClr val="bg1"/>
                </a:solidFill>
              </a:defRPr>
            </a:lvl1pPr>
            <a:lvl2pPr marL="356117" indent="0">
              <a:buNone/>
              <a:defRPr sz="1798">
                <a:solidFill>
                  <a:schemeClr val="bg1"/>
                </a:solidFill>
              </a:defRPr>
            </a:lvl2pPr>
            <a:lvl3pPr marL="712234" indent="0">
              <a:buNone/>
              <a:defRPr sz="1598">
                <a:solidFill>
                  <a:schemeClr val="bg1"/>
                </a:solidFill>
              </a:defRPr>
            </a:lvl3pPr>
            <a:lvl4pPr marL="1068350" indent="0">
              <a:buNone/>
              <a:defRPr sz="1398">
                <a:solidFill>
                  <a:schemeClr val="bg1"/>
                </a:solidFill>
              </a:defRPr>
            </a:lvl4pPr>
            <a:lvl5pPr marL="142446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3"/>
            <a:ext cx="3578254" cy="1254759"/>
          </a:xfrm>
        </p:spPr>
        <p:txBody>
          <a:bodyPr numCol="1"/>
          <a:lstStyle>
            <a:lvl1pPr marL="0" indent="0">
              <a:buNone/>
              <a:defRPr sz="1398">
                <a:solidFill>
                  <a:schemeClr val="bg1"/>
                </a:solidFill>
              </a:defRPr>
            </a:lvl1pPr>
            <a:lvl2pPr marL="356117" indent="0">
              <a:buNone/>
              <a:defRPr sz="1798">
                <a:solidFill>
                  <a:schemeClr val="bg1"/>
                </a:solidFill>
              </a:defRPr>
            </a:lvl2pPr>
            <a:lvl3pPr marL="712234" indent="0">
              <a:buNone/>
              <a:defRPr sz="1598">
                <a:solidFill>
                  <a:schemeClr val="bg1"/>
                </a:solidFill>
              </a:defRPr>
            </a:lvl3pPr>
            <a:lvl4pPr marL="1068350" indent="0">
              <a:buNone/>
              <a:defRPr sz="1398">
                <a:solidFill>
                  <a:schemeClr val="bg1"/>
                </a:solidFill>
              </a:defRPr>
            </a:lvl4pPr>
            <a:lvl5pPr marL="142446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4" cy="1944160"/>
          </a:xfrm>
        </p:spPr>
        <p:txBody>
          <a:bodyPr numCol="1"/>
          <a:lstStyle>
            <a:lvl1pPr marL="0" indent="0">
              <a:buNone/>
              <a:defRPr sz="1798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117" indent="0">
              <a:buNone/>
              <a:defRPr sz="1798">
                <a:solidFill>
                  <a:schemeClr val="bg1"/>
                </a:solidFill>
              </a:defRPr>
            </a:lvl2pPr>
            <a:lvl3pPr marL="712234" indent="0">
              <a:buNone/>
              <a:defRPr sz="1598">
                <a:solidFill>
                  <a:schemeClr val="bg1"/>
                </a:solidFill>
              </a:defRPr>
            </a:lvl3pPr>
            <a:lvl4pPr marL="1068350" indent="0">
              <a:buNone/>
              <a:defRPr sz="1398">
                <a:solidFill>
                  <a:schemeClr val="bg1"/>
                </a:solidFill>
              </a:defRPr>
            </a:lvl4pPr>
            <a:lvl5pPr marL="142446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440717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3"/>
            <a:ext cx="2383219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1"/>
            <a:ext cx="8887371" cy="590400"/>
          </a:xfrm>
        </p:spPr>
        <p:txBody>
          <a:bodyPr/>
          <a:lstStyle>
            <a:lvl1pPr>
              <a:defRPr sz="239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</p:spPr>
        <p:txBody>
          <a:bodyPr/>
          <a:lstStyle>
            <a:lvl1pPr marL="0" indent="0">
              <a:buNone/>
              <a:defRPr sz="1798">
                <a:solidFill>
                  <a:schemeClr val="bg1"/>
                </a:solidFill>
              </a:defRPr>
            </a:lvl1pPr>
            <a:lvl2pPr marL="356117" indent="0">
              <a:buNone/>
              <a:defRPr sz="1798">
                <a:solidFill>
                  <a:schemeClr val="bg1"/>
                </a:solidFill>
              </a:defRPr>
            </a:lvl2pPr>
            <a:lvl3pPr marL="712234" indent="0">
              <a:buNone/>
              <a:defRPr sz="1598">
                <a:solidFill>
                  <a:schemeClr val="bg1"/>
                </a:solidFill>
              </a:defRPr>
            </a:lvl3pPr>
            <a:lvl4pPr marL="1068350" indent="0">
              <a:buNone/>
              <a:defRPr sz="1398">
                <a:solidFill>
                  <a:schemeClr val="bg1"/>
                </a:solidFill>
              </a:defRPr>
            </a:lvl4pPr>
            <a:lvl5pPr marL="142446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1" y="1137921"/>
            <a:ext cx="2802383" cy="5018184"/>
          </a:xfrm>
        </p:spPr>
        <p:txBody>
          <a:bodyPr numCol="1"/>
          <a:lstStyle>
            <a:lvl1pPr marL="0" indent="0">
              <a:buNone/>
              <a:defRPr sz="1398">
                <a:solidFill>
                  <a:schemeClr val="bg1"/>
                </a:solidFill>
              </a:defRPr>
            </a:lvl1pPr>
            <a:lvl2pPr marL="356117" indent="0">
              <a:buNone/>
              <a:defRPr sz="1798">
                <a:solidFill>
                  <a:schemeClr val="bg1"/>
                </a:solidFill>
              </a:defRPr>
            </a:lvl2pPr>
            <a:lvl3pPr marL="712234" indent="0">
              <a:buNone/>
              <a:defRPr sz="1598">
                <a:solidFill>
                  <a:schemeClr val="bg1"/>
                </a:solidFill>
              </a:defRPr>
            </a:lvl3pPr>
            <a:lvl4pPr marL="1068350" indent="0">
              <a:buNone/>
              <a:defRPr sz="1398">
                <a:solidFill>
                  <a:schemeClr val="bg1"/>
                </a:solidFill>
              </a:defRPr>
            </a:lvl4pPr>
            <a:lvl5pPr marL="142446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2" y="1137923"/>
            <a:ext cx="2767159" cy="2796151"/>
          </a:xfrm>
        </p:spPr>
        <p:txBody>
          <a:bodyPr numCol="1"/>
          <a:lstStyle>
            <a:lvl1pPr marL="0" indent="0">
              <a:buNone/>
              <a:defRPr sz="1398">
                <a:solidFill>
                  <a:schemeClr val="bg1"/>
                </a:solidFill>
              </a:defRPr>
            </a:lvl1pPr>
            <a:lvl2pPr marL="356117" indent="0">
              <a:buNone/>
              <a:defRPr sz="1798">
                <a:solidFill>
                  <a:schemeClr val="bg1"/>
                </a:solidFill>
              </a:defRPr>
            </a:lvl2pPr>
            <a:lvl3pPr marL="712234" indent="0">
              <a:buNone/>
              <a:defRPr sz="1598">
                <a:solidFill>
                  <a:schemeClr val="bg1"/>
                </a:solidFill>
              </a:defRPr>
            </a:lvl3pPr>
            <a:lvl4pPr marL="1068350" indent="0">
              <a:buNone/>
              <a:defRPr sz="1398">
                <a:solidFill>
                  <a:schemeClr val="bg1"/>
                </a:solidFill>
              </a:defRPr>
            </a:lvl4pPr>
            <a:lvl5pPr marL="1424468" indent="0"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8344879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1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137920"/>
            <a:ext cx="8234455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8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8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8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70799898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4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117" marR="0" lvl="0" indent="-356117" defTabSz="1006477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66480613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4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117" marR="0" lvl="0" indent="-356117" defTabSz="1006477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84324309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17468" y="2720494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84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5" y="3590250"/>
            <a:ext cx="5289245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6" dirty="0" smtClean="0">
                <a:latin typeface="Georgia" panose="02040502050405020303" pitchFamily="18" charset="0"/>
              </a:defRPr>
            </a:lvl1pPr>
          </a:lstStyle>
          <a:p>
            <a:pPr marL="356117" lvl="0" indent="-356117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5" y="5696250"/>
            <a:ext cx="5289245" cy="316838"/>
          </a:xfrm>
        </p:spPr>
        <p:txBody>
          <a:bodyPr lIns="90000" tIns="46800" rIns="90000" bIns="46800"/>
          <a:lstStyle>
            <a:lvl1pPr marL="0" indent="0" algn="l" defTabSz="91312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8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117" indent="0">
              <a:buNone/>
              <a:defRPr lang="en-US" sz="1998" smtClean="0">
                <a:latin typeface="+mn-lt"/>
              </a:defRPr>
            </a:lvl2pPr>
            <a:lvl3pPr>
              <a:defRPr lang="en-US" sz="1798" smtClean="0">
                <a:latin typeface="+mn-lt"/>
              </a:defRPr>
            </a:lvl3pPr>
            <a:lvl4pPr>
              <a:defRPr lang="en-US" sz="1598" smtClean="0">
                <a:latin typeface="+mn-lt"/>
              </a:defRPr>
            </a:lvl4pPr>
            <a:lvl5pPr>
              <a:defRPr lang="en-IN" sz="1598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5" y="6034928"/>
            <a:ext cx="5289245" cy="316838"/>
          </a:xfrm>
        </p:spPr>
        <p:txBody>
          <a:bodyPr lIns="90000" tIns="46800" rIns="90000" bIns="46800"/>
          <a:lstStyle>
            <a:lvl1pPr marL="0" indent="0" algn="l" defTabSz="91312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8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117" indent="0">
              <a:buNone/>
              <a:defRPr lang="en-US" sz="1998" smtClean="0">
                <a:latin typeface="+mn-lt"/>
              </a:defRPr>
            </a:lvl2pPr>
            <a:lvl3pPr>
              <a:defRPr lang="en-US" sz="1798" smtClean="0">
                <a:latin typeface="+mn-lt"/>
              </a:defRPr>
            </a:lvl3pPr>
            <a:lvl4pPr>
              <a:defRPr lang="en-US" sz="1598" smtClean="0">
                <a:latin typeface="+mn-lt"/>
              </a:defRPr>
            </a:lvl4pPr>
            <a:lvl5pPr>
              <a:defRPr lang="en-IN" sz="1598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xmlns="" val="938036243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9" y="2060236"/>
            <a:ext cx="5289245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6" dirty="0" smtClean="0">
                <a:latin typeface="Georgia" panose="02040502050405020303" pitchFamily="18" charset="0"/>
              </a:defRPr>
            </a:lvl1pPr>
          </a:lstStyle>
          <a:p>
            <a:pPr marL="356117" lvl="0" indent="-356117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9" y="5506678"/>
            <a:ext cx="5289245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8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117" lvl="0" indent="-356117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9" y="5818718"/>
            <a:ext cx="5289245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8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117" lvl="0" indent="-356117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6" y="979790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84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xmlns="" val="270394933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9" y="0"/>
            <a:ext cx="5968062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1" y="2578743"/>
            <a:ext cx="4535596" cy="1055708"/>
          </a:xfrm>
        </p:spPr>
        <p:txBody>
          <a:bodyPr/>
          <a:lstStyle>
            <a:lvl1pPr marL="0" indent="0">
              <a:buNone/>
              <a:defRPr sz="2996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1" y="3840384"/>
            <a:ext cx="4535596" cy="1055708"/>
          </a:xfrm>
        </p:spPr>
        <p:txBody>
          <a:bodyPr/>
          <a:lstStyle>
            <a:lvl1pPr marL="0" indent="0">
              <a:buNone/>
              <a:defRPr sz="1598"/>
            </a:lvl1pPr>
          </a:lstStyle>
          <a:p>
            <a:pPr lvl="0"/>
            <a:r>
              <a:rPr lang="en-IN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xmlns="" val="1933594052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1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1" y="1137923"/>
            <a:ext cx="4954924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50" y="3813288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50" y="4055931"/>
            <a:ext cx="3087667" cy="180000"/>
          </a:xfrm>
        </p:spPr>
        <p:txBody>
          <a:bodyPr/>
          <a:lstStyle>
            <a:lvl1pPr marL="0" indent="0">
              <a:buNone/>
              <a:defRPr sz="119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2" y="3578085"/>
            <a:ext cx="778553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99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3"/>
            <a:ext cx="5462580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10"/>
            <a:ext cx="5462580" cy="1611554"/>
          </a:xfrm>
        </p:spPr>
        <p:txBody>
          <a:bodyPr/>
          <a:lstStyle>
            <a:lvl1pPr marL="0" indent="0">
              <a:buNone/>
              <a:defRPr sz="1598"/>
            </a:lvl1pPr>
          </a:lstStyle>
          <a:p>
            <a:pPr lvl="0"/>
            <a:r>
              <a:rPr lang="en-US"/>
              <a:t>Content EY Interstate Light, 16pt,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0694412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87845217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1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137920"/>
            <a:ext cx="8234455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117">
              <a:defRPr>
                <a:solidFill>
                  <a:schemeClr val="bg1"/>
                </a:solidFill>
              </a:defRPr>
            </a:lvl2pPr>
            <a:lvl3pPr marL="712234">
              <a:defRPr>
                <a:solidFill>
                  <a:schemeClr val="bg1"/>
                </a:solidFill>
              </a:defRPr>
            </a:lvl3pPr>
            <a:lvl4pPr marL="1068350">
              <a:defRPr>
                <a:solidFill>
                  <a:schemeClr val="bg1"/>
                </a:solidFill>
              </a:defRPr>
            </a:lvl4pPr>
            <a:lvl5pPr marL="1424468">
              <a:defRPr sz="119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7663643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16281084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2" y="1137919"/>
            <a:ext cx="5384800" cy="4834800"/>
          </a:xfrm>
        </p:spPr>
        <p:txBody>
          <a:bodyPr/>
          <a:lstStyle>
            <a:lvl1pPr>
              <a:defRPr sz="1998">
                <a:solidFill>
                  <a:schemeClr val="bg1"/>
                </a:solidFill>
              </a:defRPr>
            </a:lvl1pPr>
            <a:lvl2pPr>
              <a:defRPr sz="1798">
                <a:solidFill>
                  <a:schemeClr val="bg1"/>
                </a:solidFill>
              </a:defRPr>
            </a:lvl2pPr>
            <a:lvl3pPr>
              <a:defRPr sz="1598">
                <a:solidFill>
                  <a:schemeClr val="bg1"/>
                </a:solidFill>
              </a:defRPr>
            </a:lvl3pPr>
            <a:lvl4pPr>
              <a:defRPr sz="1398">
                <a:solidFill>
                  <a:schemeClr val="bg1"/>
                </a:solidFill>
              </a:defRPr>
            </a:lvl4pPr>
            <a:lvl5pPr>
              <a:defRPr sz="1198">
                <a:solidFill>
                  <a:schemeClr val="bg1"/>
                </a:solidFill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37919"/>
            <a:ext cx="5384800" cy="4834800"/>
          </a:xfrm>
        </p:spPr>
        <p:txBody>
          <a:bodyPr/>
          <a:lstStyle>
            <a:lvl1pPr>
              <a:defRPr sz="1998">
                <a:solidFill>
                  <a:schemeClr val="bg1"/>
                </a:solidFill>
              </a:defRPr>
            </a:lvl1pPr>
            <a:lvl2pPr>
              <a:defRPr sz="1798">
                <a:solidFill>
                  <a:schemeClr val="bg1"/>
                </a:solidFill>
              </a:defRPr>
            </a:lvl2pPr>
            <a:lvl3pPr>
              <a:defRPr sz="1598">
                <a:solidFill>
                  <a:schemeClr val="bg1"/>
                </a:solidFill>
              </a:defRPr>
            </a:lvl3pPr>
            <a:lvl4pPr>
              <a:defRPr sz="1398">
                <a:solidFill>
                  <a:schemeClr val="bg1"/>
                </a:solidFill>
              </a:defRPr>
            </a:lvl4pPr>
            <a:lvl5pPr>
              <a:defRPr sz="1198">
                <a:solidFill>
                  <a:schemeClr val="bg1"/>
                </a:solidFill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8360654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3"/>
            <a:ext cx="5390401" cy="4256075"/>
          </a:xfrm>
        </p:spPr>
        <p:txBody>
          <a:bodyPr/>
          <a:lstStyle>
            <a:lvl1pPr>
              <a:defRPr sz="1998">
                <a:solidFill>
                  <a:schemeClr val="bg1"/>
                </a:solidFill>
              </a:defRPr>
            </a:lvl1pPr>
            <a:lvl2pPr>
              <a:defRPr sz="1798">
                <a:solidFill>
                  <a:schemeClr val="bg1"/>
                </a:solidFill>
              </a:defRPr>
            </a:lvl2pPr>
            <a:lvl3pPr>
              <a:defRPr sz="1598">
                <a:solidFill>
                  <a:schemeClr val="bg1"/>
                </a:solidFill>
              </a:defRPr>
            </a:lvl3pPr>
            <a:lvl4pPr>
              <a:defRPr sz="1398">
                <a:solidFill>
                  <a:schemeClr val="bg1"/>
                </a:solidFill>
              </a:defRPr>
            </a:lvl4pPr>
            <a:lvl5pPr>
              <a:defRPr sz="1198">
                <a:solidFill>
                  <a:schemeClr val="bg1"/>
                </a:solidFill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3"/>
            <a:ext cx="5390401" cy="4256075"/>
          </a:xfrm>
        </p:spPr>
        <p:txBody>
          <a:bodyPr/>
          <a:lstStyle>
            <a:lvl1pPr>
              <a:defRPr sz="1998">
                <a:solidFill>
                  <a:schemeClr val="bg1"/>
                </a:solidFill>
              </a:defRPr>
            </a:lvl1pPr>
            <a:lvl2pPr>
              <a:defRPr sz="1798">
                <a:solidFill>
                  <a:schemeClr val="bg1"/>
                </a:solidFill>
              </a:defRPr>
            </a:lvl2pPr>
            <a:lvl3pPr>
              <a:defRPr sz="1598">
                <a:solidFill>
                  <a:schemeClr val="bg1"/>
                </a:solidFill>
              </a:defRPr>
            </a:lvl3pPr>
            <a:lvl4pPr>
              <a:defRPr sz="1398">
                <a:solidFill>
                  <a:schemeClr val="bg1"/>
                </a:solidFill>
              </a:defRPr>
            </a:lvl4pPr>
            <a:lvl5pPr>
              <a:defRPr sz="1198">
                <a:solidFill>
                  <a:schemeClr val="bg1"/>
                </a:solidFill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1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1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5743246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214472811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653274646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85658269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53552131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065974198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xmlns="" val="3101792682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3970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8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397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9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5967" indent="-175967" algn="l" defTabSz="99397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9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397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649" indent="-188649" algn="l" defTabSz="99397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99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4104197897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062353544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209631701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C8422AE9-8257-41A9-AB41-1F10585C88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D19659BD-653C-4300-9060-420AFAE395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A4669336-72A1-4233-827A-C41AB4C1CC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200656753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490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490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743" y="5914642"/>
            <a:ext cx="5757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xmlns="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xmlns="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1404015894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2490" y="5709060"/>
            <a:ext cx="8117873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51B4C43-E5F8-400E-A971-58A3766B1BF0}"/>
              </a:ext>
            </a:extLst>
          </p:cNvPr>
          <p:cNvSpPr txBox="1"/>
          <p:nvPr userDrawn="1"/>
        </p:nvSpPr>
        <p:spPr>
          <a:xfrm>
            <a:off x="461744" y="5605201"/>
            <a:ext cx="1044529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44" y="6019189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xmlns="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44" y="6216807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246938408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3842">
          <p15:clr>
            <a:srgbClr val="FBAE40"/>
          </p15:clr>
        </p15:guide>
      </p15:sldGuideLst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xmlns="" id="{5342E118-6F1D-4C46-956E-4CCCBCAA7952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xmlns="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xmlns="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xmlns="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xmlns="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xmlns="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xmlns="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xmlns="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xmlns="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xmlns="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xmlns="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xmlns="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xmlns="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xmlns="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xmlns="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xmlns="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xmlns="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xmlns="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xmlns="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xmlns="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xmlns="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xmlns="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xmlns="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xmlns="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xmlns="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xmlns="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xmlns="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xmlns="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xmlns="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xmlns="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xmlns="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xmlns="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xmlns="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xmlns="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xmlns="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xmlns="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xmlns="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xmlns="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xmlns="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xmlns="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xmlns="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xmlns="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xmlns="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xmlns="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xmlns="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xmlns="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xmlns="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xmlns="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xmlns="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xmlns="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xmlns="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xmlns="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xmlns="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xmlns="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xmlns="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xmlns="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xmlns="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xmlns="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xmlns="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xmlns="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xmlns="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xmlns="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xmlns="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xmlns="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xmlns="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xmlns="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xmlns="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388" y="2158329"/>
            <a:ext cx="478139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4580" y="3200329"/>
            <a:ext cx="480552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44A731D0-020D-4D8E-955D-2354AF0FE452}"/>
              </a:ext>
            </a:extLst>
          </p:cNvPr>
          <p:cNvSpPr/>
          <p:nvPr userDrawn="1"/>
        </p:nvSpPr>
        <p:spPr>
          <a:xfrm>
            <a:off x="489112" y="723658"/>
            <a:ext cx="5677988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15324C54-B75E-4AC0-90C2-FA558C7716F7}"/>
              </a:ext>
            </a:extLst>
          </p:cNvPr>
          <p:cNvSpPr/>
          <p:nvPr/>
        </p:nvSpPr>
        <p:spPr>
          <a:xfrm>
            <a:off x="489112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CAA95478-C099-485F-AD95-A617656C6C7C}"/>
              </a:ext>
            </a:extLst>
          </p:cNvPr>
          <p:cNvSpPr/>
          <p:nvPr/>
        </p:nvSpPr>
        <p:spPr>
          <a:xfrm>
            <a:off x="774294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D65680A1-86D1-44C2-AA38-0DF5735F1F26}"/>
              </a:ext>
            </a:extLst>
          </p:cNvPr>
          <p:cNvSpPr/>
          <p:nvPr/>
        </p:nvSpPr>
        <p:spPr>
          <a:xfrm>
            <a:off x="1059359" y="4021756"/>
            <a:ext cx="151568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xmlns="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xmlns="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xmlns="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1169682555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xmlns="" id="{9CDE954B-B280-441B-9B2D-3DC58AAE3926}"/>
              </a:ext>
            </a:extLst>
          </p:cNvPr>
          <p:cNvGrpSpPr/>
          <p:nvPr userDrawn="1"/>
        </p:nvGrpSpPr>
        <p:grpSpPr>
          <a:xfrm>
            <a:off x="497856" y="5826613"/>
            <a:ext cx="3876004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xmlns="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xmlns="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xmlns="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xmlns="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xmlns="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xmlns="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xmlns="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xmlns="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xmlns="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xmlns="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xmlns="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xmlns="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xmlns="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xmlns="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xmlns="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xmlns="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xmlns="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xmlns="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xmlns="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xmlns="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xmlns="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xmlns="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xmlns="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xmlns="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xmlns="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xmlns="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xmlns="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xmlns="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xmlns="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xmlns="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xmlns="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xmlns="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xmlns="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xmlns="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xmlns="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xmlns="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xmlns="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xmlns="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xmlns="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xmlns="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xmlns="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xmlns="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xmlns="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xmlns="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xmlns="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xmlns="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xmlns="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xmlns="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xmlns="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xmlns="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xmlns="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xmlns="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xmlns="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xmlns="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xmlns="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xmlns="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xmlns="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xmlns="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xmlns="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xmlns="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xmlns="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xmlns="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xmlns="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xmlns="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xmlns="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xmlns="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xmlns="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388" y="2158329"/>
            <a:ext cx="3998354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xmlns="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80" y="3200329"/>
            <a:ext cx="4018535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AE95BC52-A56D-4358-A294-750179EBB698}"/>
              </a:ext>
            </a:extLst>
          </p:cNvPr>
          <p:cNvGrpSpPr/>
          <p:nvPr userDrawn="1"/>
        </p:nvGrpSpPr>
        <p:grpSpPr>
          <a:xfrm>
            <a:off x="489112" y="876059"/>
            <a:ext cx="4852768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xmlns="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xmlns="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xmlns="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xmlns="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xmlns="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xmlns="" val="2713017603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  <a:latin typeface="EYInterstate" panose="02000503020000020004" pitchFamily="2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72000" tIns="72000" rIns="72000" bIns="72000" rtlCol="0" anchor="t" anchorCtr="0">
            <a:noAutofit/>
          </a:bodyPr>
          <a:lstStyle>
            <a:lvl1pPr>
              <a:spcBef>
                <a:spcPts val="1199"/>
              </a:spcBef>
              <a:defRPr sz="2199">
                <a:latin typeface="EYInterstate" panose="02000503020000020004" pitchFamily="2" charset="0"/>
              </a:defRPr>
            </a:lvl1pPr>
            <a:lvl2pPr>
              <a:spcBef>
                <a:spcPts val="1199"/>
              </a:spcBef>
              <a:defRPr sz="2199">
                <a:latin typeface="EYInterstate" panose="02000503020000020004" pitchFamily="2" charset="0"/>
              </a:defRPr>
            </a:lvl2pPr>
            <a:lvl3pPr>
              <a:spcBef>
                <a:spcPts val="1199"/>
              </a:spcBef>
              <a:defRPr sz="2199">
                <a:latin typeface="EYInterstate" panose="02000503020000020004" pitchFamily="2" charset="0"/>
              </a:defRPr>
            </a:lvl3pPr>
            <a:lvl4pPr>
              <a:spcBef>
                <a:spcPts val="1199"/>
              </a:spcBef>
              <a:defRPr sz="2199">
                <a:latin typeface="EYInterstate" panose="02000503020000020004" pitchFamily="2" charset="0"/>
              </a:defRPr>
            </a:lvl4pPr>
            <a:lvl5pPr>
              <a:spcBef>
                <a:spcPts val="1199"/>
              </a:spcBef>
              <a:defRPr sz="2199">
                <a:latin typeface="EYInterstate" panose="0200050302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3317291968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63389556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8044184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3329808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85267759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366940846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18598185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102" y="1488927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xmlns="" val="4224204233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xmlns="" val="1124070093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xmlns="" val="88175576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19395647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77197193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6936969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14465015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73301818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7759904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886440025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968319658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04395560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15647569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73960429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xmlns="" val="889055962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799351877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293569058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xmlns="" val="3218074474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xmlns="" val="1911288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9.xml"/><Relationship Id="rId3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64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8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72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70.xml"/><Relationship Id="rId30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98.xml"/><Relationship Id="rId3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93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97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29" Type="http://schemas.openxmlformats.org/officeDocument/2006/relationships/theme" Target="../theme/theme5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96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3.xml"/><Relationship Id="rId18" Type="http://schemas.openxmlformats.org/officeDocument/2006/relationships/slideLayout" Target="../slideLayouts/slideLayout118.xml"/><Relationship Id="rId26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03.xml"/><Relationship Id="rId21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7.xml"/><Relationship Id="rId25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120.xml"/><Relationship Id="rId29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24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15.xml"/><Relationship Id="rId23" Type="http://schemas.openxmlformats.org/officeDocument/2006/relationships/slideLayout" Target="../slideLayouts/slideLayout123.xml"/><Relationship Id="rId28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10.xml"/><Relationship Id="rId19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4.xml"/><Relationship Id="rId22" Type="http://schemas.openxmlformats.org/officeDocument/2006/relationships/slideLayout" Target="../slideLayouts/slideLayout122.xml"/><Relationship Id="rId27" Type="http://schemas.openxmlformats.org/officeDocument/2006/relationships/slideLayout" Target="../slideLayouts/slideLayout127.xml"/><Relationship Id="rId30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7.xml"/><Relationship Id="rId13" Type="http://schemas.openxmlformats.org/officeDocument/2006/relationships/slideLayout" Target="../slideLayouts/slideLayout142.xml"/><Relationship Id="rId18" Type="http://schemas.openxmlformats.org/officeDocument/2006/relationships/slideLayout" Target="../slideLayouts/slideLayout147.xml"/><Relationship Id="rId26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32.xml"/><Relationship Id="rId21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36.xml"/><Relationship Id="rId12" Type="http://schemas.openxmlformats.org/officeDocument/2006/relationships/slideLayout" Target="../slideLayouts/slideLayout141.xml"/><Relationship Id="rId17" Type="http://schemas.openxmlformats.org/officeDocument/2006/relationships/slideLayout" Target="../slideLayouts/slideLayout146.xml"/><Relationship Id="rId25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31.xml"/><Relationship Id="rId16" Type="http://schemas.openxmlformats.org/officeDocument/2006/relationships/slideLayout" Target="../slideLayouts/slideLayout145.xml"/><Relationship Id="rId20" Type="http://schemas.openxmlformats.org/officeDocument/2006/relationships/slideLayout" Target="../slideLayouts/slideLayout149.xml"/><Relationship Id="rId29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24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34.xml"/><Relationship Id="rId15" Type="http://schemas.openxmlformats.org/officeDocument/2006/relationships/slideLayout" Target="../slideLayouts/slideLayout144.xml"/><Relationship Id="rId23" Type="http://schemas.openxmlformats.org/officeDocument/2006/relationships/slideLayout" Target="../slideLayouts/slideLayout152.xml"/><Relationship Id="rId28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39.xml"/><Relationship Id="rId19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Relationship Id="rId14" Type="http://schemas.openxmlformats.org/officeDocument/2006/relationships/slideLayout" Target="../slideLayouts/slideLayout143.xml"/><Relationship Id="rId22" Type="http://schemas.openxmlformats.org/officeDocument/2006/relationships/slideLayout" Target="../slideLayouts/slideLayout151.xml"/><Relationship Id="rId27" Type="http://schemas.openxmlformats.org/officeDocument/2006/relationships/slideLayout" Target="../slideLayouts/slideLayout156.xml"/><Relationship Id="rId30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6.xml"/><Relationship Id="rId13" Type="http://schemas.openxmlformats.org/officeDocument/2006/relationships/slideLayout" Target="../slideLayouts/slideLayout171.xml"/><Relationship Id="rId18" Type="http://schemas.openxmlformats.org/officeDocument/2006/relationships/slideLayout" Target="../slideLayouts/slideLayout176.xml"/><Relationship Id="rId26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61.xml"/><Relationship Id="rId21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70.xml"/><Relationship Id="rId17" Type="http://schemas.openxmlformats.org/officeDocument/2006/relationships/slideLayout" Target="../slideLayouts/slideLayout175.xml"/><Relationship Id="rId25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60.xml"/><Relationship Id="rId16" Type="http://schemas.openxmlformats.org/officeDocument/2006/relationships/slideLayout" Target="../slideLayouts/slideLayout174.xml"/><Relationship Id="rId20" Type="http://schemas.openxmlformats.org/officeDocument/2006/relationships/slideLayout" Target="../slideLayouts/slideLayout178.xml"/><Relationship Id="rId29" Type="http://schemas.openxmlformats.org/officeDocument/2006/relationships/theme" Target="../theme/theme8.xml"/><Relationship Id="rId1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9.xml"/><Relationship Id="rId2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63.xml"/><Relationship Id="rId15" Type="http://schemas.openxmlformats.org/officeDocument/2006/relationships/slideLayout" Target="../slideLayouts/slideLayout173.xml"/><Relationship Id="rId23" Type="http://schemas.openxmlformats.org/officeDocument/2006/relationships/slideLayout" Target="../slideLayouts/slideLayout181.xml"/><Relationship Id="rId28" Type="http://schemas.openxmlformats.org/officeDocument/2006/relationships/slideLayout" Target="../slideLayouts/slideLayout186.xml"/><Relationship Id="rId10" Type="http://schemas.openxmlformats.org/officeDocument/2006/relationships/slideLayout" Target="../slideLayouts/slideLayout168.xml"/><Relationship Id="rId19" Type="http://schemas.openxmlformats.org/officeDocument/2006/relationships/slideLayout" Target="../slideLayouts/slideLayout177.xml"/><Relationship Id="rId4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7.xml"/><Relationship Id="rId14" Type="http://schemas.openxmlformats.org/officeDocument/2006/relationships/slideLayout" Target="../slideLayouts/slideLayout172.xml"/><Relationship Id="rId22" Type="http://schemas.openxmlformats.org/officeDocument/2006/relationships/slideLayout" Target="../slideLayouts/slideLayout180.xml"/><Relationship Id="rId27" Type="http://schemas.openxmlformats.org/officeDocument/2006/relationships/slideLayout" Target="../slideLayouts/slideLayout18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4.xml"/><Relationship Id="rId13" Type="http://schemas.openxmlformats.org/officeDocument/2006/relationships/slideLayout" Target="../slideLayouts/slideLayout199.xml"/><Relationship Id="rId18" Type="http://schemas.openxmlformats.org/officeDocument/2006/relationships/slideLayout" Target="../slideLayouts/slideLayout204.xml"/><Relationship Id="rId26" Type="http://schemas.openxmlformats.org/officeDocument/2006/relationships/slideLayout" Target="../slideLayouts/slideLayout212.xml"/><Relationship Id="rId3" Type="http://schemas.openxmlformats.org/officeDocument/2006/relationships/slideLayout" Target="../slideLayouts/slideLayout189.xml"/><Relationship Id="rId21" Type="http://schemas.openxmlformats.org/officeDocument/2006/relationships/slideLayout" Target="../slideLayouts/slideLayout207.xml"/><Relationship Id="rId7" Type="http://schemas.openxmlformats.org/officeDocument/2006/relationships/slideLayout" Target="../slideLayouts/slideLayout193.xml"/><Relationship Id="rId12" Type="http://schemas.openxmlformats.org/officeDocument/2006/relationships/slideLayout" Target="../slideLayouts/slideLayout198.xml"/><Relationship Id="rId17" Type="http://schemas.openxmlformats.org/officeDocument/2006/relationships/slideLayout" Target="../slideLayouts/slideLayout203.xml"/><Relationship Id="rId25" Type="http://schemas.openxmlformats.org/officeDocument/2006/relationships/slideLayout" Target="../slideLayouts/slideLayout211.xml"/><Relationship Id="rId2" Type="http://schemas.openxmlformats.org/officeDocument/2006/relationships/slideLayout" Target="../slideLayouts/slideLayout188.xml"/><Relationship Id="rId16" Type="http://schemas.openxmlformats.org/officeDocument/2006/relationships/slideLayout" Target="../slideLayouts/slideLayout202.xml"/><Relationship Id="rId20" Type="http://schemas.openxmlformats.org/officeDocument/2006/relationships/slideLayout" Target="../slideLayouts/slideLayout206.xml"/><Relationship Id="rId29" Type="http://schemas.openxmlformats.org/officeDocument/2006/relationships/slideLayout" Target="../slideLayouts/slideLayout215.xml"/><Relationship Id="rId1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92.xml"/><Relationship Id="rId11" Type="http://schemas.openxmlformats.org/officeDocument/2006/relationships/slideLayout" Target="../slideLayouts/slideLayout197.xml"/><Relationship Id="rId24" Type="http://schemas.openxmlformats.org/officeDocument/2006/relationships/slideLayout" Target="../slideLayouts/slideLayout210.xml"/><Relationship Id="rId5" Type="http://schemas.openxmlformats.org/officeDocument/2006/relationships/slideLayout" Target="../slideLayouts/slideLayout191.xml"/><Relationship Id="rId15" Type="http://schemas.openxmlformats.org/officeDocument/2006/relationships/slideLayout" Target="../slideLayouts/slideLayout201.xml"/><Relationship Id="rId23" Type="http://schemas.openxmlformats.org/officeDocument/2006/relationships/slideLayout" Target="../slideLayouts/slideLayout209.xml"/><Relationship Id="rId28" Type="http://schemas.openxmlformats.org/officeDocument/2006/relationships/slideLayout" Target="../slideLayouts/slideLayout214.xml"/><Relationship Id="rId10" Type="http://schemas.openxmlformats.org/officeDocument/2006/relationships/slideLayout" Target="../slideLayouts/slideLayout196.xml"/><Relationship Id="rId19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190.xml"/><Relationship Id="rId9" Type="http://schemas.openxmlformats.org/officeDocument/2006/relationships/slideLayout" Target="../slideLayouts/slideLayout195.xml"/><Relationship Id="rId14" Type="http://schemas.openxmlformats.org/officeDocument/2006/relationships/slideLayout" Target="../slideLayouts/slideLayout200.xml"/><Relationship Id="rId22" Type="http://schemas.openxmlformats.org/officeDocument/2006/relationships/slideLayout" Target="../slideLayouts/slideLayout208.xml"/><Relationship Id="rId27" Type="http://schemas.openxmlformats.org/officeDocument/2006/relationships/slideLayout" Target="../slideLayouts/slideLayout213.xml"/><Relationship Id="rId30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3.xml"/><Relationship Id="rId13" Type="http://schemas.openxmlformats.org/officeDocument/2006/relationships/slideLayout" Target="../slideLayouts/slideLayout228.xml"/><Relationship Id="rId18" Type="http://schemas.openxmlformats.org/officeDocument/2006/relationships/slideLayout" Target="../slideLayouts/slideLayout233.xml"/><Relationship Id="rId26" Type="http://schemas.openxmlformats.org/officeDocument/2006/relationships/slideLayout" Target="../slideLayouts/slideLayout241.xml"/><Relationship Id="rId3" Type="http://schemas.openxmlformats.org/officeDocument/2006/relationships/slideLayout" Target="../slideLayouts/slideLayout218.xml"/><Relationship Id="rId21" Type="http://schemas.openxmlformats.org/officeDocument/2006/relationships/slideLayout" Target="../slideLayouts/slideLayout236.xml"/><Relationship Id="rId7" Type="http://schemas.openxmlformats.org/officeDocument/2006/relationships/slideLayout" Target="../slideLayouts/slideLayout222.xml"/><Relationship Id="rId12" Type="http://schemas.openxmlformats.org/officeDocument/2006/relationships/slideLayout" Target="../slideLayouts/slideLayout227.xml"/><Relationship Id="rId17" Type="http://schemas.openxmlformats.org/officeDocument/2006/relationships/slideLayout" Target="../slideLayouts/slideLayout232.xml"/><Relationship Id="rId25" Type="http://schemas.openxmlformats.org/officeDocument/2006/relationships/slideLayout" Target="../slideLayouts/slideLayout240.xml"/><Relationship Id="rId2" Type="http://schemas.openxmlformats.org/officeDocument/2006/relationships/slideLayout" Target="../slideLayouts/slideLayout217.xml"/><Relationship Id="rId16" Type="http://schemas.openxmlformats.org/officeDocument/2006/relationships/slideLayout" Target="../slideLayouts/slideLayout231.xml"/><Relationship Id="rId20" Type="http://schemas.openxmlformats.org/officeDocument/2006/relationships/slideLayout" Target="../slideLayouts/slideLayout235.xml"/><Relationship Id="rId29" Type="http://schemas.openxmlformats.org/officeDocument/2006/relationships/theme" Target="../theme/theme10.xml"/><Relationship Id="rId1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21.xml"/><Relationship Id="rId11" Type="http://schemas.openxmlformats.org/officeDocument/2006/relationships/slideLayout" Target="../slideLayouts/slideLayout226.xml"/><Relationship Id="rId24" Type="http://schemas.openxmlformats.org/officeDocument/2006/relationships/slideLayout" Target="../slideLayouts/slideLayout239.xml"/><Relationship Id="rId5" Type="http://schemas.openxmlformats.org/officeDocument/2006/relationships/slideLayout" Target="../slideLayouts/slideLayout220.xml"/><Relationship Id="rId15" Type="http://schemas.openxmlformats.org/officeDocument/2006/relationships/slideLayout" Target="../slideLayouts/slideLayout230.xml"/><Relationship Id="rId23" Type="http://schemas.openxmlformats.org/officeDocument/2006/relationships/slideLayout" Target="../slideLayouts/slideLayout238.xml"/><Relationship Id="rId28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25.xml"/><Relationship Id="rId19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219.xml"/><Relationship Id="rId9" Type="http://schemas.openxmlformats.org/officeDocument/2006/relationships/slideLayout" Target="../slideLayouts/slideLayout224.xml"/><Relationship Id="rId14" Type="http://schemas.openxmlformats.org/officeDocument/2006/relationships/slideLayout" Target="../slideLayouts/slideLayout229.xml"/><Relationship Id="rId22" Type="http://schemas.openxmlformats.org/officeDocument/2006/relationships/slideLayout" Target="../slideLayouts/slideLayout237.xml"/><Relationship Id="rId27" Type="http://schemas.openxmlformats.org/officeDocument/2006/relationships/slideLayout" Target="../slideLayouts/slideLayout242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4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2.xml"/><Relationship Id="rId13" Type="http://schemas.openxmlformats.org/officeDocument/2006/relationships/slideLayout" Target="../slideLayouts/slideLayout257.xml"/><Relationship Id="rId18" Type="http://schemas.openxmlformats.org/officeDocument/2006/relationships/slideLayout" Target="../slideLayouts/slideLayout262.xml"/><Relationship Id="rId26" Type="http://schemas.openxmlformats.org/officeDocument/2006/relationships/slideLayout" Target="../slideLayouts/slideLayout270.xml"/><Relationship Id="rId3" Type="http://schemas.openxmlformats.org/officeDocument/2006/relationships/slideLayout" Target="../slideLayouts/slideLayout247.xml"/><Relationship Id="rId21" Type="http://schemas.openxmlformats.org/officeDocument/2006/relationships/slideLayout" Target="../slideLayouts/slideLayout265.xml"/><Relationship Id="rId7" Type="http://schemas.openxmlformats.org/officeDocument/2006/relationships/slideLayout" Target="../slideLayouts/slideLayout251.xml"/><Relationship Id="rId12" Type="http://schemas.openxmlformats.org/officeDocument/2006/relationships/slideLayout" Target="../slideLayouts/slideLayout256.xml"/><Relationship Id="rId17" Type="http://schemas.openxmlformats.org/officeDocument/2006/relationships/slideLayout" Target="../slideLayouts/slideLayout261.xml"/><Relationship Id="rId25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46.xml"/><Relationship Id="rId16" Type="http://schemas.openxmlformats.org/officeDocument/2006/relationships/slideLayout" Target="../slideLayouts/slideLayout260.xml"/><Relationship Id="rId20" Type="http://schemas.openxmlformats.org/officeDocument/2006/relationships/slideLayout" Target="../slideLayouts/slideLayout264.xml"/><Relationship Id="rId29" Type="http://schemas.openxmlformats.org/officeDocument/2006/relationships/slideLayout" Target="../slideLayouts/slideLayout273.xml"/><Relationship Id="rId1" Type="http://schemas.openxmlformats.org/officeDocument/2006/relationships/slideLayout" Target="../slideLayouts/slideLayout245.xml"/><Relationship Id="rId6" Type="http://schemas.openxmlformats.org/officeDocument/2006/relationships/slideLayout" Target="../slideLayouts/slideLayout250.xml"/><Relationship Id="rId11" Type="http://schemas.openxmlformats.org/officeDocument/2006/relationships/slideLayout" Target="../slideLayouts/slideLayout255.xml"/><Relationship Id="rId24" Type="http://schemas.openxmlformats.org/officeDocument/2006/relationships/slideLayout" Target="../slideLayouts/slideLayout268.xml"/><Relationship Id="rId32" Type="http://schemas.openxmlformats.org/officeDocument/2006/relationships/theme" Target="../theme/theme12.xml"/><Relationship Id="rId5" Type="http://schemas.openxmlformats.org/officeDocument/2006/relationships/slideLayout" Target="../slideLayouts/slideLayout249.xml"/><Relationship Id="rId15" Type="http://schemas.openxmlformats.org/officeDocument/2006/relationships/slideLayout" Target="../slideLayouts/slideLayout259.xml"/><Relationship Id="rId23" Type="http://schemas.openxmlformats.org/officeDocument/2006/relationships/slideLayout" Target="../slideLayouts/slideLayout267.xml"/><Relationship Id="rId28" Type="http://schemas.openxmlformats.org/officeDocument/2006/relationships/slideLayout" Target="../slideLayouts/slideLayout272.xml"/><Relationship Id="rId10" Type="http://schemas.openxmlformats.org/officeDocument/2006/relationships/slideLayout" Target="../slideLayouts/slideLayout254.xml"/><Relationship Id="rId19" Type="http://schemas.openxmlformats.org/officeDocument/2006/relationships/slideLayout" Target="../slideLayouts/slideLayout263.xml"/><Relationship Id="rId31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48.xml"/><Relationship Id="rId9" Type="http://schemas.openxmlformats.org/officeDocument/2006/relationships/slideLayout" Target="../slideLayouts/slideLayout253.xml"/><Relationship Id="rId14" Type="http://schemas.openxmlformats.org/officeDocument/2006/relationships/slideLayout" Target="../slideLayouts/slideLayout258.xml"/><Relationship Id="rId22" Type="http://schemas.openxmlformats.org/officeDocument/2006/relationships/slideLayout" Target="../slideLayouts/slideLayout266.xml"/><Relationship Id="rId27" Type="http://schemas.openxmlformats.org/officeDocument/2006/relationships/slideLayout" Target="../slideLayouts/slideLayout271.xml"/><Relationship Id="rId30" Type="http://schemas.openxmlformats.org/officeDocument/2006/relationships/slideLayout" Target="../slideLayouts/slideLayout2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4749E9B-D852-449A-AE61-6EBA40C9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40961CF-DD68-4CA9-8DD8-1A5201BA1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098DCF7-0F53-4E56-AF9D-02CDF5DDB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6A873-C94A-4849-8411-AF7FD779E8D0}" type="datetimeFigureOut">
              <a:rPr lang="en-GB" smtClean="0"/>
              <a:pPr/>
              <a:t>01/05/2023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692BB4-B3CD-40C2-A622-9B40DE645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41F6998-0EF2-4B37-8C27-CBA72D44B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13FAD-4AB4-41BE-ABE7-0B9308B89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13317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Date Placeholder 1">
            <a:extLst>
              <a:ext uri="{FF2B5EF4-FFF2-40B4-BE49-F238E27FC236}">
                <a16:creationId xmlns:a16="http://schemas.microsoft.com/office/drawing/2014/main" xmlns="" id="{A9B702AF-19B6-4F5E-8D83-4C8DC525EA2D}"/>
              </a:ext>
            </a:extLst>
          </p:cNvPr>
          <p:cNvSpPr txBox="1">
            <a:spLocks/>
          </p:cNvSpPr>
          <p:nvPr userDrawn="1"/>
        </p:nvSpPr>
        <p:spPr>
          <a:xfrm>
            <a:off x="1352024" y="6471244"/>
            <a:ext cx="1190638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800" dirty="0"/>
              <a:t>18</a:t>
            </a:r>
            <a:r>
              <a:rPr lang="en-US" sz="800" baseline="30000" dirty="0"/>
              <a:t>th</a:t>
            </a:r>
            <a:r>
              <a:rPr lang="en-US" sz="800" dirty="0"/>
              <a:t> March 2023</a:t>
            </a:r>
            <a:endParaRPr lang="en-IN" sz="800" dirty="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xmlns="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3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pPr lvl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xmlns="" val="108797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180343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Date Placeholder 1">
            <a:extLst>
              <a:ext uri="{FF2B5EF4-FFF2-40B4-BE49-F238E27FC236}">
                <a16:creationId xmlns:a16="http://schemas.microsoft.com/office/drawing/2014/main" xmlns="" id="{A9B702AF-19B6-4F5E-8D83-4C8DC525EA2D}"/>
              </a:ext>
            </a:extLst>
          </p:cNvPr>
          <p:cNvSpPr txBox="1">
            <a:spLocks/>
          </p:cNvSpPr>
          <p:nvPr userDrawn="1"/>
        </p:nvSpPr>
        <p:spPr>
          <a:xfrm>
            <a:off x="1352024" y="6471244"/>
            <a:ext cx="1190638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7DBDBB20-DA7B-4EA8-9594-84A1D3A4EA29}" type="datetime3">
              <a:rPr lang="en-US" sz="800" smtClean="0"/>
              <a:pPr lvl="0"/>
              <a:t>1 May 2023</a:t>
            </a:fld>
            <a:endParaRPr lang="en-IN" sz="800" dirty="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xmlns="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3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 dirty="0"/>
              <a:t>Page </a:t>
            </a:r>
            <a:fld id="{D5B76411-544C-4F9A-8EDE-9EEB2BD21F95}" type="slidenum">
              <a:rPr lang="en-IN" sz="800" smtClean="0"/>
              <a:pPr lvl="0"/>
              <a:t>‹#›</a:t>
            </a:fld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xmlns="" val="2508142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Date Placeholder 1">
            <a:extLst>
              <a:ext uri="{FF2B5EF4-FFF2-40B4-BE49-F238E27FC236}">
                <a16:creationId xmlns:a16="http://schemas.microsoft.com/office/drawing/2014/main" xmlns="" id="{A9B702AF-19B6-4F5E-8D83-4C8DC525EA2D}"/>
              </a:ext>
            </a:extLst>
          </p:cNvPr>
          <p:cNvSpPr txBox="1">
            <a:spLocks/>
          </p:cNvSpPr>
          <p:nvPr userDrawn="1"/>
        </p:nvSpPr>
        <p:spPr>
          <a:xfrm>
            <a:off x="1352024" y="6471244"/>
            <a:ext cx="1190638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7DBDBB20-DA7B-4EA8-9594-84A1D3A4EA29}" type="datetime3">
              <a:rPr lang="en-US" sz="800" smtClean="0"/>
              <a:pPr lvl="0"/>
              <a:t>1 May 2023</a:t>
            </a:fld>
            <a:endParaRPr lang="en-IN" sz="80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xmlns="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4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pPr lvl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xmlns="" val="257303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  <p:sldLayoutId id="2147483752" r:id="rId28"/>
  </p:sldLayoutIdLst>
  <p:hf hdr="0"/>
  <p:txStyles>
    <p:titleStyle>
      <a:lvl1pPr algn="l" defTabSz="913486" rtl="0" eaLnBrk="1" latinLnBrk="0" hangingPunct="1">
        <a:lnSpc>
          <a:spcPct val="85000"/>
        </a:lnSpc>
        <a:spcBef>
          <a:spcPct val="0"/>
        </a:spcBef>
        <a:buNone/>
        <a:defRPr sz="2398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260" indent="-356260" algn="l" defTabSz="913486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519" indent="-356260" algn="l" defTabSz="913486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8778" indent="-356260" algn="l" defTabSz="913486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038" indent="-356260" algn="l" defTabSz="913486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1297" indent="-356260" algn="l" defTabSz="913486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2086" indent="-228372" algn="l" defTabSz="913486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829" indent="-228372" algn="l" defTabSz="913486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572" indent="-228372" algn="l" defTabSz="913486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315" indent="-228372" algn="l" defTabSz="913486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43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86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229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2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715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457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201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943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Date Placeholder 1">
            <a:extLst>
              <a:ext uri="{FF2B5EF4-FFF2-40B4-BE49-F238E27FC236}">
                <a16:creationId xmlns:a16="http://schemas.microsoft.com/office/drawing/2014/main" xmlns="" id="{A9B702AF-19B6-4F5E-8D83-4C8DC525EA2D}"/>
              </a:ext>
            </a:extLst>
          </p:cNvPr>
          <p:cNvSpPr txBox="1">
            <a:spLocks/>
          </p:cNvSpPr>
          <p:nvPr userDrawn="1"/>
        </p:nvSpPr>
        <p:spPr>
          <a:xfrm>
            <a:off x="1352024" y="6471244"/>
            <a:ext cx="1190638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800" dirty="0"/>
              <a:t>18</a:t>
            </a:r>
            <a:r>
              <a:rPr lang="en-US" sz="800" baseline="30000" dirty="0"/>
              <a:t>th</a:t>
            </a:r>
            <a:r>
              <a:rPr lang="en-US" sz="800" dirty="0"/>
              <a:t> March 2023</a:t>
            </a:r>
            <a:endParaRPr lang="en-IN" sz="800" dirty="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xmlns="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3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 dirty="0"/>
              <a:t>Page </a:t>
            </a:r>
            <a:fld id="{D5B76411-544C-4F9A-8EDE-9EEB2BD21F95}" type="slidenum">
              <a:rPr lang="en-IN" sz="800" smtClean="0"/>
              <a:pPr lvl="0"/>
              <a:t>‹#›</a:t>
            </a:fld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xmlns="" val="230709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  <p:sldLayoutId id="2147483781" r:id="rId28"/>
    <p:sldLayoutId id="2147483782" r:id="rId29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Date Placeholder 1">
            <a:extLst>
              <a:ext uri="{FF2B5EF4-FFF2-40B4-BE49-F238E27FC236}">
                <a16:creationId xmlns:a16="http://schemas.microsoft.com/office/drawing/2014/main" xmlns="" id="{A9B702AF-19B6-4F5E-8D83-4C8DC525EA2D}"/>
              </a:ext>
            </a:extLst>
          </p:cNvPr>
          <p:cNvSpPr txBox="1">
            <a:spLocks/>
          </p:cNvSpPr>
          <p:nvPr userDrawn="1"/>
        </p:nvSpPr>
        <p:spPr>
          <a:xfrm>
            <a:off x="1352024" y="6471244"/>
            <a:ext cx="1190638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7DBDBB20-DA7B-4EA8-9594-84A1D3A4EA29}" type="datetime3">
              <a:rPr lang="en-US" sz="800" smtClean="0"/>
              <a:pPr lvl="0"/>
              <a:t>1 May 2023</a:t>
            </a:fld>
            <a:endParaRPr lang="en-IN" sz="800" dirty="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xmlns="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3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 dirty="0"/>
              <a:t>Page </a:t>
            </a:r>
            <a:fld id="{D5B76411-544C-4F9A-8EDE-9EEB2BD21F95}" type="slidenum">
              <a:rPr lang="en-IN" sz="800" smtClean="0"/>
              <a:pPr lvl="0"/>
              <a:t>‹#›</a:t>
            </a:fld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xmlns="" val="145418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  <p:sldLayoutId id="2147483801" r:id="rId18"/>
    <p:sldLayoutId id="2147483802" r:id="rId19"/>
    <p:sldLayoutId id="2147483803" r:id="rId20"/>
    <p:sldLayoutId id="2147483804" r:id="rId21"/>
    <p:sldLayoutId id="2147483805" r:id="rId22"/>
    <p:sldLayoutId id="2147483806" r:id="rId23"/>
    <p:sldLayoutId id="2147483807" r:id="rId24"/>
    <p:sldLayoutId id="2147483808" r:id="rId25"/>
    <p:sldLayoutId id="2147483809" r:id="rId26"/>
    <p:sldLayoutId id="2147483810" r:id="rId27"/>
    <p:sldLayoutId id="2147483811" r:id="rId28"/>
    <p:sldLayoutId id="2147483812" r:id="rId29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Date Placeholder 1">
            <a:extLst>
              <a:ext uri="{FF2B5EF4-FFF2-40B4-BE49-F238E27FC236}">
                <a16:creationId xmlns:a16="http://schemas.microsoft.com/office/drawing/2014/main" xmlns="" id="{A9B702AF-19B6-4F5E-8D83-4C8DC525EA2D}"/>
              </a:ext>
            </a:extLst>
          </p:cNvPr>
          <p:cNvSpPr txBox="1">
            <a:spLocks/>
          </p:cNvSpPr>
          <p:nvPr userDrawn="1"/>
        </p:nvSpPr>
        <p:spPr>
          <a:xfrm>
            <a:off x="1352024" y="6471244"/>
            <a:ext cx="1190638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7DBDBB20-DA7B-4EA8-9594-84A1D3A4EA29}" type="datetime3">
              <a:rPr lang="en-US" sz="800" smtClean="0"/>
              <a:pPr lvl="0"/>
              <a:t>1 May 2023</a:t>
            </a:fld>
            <a:endParaRPr lang="en-IN" sz="80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xmlns="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3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pPr lvl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xmlns="" val="411875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  <p:sldLayoutId id="2147483833" r:id="rId20"/>
    <p:sldLayoutId id="2147483834" r:id="rId21"/>
    <p:sldLayoutId id="2147483835" r:id="rId22"/>
    <p:sldLayoutId id="2147483836" r:id="rId23"/>
    <p:sldLayoutId id="2147483837" r:id="rId24"/>
    <p:sldLayoutId id="2147483838" r:id="rId25"/>
    <p:sldLayoutId id="2147483839" r:id="rId26"/>
    <p:sldLayoutId id="2147483840" r:id="rId27"/>
    <p:sldLayoutId id="2147483841" r:id="rId28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xmlns="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3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 dirty="0"/>
              <a:t>Page </a:t>
            </a:r>
            <a:fld id="{D5B76411-544C-4F9A-8EDE-9EEB2BD21F95}" type="slidenum">
              <a:rPr lang="en-IN" sz="800" smtClean="0"/>
              <a:pPr lvl="0"/>
              <a:t>‹#›</a:t>
            </a:fld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xmlns="" val="297433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  <p:sldLayoutId id="2147483860" r:id="rId18"/>
    <p:sldLayoutId id="2147483861" r:id="rId19"/>
    <p:sldLayoutId id="2147483862" r:id="rId20"/>
    <p:sldLayoutId id="2147483863" r:id="rId21"/>
    <p:sldLayoutId id="2147483864" r:id="rId22"/>
    <p:sldLayoutId id="2147483865" r:id="rId23"/>
    <p:sldLayoutId id="2147483866" r:id="rId24"/>
    <p:sldLayoutId id="2147483867" r:id="rId25"/>
    <p:sldLayoutId id="2147483868" r:id="rId26"/>
    <p:sldLayoutId id="2147483869" r:id="rId27"/>
    <p:sldLayoutId id="2147483870" r:id="rId28"/>
    <p:sldLayoutId id="2147483871" r:id="rId29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Date Placeholder 1">
            <a:extLst>
              <a:ext uri="{FF2B5EF4-FFF2-40B4-BE49-F238E27FC236}">
                <a16:creationId xmlns:a16="http://schemas.microsoft.com/office/drawing/2014/main" xmlns="" id="{A9B702AF-19B6-4F5E-8D83-4C8DC525EA2D}"/>
              </a:ext>
            </a:extLst>
          </p:cNvPr>
          <p:cNvSpPr txBox="1">
            <a:spLocks/>
          </p:cNvSpPr>
          <p:nvPr userDrawn="1"/>
        </p:nvSpPr>
        <p:spPr>
          <a:xfrm>
            <a:off x="1352024" y="6471244"/>
            <a:ext cx="1190638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7DBDBB20-DA7B-4EA8-9594-84A1D3A4EA29}" type="datetime3">
              <a:rPr lang="en-US" sz="799" smtClean="0"/>
              <a:pPr lvl="0"/>
              <a:t>1 May 2023</a:t>
            </a:fld>
            <a:endParaRPr lang="en-IN" sz="799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xmlns="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4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799"/>
              <a:t>Page </a:t>
            </a:r>
            <a:fld id="{D5B76411-544C-4F9A-8EDE-9EEB2BD21F95}" type="slidenum">
              <a:rPr lang="en-IN" sz="799" smtClean="0"/>
              <a:pPr lvl="0"/>
              <a:t>‹#›</a:t>
            </a:fld>
            <a:endParaRPr sz="799"/>
          </a:p>
        </p:txBody>
      </p:sp>
    </p:spTree>
    <p:extLst>
      <p:ext uri="{BB962C8B-B14F-4D97-AF65-F5344CB8AC3E}">
        <p14:creationId xmlns:p14="http://schemas.microsoft.com/office/powerpoint/2010/main" xmlns="" val="218342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  <p:sldLayoutId id="2147483892" r:id="rId20"/>
    <p:sldLayoutId id="2147483893" r:id="rId21"/>
    <p:sldLayoutId id="2147483894" r:id="rId22"/>
    <p:sldLayoutId id="2147483895" r:id="rId23"/>
    <p:sldLayoutId id="2147483896" r:id="rId24"/>
    <p:sldLayoutId id="2147483897" r:id="rId25"/>
    <p:sldLayoutId id="2147483898" r:id="rId26"/>
    <p:sldLayoutId id="2147483899" r:id="rId27"/>
    <p:sldLayoutId id="2147483900" r:id="rId28"/>
  </p:sldLayoutIdLst>
  <p:hf hdr="0"/>
  <p:txStyles>
    <p:titleStyle>
      <a:lvl1pPr algn="l" defTabSz="913120" rtl="0" eaLnBrk="1" latinLnBrk="0" hangingPunct="1">
        <a:lnSpc>
          <a:spcPct val="85000"/>
        </a:lnSpc>
        <a:spcBef>
          <a:spcPct val="0"/>
        </a:spcBef>
        <a:buNone/>
        <a:defRPr sz="2397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117" indent="-356117" algn="l" defTabSz="91312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234" indent="-356117" algn="l" defTabSz="91312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8350" indent="-356117" algn="l" defTabSz="91312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4468" indent="-356117" algn="l" defTabSz="91312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0584" indent="-356117" algn="l" defTabSz="91312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1082" indent="-228280" algn="l" defTabSz="913120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7641" indent="-228280" algn="l" defTabSz="913120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4202" indent="-228280" algn="l" defTabSz="913120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0762" indent="-228280" algn="l" defTabSz="913120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12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560" algn="l" defTabSz="91312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120" algn="l" defTabSz="91312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69680" algn="l" defTabSz="91312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241" algn="l" defTabSz="91312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2801" algn="l" defTabSz="91312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39361" algn="l" defTabSz="91312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5922" algn="l" defTabSz="91312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2481" algn="l" defTabSz="91312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3547E-373F-4A57-A95C-C3F04BC00D14}" type="datetimeFigureOut">
              <a:rPr lang="en-US" smtClean="0"/>
              <a:pPr/>
              <a:t>5/1/2023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34C52-0AFF-40E3-8B5E-DA7EAF60CFC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Date Placeholder 1">
            <a:extLst>
              <a:ext uri="{FF2B5EF4-FFF2-40B4-BE49-F238E27FC236}">
                <a16:creationId xmlns:a16="http://schemas.microsoft.com/office/drawing/2014/main" xmlns="" id="{A9B702AF-19B6-4F5E-8D83-4C8DC525EA2D}"/>
              </a:ext>
            </a:extLst>
          </p:cNvPr>
          <p:cNvSpPr txBox="1">
            <a:spLocks/>
          </p:cNvSpPr>
          <p:nvPr userDrawn="1"/>
        </p:nvSpPr>
        <p:spPr>
          <a:xfrm>
            <a:off x="1684359" y="6471244"/>
            <a:ext cx="2082115" cy="19625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7DBDBB20-DA7B-4EA8-9594-84A1D3A4EA29}" type="datetime3">
              <a:rPr lang="en-US" sz="1199" smtClean="0"/>
              <a:pPr lvl="0"/>
              <a:t>1 May 2023</a:t>
            </a:fld>
            <a:endParaRPr lang="en-IN" sz="1199" dirty="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xmlns="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282" y="6471244"/>
            <a:ext cx="943384" cy="196257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199" dirty="0"/>
              <a:t>Page </a:t>
            </a:r>
            <a:fld id="{D5B76411-544C-4F9A-8EDE-9EEB2BD21F95}" type="slidenum">
              <a:rPr lang="en-IN" sz="1199" smtClean="0"/>
              <a:pPr lvl="0"/>
              <a:t>‹#›</a:t>
            </a:fld>
            <a:endParaRPr sz="1199" dirty="0"/>
          </a:p>
        </p:txBody>
      </p:sp>
    </p:spTree>
    <p:extLst>
      <p:ext uri="{BB962C8B-B14F-4D97-AF65-F5344CB8AC3E}">
        <p14:creationId xmlns:p14="http://schemas.microsoft.com/office/powerpoint/2010/main" xmlns="" val="32814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  <p:sldLayoutId id="2147483923" r:id="rId18"/>
    <p:sldLayoutId id="2147483924" r:id="rId19"/>
    <p:sldLayoutId id="2147483925" r:id="rId20"/>
    <p:sldLayoutId id="2147483926" r:id="rId21"/>
    <p:sldLayoutId id="2147483927" r:id="rId22"/>
    <p:sldLayoutId id="2147483928" r:id="rId23"/>
    <p:sldLayoutId id="2147483929" r:id="rId24"/>
    <p:sldLayoutId id="2147483930" r:id="rId25"/>
    <p:sldLayoutId id="2147483931" r:id="rId26"/>
    <p:sldLayoutId id="2147483932" r:id="rId27"/>
    <p:sldLayoutId id="2147483933" r:id="rId28"/>
    <p:sldLayoutId id="2147483934" r:id="rId29"/>
    <p:sldLayoutId id="2147483935" r:id="rId30"/>
    <p:sldLayoutId id="2147483936" r:id="rId3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4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135.xml"/><Relationship Id="rId7" Type="http://schemas.openxmlformats.org/officeDocument/2006/relationships/image" Target="../media/image10.jpeg"/><Relationship Id="rId12" Type="http://schemas.openxmlformats.org/officeDocument/2006/relationships/image" Target="../media/image4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hyperlink" Target="https://freepngimg.com/png/17922-satellite-png-hd" TargetMode="External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jpe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64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18" Type="http://schemas.openxmlformats.org/officeDocument/2006/relationships/image" Target="../media/image41.jpeg"/><Relationship Id="rId26" Type="http://schemas.openxmlformats.org/officeDocument/2006/relationships/image" Target="../media/image49.png"/><Relationship Id="rId39" Type="http://schemas.microsoft.com/office/2007/relationships/diagramDrawing" Target="../diagrams/drawing1.xml"/><Relationship Id="rId3" Type="http://schemas.openxmlformats.org/officeDocument/2006/relationships/diagramLayout" Target="../diagrams/layout1.xml"/><Relationship Id="rId21" Type="http://schemas.openxmlformats.org/officeDocument/2006/relationships/image" Target="../media/image44.jpeg"/><Relationship Id="rId34" Type="http://schemas.openxmlformats.org/officeDocument/2006/relationships/image" Target="../media/image57.jpe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0.png"/><Relationship Id="rId25" Type="http://schemas.openxmlformats.org/officeDocument/2006/relationships/image" Target="../media/image48.jpeg"/><Relationship Id="rId33" Type="http://schemas.openxmlformats.org/officeDocument/2006/relationships/image" Target="../media/image56.jpeg"/><Relationship Id="rId38" Type="http://schemas.openxmlformats.org/officeDocument/2006/relationships/image" Target="../media/image61.jpeg"/><Relationship Id="rId2" Type="http://schemas.openxmlformats.org/officeDocument/2006/relationships/diagramData" Target="../diagrams/data1.xml"/><Relationship Id="rId16" Type="http://schemas.openxmlformats.org/officeDocument/2006/relationships/image" Target="../media/image39.jpeg"/><Relationship Id="rId20" Type="http://schemas.openxmlformats.org/officeDocument/2006/relationships/image" Target="../media/image43.png"/><Relationship Id="rId29" Type="http://schemas.openxmlformats.org/officeDocument/2006/relationships/image" Target="../media/image52.jpe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1.jpeg"/><Relationship Id="rId11" Type="http://schemas.openxmlformats.org/officeDocument/2006/relationships/image" Target="../media/image36.jpeg"/><Relationship Id="rId24" Type="http://schemas.openxmlformats.org/officeDocument/2006/relationships/image" Target="../media/image47.jpeg"/><Relationship Id="rId32" Type="http://schemas.openxmlformats.org/officeDocument/2006/relationships/image" Target="../media/image55.png"/><Relationship Id="rId37" Type="http://schemas.openxmlformats.org/officeDocument/2006/relationships/image" Target="../media/image60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38.jpeg"/><Relationship Id="rId23" Type="http://schemas.openxmlformats.org/officeDocument/2006/relationships/image" Target="../media/image46.jpeg"/><Relationship Id="rId28" Type="http://schemas.openxmlformats.org/officeDocument/2006/relationships/image" Target="../media/image51.jpeg"/><Relationship Id="rId36" Type="http://schemas.openxmlformats.org/officeDocument/2006/relationships/image" Target="../media/image59.jpeg"/><Relationship Id="rId10" Type="http://schemas.openxmlformats.org/officeDocument/2006/relationships/image" Target="../media/image35.jpeg"/><Relationship Id="rId19" Type="http://schemas.openxmlformats.org/officeDocument/2006/relationships/image" Target="../media/image42.jpeg"/><Relationship Id="rId31" Type="http://schemas.openxmlformats.org/officeDocument/2006/relationships/image" Target="../media/image54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4.jpeg"/><Relationship Id="rId14" Type="http://schemas.openxmlformats.org/officeDocument/2006/relationships/image" Target="../media/image36.svg"/><Relationship Id="rId22" Type="http://schemas.openxmlformats.org/officeDocument/2006/relationships/image" Target="../media/image45.png"/><Relationship Id="rId27" Type="http://schemas.openxmlformats.org/officeDocument/2006/relationships/image" Target="../media/image50.jpeg"/><Relationship Id="rId30" Type="http://schemas.openxmlformats.org/officeDocument/2006/relationships/image" Target="../media/image53.jpeg"/><Relationship Id="rId35" Type="http://schemas.openxmlformats.org/officeDocument/2006/relationships/image" Target="../media/image5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e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jpeg"/><Relationship Id="rId12" Type="http://schemas.openxmlformats.org/officeDocument/2006/relationships/image" Target="../media/image72.png"/><Relationship Id="rId2" Type="http://schemas.openxmlformats.org/officeDocument/2006/relationships/image" Target="../media/image62.jpeg"/><Relationship Id="rId16" Type="http://schemas.openxmlformats.org/officeDocument/2006/relationships/hyperlink" Target="https://freepngimg.com/png/17922-satellite-png-hd" TargetMode="External"/><Relationship Id="rId1" Type="http://schemas.openxmlformats.org/officeDocument/2006/relationships/slideLayout" Target="../slideLayouts/slideLayout136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9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jpeg"/><Relationship Id="rId13" Type="http://schemas.openxmlformats.org/officeDocument/2006/relationships/image" Target="../media/image86.jpeg"/><Relationship Id="rId3" Type="http://schemas.openxmlformats.org/officeDocument/2006/relationships/image" Target="../media/image76.jpe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90.jpeg"/><Relationship Id="rId4" Type="http://schemas.openxmlformats.org/officeDocument/2006/relationships/image" Target="../media/image8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5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97.jpeg"/><Relationship Id="rId18" Type="http://schemas.openxmlformats.org/officeDocument/2006/relationships/image" Target="../media/image102.jpeg"/><Relationship Id="rId3" Type="http://schemas.openxmlformats.org/officeDocument/2006/relationships/diagramLayout" Target="../diagrams/layout2.xml"/><Relationship Id="rId21" Type="http://schemas.openxmlformats.org/officeDocument/2006/relationships/image" Target="../media/image105.jpeg"/><Relationship Id="rId12" Type="http://schemas.openxmlformats.org/officeDocument/2006/relationships/image" Target="../media/image96.jpeg"/><Relationship Id="rId17" Type="http://schemas.openxmlformats.org/officeDocument/2006/relationships/image" Target="../media/image101.jpeg"/><Relationship Id="rId2" Type="http://schemas.openxmlformats.org/officeDocument/2006/relationships/diagramData" Target="../diagrams/data2.xml"/><Relationship Id="rId16" Type="http://schemas.openxmlformats.org/officeDocument/2006/relationships/image" Target="../media/image100.jpeg"/><Relationship Id="rId20" Type="http://schemas.openxmlformats.org/officeDocument/2006/relationships/image" Target="../media/image104.jpe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7.png"/><Relationship Id="rId11" Type="http://schemas.openxmlformats.org/officeDocument/2006/relationships/image" Target="../media/image95.jpeg"/><Relationship Id="rId5" Type="http://schemas.openxmlformats.org/officeDocument/2006/relationships/diagramColors" Target="../diagrams/colors2.xml"/><Relationship Id="rId15" Type="http://schemas.openxmlformats.org/officeDocument/2006/relationships/image" Target="../media/image99.png"/><Relationship Id="rId23" Type="http://schemas.microsoft.com/office/2007/relationships/diagramDrawing" Target="../diagrams/drawing2.xml"/><Relationship Id="rId10" Type="http://schemas.openxmlformats.org/officeDocument/2006/relationships/image" Target="../media/image94.jpeg"/><Relationship Id="rId19" Type="http://schemas.openxmlformats.org/officeDocument/2006/relationships/image" Target="../media/image103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93.jpeg"/><Relationship Id="rId14" Type="http://schemas.openxmlformats.org/officeDocument/2006/relationships/image" Target="../media/image98.jpeg"/><Relationship Id="rId22" Type="http://schemas.openxmlformats.org/officeDocument/2006/relationships/image" Target="../media/image10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slideLayout" Target="../slideLayouts/slideLayout106.xml"/><Relationship Id="rId1" Type="http://schemas.openxmlformats.org/officeDocument/2006/relationships/themeOverride" Target="../theme/themeOverrid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9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B3D1A087-325A-40FF-B172-09481681E3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1519" b="4105"/>
          <a:stretch/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112CC42-1B39-4F7D-938C-215F73B84A6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>
              <a:lumMod val="65000"/>
              <a:lumOff val="35000"/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000" dirty="0">
              <a:latin typeface="EYInterstate Light" panose="02000506000000020004" pitchFamily="2" charset="0"/>
            </a:endParaRPr>
          </a:p>
          <a:p>
            <a:pPr algn="ctr"/>
            <a:r>
              <a:rPr lang="en-GB" sz="4800" b="1" dirty="0">
                <a:latin typeface="EYInterstate Light" panose="02000506000000020004" pitchFamily="2" charset="0"/>
              </a:rPr>
              <a:t>Digital Agriculture</a:t>
            </a:r>
          </a:p>
          <a:p>
            <a:pPr algn="ctr"/>
            <a:endParaRPr lang="en-GB" sz="3000" dirty="0">
              <a:latin typeface="EYInterstate Light" panose="0200050600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EB1B5E6-7C55-4303-AEB6-08E0EE146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1391" y="3879986"/>
            <a:ext cx="3420933" cy="1139035"/>
          </a:xfrm>
        </p:spPr>
        <p:txBody>
          <a:bodyPr>
            <a:normAutofit/>
          </a:bodyPr>
          <a:lstStyle/>
          <a:p>
            <a:endParaRPr lang="en-IN" sz="2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  <a:r>
              <a:rPr lang="en-IN" sz="2000" baseline="30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rd</a:t>
            </a:r>
            <a:r>
              <a:rPr lang="en-IN" sz="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May 2023</a:t>
            </a:r>
            <a:endParaRPr lang="en-IN" sz="1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4" descr="Ministry of Agriculture and Farmers' Welfare - Wikipedia">
            <a:extLst>
              <a:ext uri="{FF2B5EF4-FFF2-40B4-BE49-F238E27FC236}">
                <a16:creationId xmlns:a16="http://schemas.microsoft.com/office/drawing/2014/main" xmlns="" id="{05C2BC34-DC25-4E96-904D-E716CDC6D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clrChange>
              <a:clrFrom>
                <a:srgbClr val="000000">
                  <a:alpha val="13725"/>
                </a:srgbClr>
              </a:clrFrom>
              <a:clrTo>
                <a:srgbClr val="000000">
                  <a:alpha val="0"/>
                </a:srgbClr>
              </a:clrTo>
            </a:clrChange>
            <a:lum bright="70000" contrast="-70000"/>
            <a:alphaModFix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9282389" y="137341"/>
            <a:ext cx="2550075" cy="113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031585B-961B-40C0-85A6-95F525F464B2}"/>
              </a:ext>
            </a:extLst>
          </p:cNvPr>
          <p:cNvSpPr/>
          <p:nvPr/>
        </p:nvSpPr>
        <p:spPr>
          <a:xfrm>
            <a:off x="3625327" y="3879985"/>
            <a:ext cx="4980791" cy="13748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7CD07352-B577-4F0A-A453-B4CD3B9FB85B}"/>
              </a:ext>
            </a:extLst>
          </p:cNvPr>
          <p:cNvSpPr txBox="1">
            <a:spLocks/>
          </p:cNvSpPr>
          <p:nvPr/>
        </p:nvSpPr>
        <p:spPr>
          <a:xfrm>
            <a:off x="699391" y="3619018"/>
            <a:ext cx="4403573" cy="1139035"/>
          </a:xfrm>
          <a:prstGeom prst="rect">
            <a:avLst/>
          </a:prstGeom>
        </p:spPr>
        <p:txBody>
          <a:bodyPr wrap="square" lIns="71926" tIns="71926" rIns="71926" bIns="71926"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marL="342558" marR="0" lvl="0" indent="-342558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799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j-ea"/>
              <a:cs typeface="Arial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8EACF8F1-5A7B-49A9-BC0F-B72F6505B66C}"/>
              </a:ext>
            </a:extLst>
          </p:cNvPr>
          <p:cNvSpPr txBox="1">
            <a:spLocks/>
          </p:cNvSpPr>
          <p:nvPr/>
        </p:nvSpPr>
        <p:spPr>
          <a:xfrm>
            <a:off x="3278705" y="2282997"/>
            <a:ext cx="5645555" cy="1466505"/>
          </a:xfrm>
          <a:prstGeom prst="rect">
            <a:avLst/>
          </a:prstGeom>
        </p:spPr>
        <p:txBody>
          <a:bodyPr wrap="square" lIns="71926" tIns="71926" rIns="71926" bIns="71926"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marL="342558" marR="0" lvl="0" indent="-342558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799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EYInterstate Light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1125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D2D0F20-15D1-2DC7-987E-6F37BB57C81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58620" y="-3"/>
            <a:ext cx="4876506" cy="6854431"/>
          </a:xfrm>
          <a:prstGeom prst="rect">
            <a:avLst/>
          </a:prstGeom>
          <a:scene3d>
            <a:camera prst="orthographicFront">
              <a:rot lat="0" lon="21299999" rev="0"/>
            </a:camera>
            <a:lightRig rig="threePt" dir="t"/>
          </a:scene3d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E9940CC-7DCF-4327-8E30-EA43D88425FA}"/>
              </a:ext>
            </a:extLst>
          </p:cNvPr>
          <p:cNvSpPr/>
          <p:nvPr/>
        </p:nvSpPr>
        <p:spPr>
          <a:xfrm>
            <a:off x="0" y="3570"/>
            <a:ext cx="957431" cy="6854430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3943"/>
            <a:endParaRPr lang="en-IN" sz="1050" dirty="0">
              <a:solidFill>
                <a:srgbClr val="FFFFFF"/>
              </a:solidFill>
              <a:latin typeface="EYInterstate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7D03CEC-45F7-40F5-851A-525E00CE088E}"/>
              </a:ext>
            </a:extLst>
          </p:cNvPr>
          <p:cNvSpPr/>
          <p:nvPr/>
        </p:nvSpPr>
        <p:spPr>
          <a:xfrm rot="16200000">
            <a:off x="-1393664" y="3011715"/>
            <a:ext cx="37320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943">
              <a:defRPr/>
            </a:pPr>
            <a:r>
              <a:rPr lang="en-IN" sz="4800" kern="0" dirty="0">
                <a:solidFill>
                  <a:schemeClr val="bg2"/>
                </a:solidFill>
                <a:latin typeface="EYInterstate Light"/>
              </a:rPr>
              <a:t>Agenda</a:t>
            </a:r>
            <a:endParaRPr lang="en-IN" sz="5997" kern="0" dirty="0">
              <a:solidFill>
                <a:schemeClr val="bg2"/>
              </a:solidFill>
              <a:latin typeface="EYInterstate Light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xmlns="" id="{B705AFEB-7778-48D5-9EF2-78CD6D54C5E0}"/>
              </a:ext>
            </a:extLst>
          </p:cNvPr>
          <p:cNvSpPr/>
          <p:nvPr/>
        </p:nvSpPr>
        <p:spPr>
          <a:xfrm>
            <a:off x="1358555" y="2060242"/>
            <a:ext cx="5900064" cy="3914918"/>
          </a:xfrm>
          <a:prstGeom prst="chevron">
            <a:avLst>
              <a:gd name="adj" fmla="val 13074"/>
            </a:avLst>
          </a:prstGeom>
          <a:solidFill>
            <a:sysClr val="window" lastClr="FFFFF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algn="ctr" defTabSz="913943">
              <a:defRPr/>
            </a:pPr>
            <a:endParaRPr lang="en-IN" sz="1199" kern="0" dirty="0">
              <a:solidFill>
                <a:srgbClr val="2E2E38"/>
              </a:solidFill>
              <a:latin typeface="EYInterstate Light"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xmlns="" id="{0E15EA43-4396-498E-BD31-5F284876B906}"/>
              </a:ext>
            </a:extLst>
          </p:cNvPr>
          <p:cNvSpPr txBox="1">
            <a:spLocks/>
          </p:cNvSpPr>
          <p:nvPr/>
        </p:nvSpPr>
        <p:spPr bwMode="auto">
          <a:xfrm>
            <a:off x="1129552" y="2112135"/>
            <a:ext cx="6927926" cy="3639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57188" indent="-357188">
              <a:spcBef>
                <a:spcPct val="20000"/>
              </a:spcBef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725488" indent="-357188">
              <a:spcBef>
                <a:spcPct val="20000"/>
              </a:spcBef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433513" indent="-355600">
              <a:spcBef>
                <a:spcPct val="20000"/>
              </a:spcBef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sz="16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1787525" indent="-354013">
              <a:spcBef>
                <a:spcPct val="20000"/>
              </a:spcBef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sz="16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244725" indent="-354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sz="16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701925" indent="-354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sz="16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159125" indent="-354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sz="16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616325" indent="-3540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sz="16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spcBef>
                <a:spcPts val="0"/>
              </a:spcBef>
              <a:buClr>
                <a:schemeClr val="bg1"/>
              </a:buClr>
              <a:buSzPct val="100000"/>
              <a:buAutoNum type="arabicPeriod"/>
            </a:pPr>
            <a:r>
              <a:rPr lang="en-IN" sz="2800" b="1" dirty="0">
                <a:solidFill>
                  <a:schemeClr val="accent6"/>
                </a:solidFill>
                <a:cs typeface="Arial" panose="020B0604020202020204" pitchFamily="34" charset="0"/>
              </a:rPr>
              <a:t>Digital Public Infrastructure for Agriculture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SzPct val="100000"/>
              <a:buAutoNum type="arabicPeriod"/>
            </a:pPr>
            <a:r>
              <a:rPr lang="en-IN" sz="2800" b="1" dirty="0">
                <a:solidFill>
                  <a:schemeClr val="accent6"/>
                </a:solidFill>
              </a:rPr>
              <a:t>Digital Crop Survey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SzPct val="100000"/>
              <a:buAutoNum type="arabicPeriod"/>
            </a:pPr>
            <a:r>
              <a:rPr lang="en-IN" sz="2800" b="1" dirty="0">
                <a:solidFill>
                  <a:schemeClr val="accent6"/>
                </a:solidFill>
              </a:rPr>
              <a:t>Krishi Mapper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SzPct val="100000"/>
              <a:buAutoNum type="arabicPeriod"/>
            </a:pPr>
            <a:r>
              <a:rPr lang="en-IN" sz="2800" b="1" dirty="0">
                <a:solidFill>
                  <a:schemeClr val="accent6"/>
                </a:solidFill>
              </a:rPr>
              <a:t>NeGPA</a:t>
            </a:r>
          </a:p>
          <a:p>
            <a:pPr marL="0" indent="0">
              <a:lnSpc>
                <a:spcPct val="150000"/>
              </a:lnSpc>
              <a:buNone/>
            </a:pP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xmlns="" val="399839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2A36DFFC-83D8-44CB-832D-D0021AF39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/>
          <a:p>
            <a:r>
              <a:rPr lang="en-IN" sz="2800" b="1" dirty="0">
                <a:solidFill>
                  <a:schemeClr val="accent6"/>
                </a:solidFill>
              </a:rPr>
              <a:t>Digital Public Infrastructure for Agriculture</a:t>
            </a:r>
            <a:endParaRPr lang="en-GB" sz="2800" b="1" dirty="0">
              <a:solidFill>
                <a:schemeClr val="accent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D98CF76-C2DE-48D3-ABCE-DFFE7BDE63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3677" y="1011018"/>
            <a:ext cx="5854907" cy="2619784"/>
          </a:xfrm>
          <a:prstGeom prst="rect">
            <a:avLst/>
          </a:prstGeom>
          <a:noFill/>
        </p:spPr>
      </p:pic>
      <p:sp>
        <p:nvSpPr>
          <p:cNvPr id="6" name="KMA1D1FEAF">
            <a:extLst>
              <a:ext uri="{FF2B5EF4-FFF2-40B4-BE49-F238E27FC236}">
                <a16:creationId xmlns:a16="http://schemas.microsoft.com/office/drawing/2014/main" xmlns="" id="{7B7D886C-7B15-49AF-B132-04835B03E4B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2378616" y="1909306"/>
            <a:ext cx="2986334" cy="478487"/>
          </a:xfrm>
          <a:prstGeom prst="homePlate">
            <a:avLst>
              <a:gd name="adj" fmla="val 379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58026" tIns="29013" rIns="58026" bIns="29013" anchor="ctr"/>
          <a:lstStyle/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n-ea"/>
                <a:cs typeface="Arial" pitchFamily="34" charset="0"/>
              </a:rPr>
              <a:t>3 Core Registries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0B6AA1D2-466E-47DF-8C67-B7D4AC7FEA55}"/>
              </a:ext>
            </a:extLst>
          </p:cNvPr>
          <p:cNvGrpSpPr/>
          <p:nvPr/>
        </p:nvGrpSpPr>
        <p:grpSpPr>
          <a:xfrm>
            <a:off x="62049" y="3403526"/>
            <a:ext cx="3509040" cy="1739789"/>
            <a:chOff x="679331" y="2632445"/>
            <a:chExt cx="3144550" cy="12810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xmlns="" id="{BF950F25-F7EF-4E95-BE76-E6FE8B6F5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/>
                </a:ext>
                <a:ext uri="{837473B0-CC2E-450A-ABE3-18F120FF3D39}">
                  <a1611:picAttrSrcUrl xmlns:a1611="http://schemas.microsoft.com/office/drawing/2016/11/main" xmlns="" r:id="rId6"/>
                </a:ext>
              </a:extLst>
            </a:blip>
            <a:stretch>
              <a:fillRect/>
            </a:stretch>
          </p:blipFill>
          <p:spPr>
            <a:xfrm flipH="1">
              <a:off x="2767930" y="2632445"/>
              <a:ext cx="770578" cy="55741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88ACDFE-3606-4EC6-ABDD-7726DEFE0188}"/>
                </a:ext>
              </a:extLst>
            </p:cNvPr>
            <p:cNvSpPr/>
            <p:nvPr/>
          </p:nvSpPr>
          <p:spPr>
            <a:xfrm>
              <a:off x="679331" y="3052310"/>
              <a:ext cx="3144550" cy="86113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0" i="0" u="none" strike="noStrike" kern="1200" cap="none" spc="0" normalizeH="0" baseline="0" noProof="0" dirty="0">
                  <a:ln w="0"/>
                  <a:solidFill>
                    <a:srgbClr val="2DB757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EYInterstate Light"/>
                  <a:ea typeface="+mn-ea"/>
                  <a:cs typeface="+mn-cs"/>
                </a:rPr>
                <a:t>Krishi-</a:t>
              </a:r>
              <a:r>
                <a:rPr kumimoji="0" lang="en-US" sz="5400" b="0" i="0" u="none" strike="noStrike" kern="1200" cap="none" spc="0" normalizeH="0" baseline="0" noProof="0" dirty="0">
                  <a:ln w="0"/>
                  <a:solidFill>
                    <a:srgbClr val="188CE5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EYInterstate Light"/>
                  <a:ea typeface="+mn-ea"/>
                  <a:cs typeface="+mn-cs"/>
                </a:rPr>
                <a:t>DSS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EYInterstate Light"/>
                  <a:ea typeface="+mn-ea"/>
                  <a:cs typeface="+mn-cs"/>
                </a:rPr>
                <a:t>Geospatial Decision Support System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39E83897-BCFA-4007-8256-418F9A7A1B13}"/>
              </a:ext>
            </a:extLst>
          </p:cNvPr>
          <p:cNvGrpSpPr>
            <a:grpSpLocks noChangeAspect="1"/>
          </p:cNvGrpSpPr>
          <p:nvPr/>
        </p:nvGrpSpPr>
        <p:grpSpPr>
          <a:xfrm>
            <a:off x="3871783" y="4180239"/>
            <a:ext cx="2224217" cy="2147955"/>
            <a:chOff x="1507267" y="2879052"/>
            <a:chExt cx="2764363" cy="2667785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xmlns="" id="{90348C47-0078-484F-B4FB-711DE042DF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7267" y="2879052"/>
              <a:ext cx="1978351" cy="2062045"/>
            </a:xfrm>
            <a:prstGeom prst="rect">
              <a:avLst/>
            </a:prstGeom>
            <a:noFill/>
            <a:ln w="9525">
              <a:solidFill>
                <a:srgbClr val="211E4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7CDA6FBC-2D32-42EC-8860-ABEB35F9B0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3596"/>
            <a:stretch/>
          </p:blipFill>
          <p:spPr>
            <a:xfrm>
              <a:off x="1760409" y="3066959"/>
              <a:ext cx="1918887" cy="1994258"/>
            </a:xfrm>
            <a:prstGeom prst="rect">
              <a:avLst/>
            </a:prstGeom>
            <a:ln>
              <a:solidFill>
                <a:srgbClr val="211E42"/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E052FAF9-057C-4BA6-9005-9A0B16027F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3846"/>
            <a:stretch/>
          </p:blipFill>
          <p:spPr>
            <a:xfrm>
              <a:off x="2031012" y="3280816"/>
              <a:ext cx="1981852" cy="2015633"/>
            </a:xfrm>
            <a:prstGeom prst="rect">
              <a:avLst/>
            </a:prstGeom>
            <a:ln>
              <a:solidFill>
                <a:srgbClr val="211E42"/>
              </a:solidFill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218DB5D5-395B-49D0-ABD4-C09D97025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15397" y="3497286"/>
              <a:ext cx="1956233" cy="2049551"/>
            </a:xfrm>
            <a:prstGeom prst="rect">
              <a:avLst/>
            </a:prstGeom>
            <a:ln w="9525">
              <a:solidFill>
                <a:srgbClr val="211E42"/>
              </a:solidFill>
            </a:ln>
          </p:spPr>
        </p:pic>
      </p:grpSp>
      <p:sp>
        <p:nvSpPr>
          <p:cNvPr id="15" name="KMA1D1FEAF">
            <a:extLst>
              <a:ext uri="{FF2B5EF4-FFF2-40B4-BE49-F238E27FC236}">
                <a16:creationId xmlns:a16="http://schemas.microsoft.com/office/drawing/2014/main" xmlns="" id="{807C933C-A443-4589-9DC9-AD754CD519D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 flipH="1">
            <a:off x="6064960" y="4062395"/>
            <a:ext cx="5223624" cy="478487"/>
          </a:xfrm>
          <a:prstGeom prst="homePlate">
            <a:avLst>
              <a:gd name="adj" fmla="val 37952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58026" tIns="29013" rIns="58026" bIns="29013" anchor="ctr"/>
          <a:lstStyle/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n-ea"/>
                <a:cs typeface="Arial" pitchFamily="34" charset="0"/>
              </a:rPr>
              <a:t>One Nation- One Geospatial DSS for Agriculture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xmlns="" id="{412F62B9-A30B-DC71-D803-9243E280BC6C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rcRect t="24931" b="25207"/>
          <a:stretch/>
        </p:blipFill>
        <p:spPr>
          <a:xfrm>
            <a:off x="35977" y="1678193"/>
            <a:ext cx="2603022" cy="74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6497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6A8F2F-30FB-45B4-A3C9-6B0451FE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6"/>
                </a:solidFill>
                <a:latin typeface="+mj-lt"/>
              </a:rPr>
              <a:t>Who is Shanti?</a:t>
            </a:r>
            <a:endParaRPr lang="en-GB" sz="2800" b="1" dirty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4" name="Picture 2" descr="5,381 Female Farmer India Stock Photos, Pictures &amp; Royalty-Free Images -  iStock">
            <a:extLst>
              <a:ext uri="{FF2B5EF4-FFF2-40B4-BE49-F238E27FC236}">
                <a16:creationId xmlns:a16="http://schemas.microsoft.com/office/drawing/2014/main" xmlns="" id="{B23D4E84-4725-4639-A994-A6C5289E86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9153" t="9649" r="966" b="-583"/>
          <a:stretch/>
        </p:blipFill>
        <p:spPr bwMode="auto">
          <a:xfrm>
            <a:off x="609601" y="1042542"/>
            <a:ext cx="2897391" cy="2597127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6E0EC8E8-A083-46A7-B0D3-F026C4877F51}"/>
              </a:ext>
            </a:extLst>
          </p:cNvPr>
          <p:cNvSpPr txBox="1">
            <a:spLocks/>
          </p:cNvSpPr>
          <p:nvPr/>
        </p:nvSpPr>
        <p:spPr>
          <a:xfrm>
            <a:off x="699391" y="3619018"/>
            <a:ext cx="4403573" cy="2597127"/>
          </a:xfrm>
          <a:prstGeom prst="rect">
            <a:avLst/>
          </a:prstGeom>
        </p:spPr>
        <p:txBody>
          <a:bodyPr wrap="square" lIns="71926" tIns="71926" rIns="71926" bIns="71926"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marL="342558" marR="0" lvl="0" indent="-342558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799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A farmer</a:t>
            </a:r>
          </a:p>
          <a:p>
            <a:pPr marL="342558" marR="0" lvl="0" indent="-342558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799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52 years old</a:t>
            </a:r>
          </a:p>
          <a:p>
            <a:pPr marL="342558" marR="0" lvl="0" indent="-342558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799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Owns her agricultural land on which she grows wheat, and raises cattle</a:t>
            </a:r>
          </a:p>
          <a:p>
            <a:pPr marL="342558" marR="0" lvl="0" indent="-342558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799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Her son helps her out in carrying out the daily activities in the farm</a:t>
            </a:r>
          </a:p>
          <a:p>
            <a:pPr marL="342558" marR="0" lvl="0" indent="-342558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799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Is illiterate</a:t>
            </a:r>
          </a:p>
          <a:p>
            <a:pPr marL="342558" marR="0" lvl="0" indent="-342558" algn="l" defTabSz="913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799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Owns a basic android Smartphone.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C3F2F723-D706-4CFD-89F2-A4A4D63052D6}"/>
              </a:ext>
            </a:extLst>
          </p:cNvPr>
          <p:cNvSpPr txBox="1">
            <a:spLocks/>
          </p:cNvSpPr>
          <p:nvPr/>
        </p:nvSpPr>
        <p:spPr>
          <a:xfrm>
            <a:off x="5279801" y="2858826"/>
            <a:ext cx="2500547" cy="338663"/>
          </a:xfrm>
          <a:prstGeom prst="rect">
            <a:avLst/>
          </a:prstGeom>
        </p:spPr>
        <p:txBody>
          <a:bodyPr wrap="none" lIns="71926" tIns="71926" rIns="71926" bIns="71926" anchor="t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ctr" defTabSz="913029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98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EYInterstate Light"/>
              <a:ea typeface="+mj-ea"/>
              <a:cs typeface="Arial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F2A69FA8-87C8-49CB-BACD-5208CD233294}"/>
              </a:ext>
            </a:extLst>
          </p:cNvPr>
          <p:cNvSpPr txBox="1">
            <a:spLocks/>
          </p:cNvSpPr>
          <p:nvPr/>
        </p:nvSpPr>
        <p:spPr>
          <a:xfrm>
            <a:off x="5473714" y="1167240"/>
            <a:ext cx="6373838" cy="5393297"/>
          </a:xfrm>
          <a:prstGeom prst="roundRect">
            <a:avLst>
              <a:gd name="adj" fmla="val 5508"/>
            </a:avLst>
          </a:prstGeom>
          <a:solidFill>
            <a:schemeClr val="accent6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1926" tIns="71926" rIns="71926" bIns="71926"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marL="342729" marR="0" lvl="0" indent="-342729" algn="just" defTabSz="913943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1" i="1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itchFamily="34" charset="0"/>
              </a:rPr>
              <a:t>Unable to check for the quality of pesticide / fertilizers purchased</a:t>
            </a:r>
          </a:p>
          <a:p>
            <a:pPr marL="342729" marR="0" lvl="0" indent="-342729" algn="just" defTabSz="913943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1" i="1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itchFamily="34" charset="0"/>
              </a:rPr>
              <a:t> Borrows money at high interest rate to buy inputs like seeds, fertilizers and pesticides</a:t>
            </a:r>
          </a:p>
          <a:p>
            <a:pPr marL="342729" marR="0" lvl="0" indent="-342729" algn="just" defTabSz="913943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1" i="1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itchFamily="34" charset="0"/>
              </a:rPr>
              <a:t>Needs to spend ~5000 Rs just to get a Kisan Credit Card</a:t>
            </a:r>
          </a:p>
          <a:p>
            <a:pPr marL="342729" marR="0" lvl="0" indent="-342729" algn="just" defTabSz="913943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1" i="1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itchFamily="34" charset="0"/>
              </a:rPr>
              <a:t>Is unable to grow any crop other than wheat, as that is all she has grown till date and all she knows how to,. </a:t>
            </a:r>
          </a:p>
          <a:p>
            <a:pPr marL="342729" marR="0" lvl="0" indent="-342729" algn="just" defTabSz="913943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1" i="1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itchFamily="34" charset="0"/>
              </a:rPr>
              <a:t>Sometimes faces challenges due to post harvest losses</a:t>
            </a:r>
          </a:p>
          <a:p>
            <a:pPr marL="342729" marR="0" lvl="0" indent="-342729" algn="just" defTabSz="913943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1" i="1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itchFamily="34" charset="0"/>
              </a:rPr>
              <a:t>Has to repeatedly submit forms &amp; documents to apply for various Govt. schemes </a:t>
            </a:r>
          </a:p>
        </p:txBody>
      </p:sp>
    </p:spTree>
    <p:extLst>
      <p:ext uri="{BB962C8B-B14F-4D97-AF65-F5344CB8AC3E}">
        <p14:creationId xmlns:p14="http://schemas.microsoft.com/office/powerpoint/2010/main" xmlns="" val="191812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A11A5E0-AF45-455C-A6FD-B8868125BC22}"/>
              </a:ext>
            </a:extLst>
          </p:cNvPr>
          <p:cNvGrpSpPr>
            <a:grpSpLocks noChangeAspect="1"/>
          </p:cNvGrpSpPr>
          <p:nvPr/>
        </p:nvGrpSpPr>
        <p:grpSpPr>
          <a:xfrm rot="6972703">
            <a:off x="3129868" y="1662572"/>
            <a:ext cx="4677564" cy="4677564"/>
            <a:chOff x="3022258" y="1479360"/>
            <a:chExt cx="4653646" cy="4630863"/>
          </a:xfrm>
        </p:grpSpPr>
        <p:sp>
          <p:nvSpPr>
            <p:cNvPr id="4" name="Circular Arrow 52">
              <a:extLst>
                <a:ext uri="{FF2B5EF4-FFF2-40B4-BE49-F238E27FC236}">
                  <a16:creationId xmlns:a16="http://schemas.microsoft.com/office/drawing/2014/main" xmlns="" id="{45F18AD8-0AA1-46E5-B977-2B3E9801B026}"/>
                </a:ext>
              </a:extLst>
            </p:cNvPr>
            <p:cNvSpPr/>
            <p:nvPr/>
          </p:nvSpPr>
          <p:spPr>
            <a:xfrm>
              <a:off x="3187431" y="1479360"/>
              <a:ext cx="4488473" cy="4488473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solidFill>
              <a:srgbClr val="80C429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defTabSz="913943">
                <a:defRPr/>
              </a:pPr>
              <a:endParaRPr lang="en-GB" sz="1799">
                <a:solidFill>
                  <a:srgbClr val="2E2E38"/>
                </a:solidFill>
                <a:latin typeface="EYInterstate Light"/>
              </a:endParaRPr>
            </a:p>
          </p:txBody>
        </p:sp>
        <p:sp>
          <p:nvSpPr>
            <p:cNvPr id="5" name="Circular Arrow 53">
              <a:extLst>
                <a:ext uri="{FF2B5EF4-FFF2-40B4-BE49-F238E27FC236}">
                  <a16:creationId xmlns:a16="http://schemas.microsoft.com/office/drawing/2014/main" xmlns="" id="{D003311C-120F-45A4-843D-D07E7466F6BB}"/>
                </a:ext>
              </a:extLst>
            </p:cNvPr>
            <p:cNvSpPr/>
            <p:nvPr/>
          </p:nvSpPr>
          <p:spPr>
            <a:xfrm>
              <a:off x="3104844" y="1621750"/>
              <a:ext cx="4488473" cy="4488473"/>
            </a:xfrm>
            <a:prstGeom prst="circularArrow">
              <a:avLst>
                <a:gd name="adj1" fmla="val 5085"/>
                <a:gd name="adj2" fmla="val 327528"/>
                <a:gd name="adj3" fmla="val 8671970"/>
                <a:gd name="adj4" fmla="val 1800502"/>
                <a:gd name="adj5" fmla="val 5932"/>
              </a:avLst>
            </a:prstGeom>
            <a:solidFill>
              <a:srgbClr val="FFD145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Circular Arrow 54">
              <a:extLst>
                <a:ext uri="{FF2B5EF4-FFF2-40B4-BE49-F238E27FC236}">
                  <a16:creationId xmlns:a16="http://schemas.microsoft.com/office/drawing/2014/main" xmlns="" id="{C2F895F4-17F3-4B15-89BB-DF995D9F6904}"/>
                </a:ext>
              </a:extLst>
            </p:cNvPr>
            <p:cNvSpPr/>
            <p:nvPr/>
          </p:nvSpPr>
          <p:spPr>
            <a:xfrm>
              <a:off x="3022258" y="1479360"/>
              <a:ext cx="4488473" cy="4488473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solidFill>
              <a:srgbClr val="0C432C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6B398865-F7BC-40B8-98B1-7FC2C33227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24931" b="25207"/>
          <a:stretch/>
        </p:blipFill>
        <p:spPr>
          <a:xfrm>
            <a:off x="4012603" y="104468"/>
            <a:ext cx="3740010" cy="691400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xmlns="" id="{2170F34F-7AE6-4317-AF5A-88127DDDE591}"/>
              </a:ext>
            </a:extLst>
          </p:cNvPr>
          <p:cNvCxnSpPr>
            <a:cxnSpLocks/>
            <a:stCxn id="20" idx="1"/>
          </p:cNvCxnSpPr>
          <p:nvPr/>
        </p:nvCxnSpPr>
        <p:spPr>
          <a:xfrm rot="10800000">
            <a:off x="5730870" y="2009018"/>
            <a:ext cx="2492616" cy="956431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20000"/>
                <a:lumOff val="80000"/>
                <a:alpha val="8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F955253E-A78F-489E-AFD4-DB1483409D90}"/>
              </a:ext>
            </a:extLst>
          </p:cNvPr>
          <p:cNvSpPr/>
          <p:nvPr/>
        </p:nvSpPr>
        <p:spPr>
          <a:xfrm>
            <a:off x="3490005" y="4801416"/>
            <a:ext cx="359813" cy="359813"/>
          </a:xfrm>
          <a:prstGeom prst="ellipse">
            <a:avLst/>
          </a:prstGeom>
          <a:solidFill>
            <a:schemeClr val="tx1">
              <a:lumMod val="95000"/>
            </a:schemeClr>
          </a:solidFill>
          <a:ln w="9525">
            <a:noFill/>
          </a:ln>
          <a:effectLst>
            <a:glow rad="101600">
              <a:srgbClr val="FFD14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3943">
              <a:defRPr/>
            </a:pPr>
            <a:endParaRPr lang="en-GB" sz="1199">
              <a:solidFill>
                <a:srgbClr val="FFFFFF"/>
              </a:solidFill>
              <a:latin typeface="EYInterstate Ligh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053BAD16-1C70-43FB-8C18-13956E1475D8}"/>
              </a:ext>
            </a:extLst>
          </p:cNvPr>
          <p:cNvSpPr/>
          <p:nvPr/>
        </p:nvSpPr>
        <p:spPr>
          <a:xfrm>
            <a:off x="5371057" y="1802294"/>
            <a:ext cx="359813" cy="359813"/>
          </a:xfrm>
          <a:prstGeom prst="ellipse">
            <a:avLst/>
          </a:prstGeom>
          <a:solidFill>
            <a:schemeClr val="tx1">
              <a:lumMod val="95000"/>
            </a:schemeClr>
          </a:solidFill>
          <a:ln w="9525">
            <a:noFill/>
          </a:ln>
          <a:effectLst>
            <a:glow rad="63500">
              <a:srgbClr val="0C432C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3943">
              <a:defRPr/>
            </a:pPr>
            <a:endParaRPr lang="en-GB" sz="1199">
              <a:solidFill>
                <a:srgbClr val="FFFFFF"/>
              </a:solidFill>
              <a:latin typeface="EYInterstate Ligh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E6483A31-D49F-44BE-8403-9CDBD02CBE3B}"/>
              </a:ext>
            </a:extLst>
          </p:cNvPr>
          <p:cNvSpPr/>
          <p:nvPr/>
        </p:nvSpPr>
        <p:spPr>
          <a:xfrm>
            <a:off x="7049257" y="4908207"/>
            <a:ext cx="359813" cy="359813"/>
          </a:xfrm>
          <a:prstGeom prst="ellipse">
            <a:avLst/>
          </a:prstGeom>
          <a:solidFill>
            <a:schemeClr val="tx1">
              <a:lumMod val="95000"/>
            </a:schemeClr>
          </a:solidFill>
          <a:ln w="9525">
            <a:noFill/>
          </a:ln>
          <a:effectLst>
            <a:glow rad="63500">
              <a:srgbClr val="80C429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3943">
              <a:defRPr/>
            </a:pPr>
            <a:endParaRPr lang="en-GB" sz="1199">
              <a:solidFill>
                <a:srgbClr val="FFFFFF"/>
              </a:solidFill>
              <a:latin typeface="EYInterstate Ligh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F8E5FDA9-DCC7-46CD-91A2-9B72CA22CB55}"/>
              </a:ext>
            </a:extLst>
          </p:cNvPr>
          <p:cNvSpPr txBox="1">
            <a:spLocks/>
          </p:cNvSpPr>
          <p:nvPr/>
        </p:nvSpPr>
        <p:spPr>
          <a:xfrm>
            <a:off x="453598" y="2442645"/>
            <a:ext cx="3238314" cy="777156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 anchorCtr="0">
            <a:noAutofit/>
          </a:bodyPr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defTabSz="913486">
              <a:defRPr/>
            </a:pPr>
            <a:r>
              <a:rPr lang="en-IN" sz="2398" b="1" dirty="0">
                <a:solidFill>
                  <a:srgbClr val="000000">
                    <a:lumMod val="50000"/>
                    <a:lumOff val="50000"/>
                  </a:srgbClr>
                </a:solidFill>
                <a:latin typeface="Arial" panose="020B0604020202020204" pitchFamily="34" charset="0"/>
              </a:rPr>
              <a:t>DIGITAL IDENTITIES</a:t>
            </a:r>
          </a:p>
          <a:p>
            <a:pPr defTabSz="913486">
              <a:defRPr/>
            </a:pPr>
            <a:r>
              <a:rPr lang="en-IN" sz="2398" b="1" dirty="0">
                <a:solidFill>
                  <a:srgbClr val="92D050"/>
                </a:solidFill>
                <a:latin typeface="Arial" panose="020B0604020202020204" pitchFamily="34" charset="0"/>
              </a:rPr>
              <a:t>Who I am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C7FE77FD-274F-4336-9AB7-9D081BA2FB8C}"/>
              </a:ext>
            </a:extLst>
          </p:cNvPr>
          <p:cNvSpPr txBox="1">
            <a:spLocks/>
          </p:cNvSpPr>
          <p:nvPr/>
        </p:nvSpPr>
        <p:spPr>
          <a:xfrm>
            <a:off x="8222956" y="1711690"/>
            <a:ext cx="3977222" cy="777156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 anchorCtr="0">
            <a:noAutofit/>
          </a:bodyPr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defTabSz="913486">
              <a:defRPr/>
            </a:pPr>
            <a:r>
              <a:rPr lang="en-IN" sz="2398" b="1" dirty="0">
                <a:solidFill>
                  <a:srgbClr val="000000">
                    <a:lumMod val="50000"/>
                    <a:lumOff val="50000"/>
                  </a:srgbClr>
                </a:solidFill>
                <a:latin typeface="Arial" panose="020B0604020202020204" pitchFamily="34" charset="0"/>
              </a:rPr>
              <a:t>DIGITAL ASSETS</a:t>
            </a:r>
          </a:p>
          <a:p>
            <a:pPr defTabSz="913486">
              <a:defRPr/>
            </a:pPr>
            <a:r>
              <a:rPr lang="en-IN" sz="2398" b="1" dirty="0">
                <a:solidFill>
                  <a:srgbClr val="0C432C"/>
                </a:solidFill>
                <a:latin typeface="Arial" panose="020B0604020202020204" pitchFamily="34" charset="0"/>
              </a:rPr>
              <a:t>What I have as a farmer:</a:t>
            </a:r>
          </a:p>
          <a:p>
            <a:pPr defTabSz="913486">
              <a:defRPr/>
            </a:pPr>
            <a:r>
              <a:rPr lang="en-IN" sz="1999" b="1" dirty="0">
                <a:solidFill>
                  <a:srgbClr val="92D050"/>
                </a:solidFill>
                <a:latin typeface="Arial" panose="020B0604020202020204" pitchFamily="34" charset="0"/>
              </a:rPr>
              <a:t>My land, my crop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6D66FCC5-4F11-4A24-8BDB-8B4F6F3AE12B}"/>
              </a:ext>
            </a:extLst>
          </p:cNvPr>
          <p:cNvSpPr txBox="1">
            <a:spLocks/>
          </p:cNvSpPr>
          <p:nvPr/>
        </p:nvSpPr>
        <p:spPr>
          <a:xfrm>
            <a:off x="7752614" y="4764487"/>
            <a:ext cx="3977222" cy="777156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 anchorCtr="0">
            <a:noAutofit/>
          </a:bodyPr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defTabSz="913486">
              <a:defRPr/>
            </a:pPr>
            <a:r>
              <a:rPr lang="en-IN" sz="2398" b="1" dirty="0">
                <a:solidFill>
                  <a:srgbClr val="000000">
                    <a:lumMod val="50000"/>
                    <a:lumOff val="50000"/>
                  </a:srgbClr>
                </a:solidFill>
                <a:latin typeface="Arial" panose="020B0604020202020204" pitchFamily="34" charset="0"/>
              </a:rPr>
              <a:t>DIGITAL TRANSACTIONS</a:t>
            </a:r>
          </a:p>
          <a:p>
            <a:pPr defTabSz="913486">
              <a:defRPr/>
            </a:pPr>
            <a:r>
              <a:rPr lang="en-IN" sz="2398" b="1" dirty="0">
                <a:solidFill>
                  <a:srgbClr val="80C429"/>
                </a:solidFill>
                <a:latin typeface="Arial" panose="020B0604020202020204" pitchFamily="34" charset="0"/>
              </a:rPr>
              <a:t>What I do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0031E79A-0056-4AEC-A73F-F73B92D93B5D}"/>
              </a:ext>
            </a:extLst>
          </p:cNvPr>
          <p:cNvSpPr txBox="1">
            <a:spLocks/>
          </p:cNvSpPr>
          <p:nvPr/>
        </p:nvSpPr>
        <p:spPr>
          <a:xfrm>
            <a:off x="484260" y="3807432"/>
            <a:ext cx="3238314" cy="777156"/>
          </a:xfrm>
          <a:prstGeom prst="rect">
            <a:avLst/>
          </a:prstGeom>
          <a:noFill/>
          <a:effectLst/>
        </p:spPr>
        <p:txBody>
          <a:bodyPr vert="horz" lIns="0" tIns="0" rIns="0" bIns="0" rtlCol="0" anchor="t" anchorCtr="0">
            <a:noAutofit/>
          </a:bodyPr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defTabSz="913486">
              <a:defRPr/>
            </a:pPr>
            <a:r>
              <a:rPr lang="en-IN" sz="1599">
                <a:solidFill>
                  <a:srgbClr val="000000"/>
                </a:solidFill>
                <a:latin typeface="EYInterstate" panose="02000503020000020004" pitchFamily="2" charset="0"/>
              </a:rPr>
              <a:t>Aadhaar and Farmer ID,</a:t>
            </a:r>
          </a:p>
          <a:p>
            <a:pPr defTabSz="913486">
              <a:defRPr/>
            </a:pPr>
            <a:r>
              <a:rPr lang="en-IN" sz="1599">
                <a:solidFill>
                  <a:srgbClr val="000000"/>
                </a:solidFill>
                <a:latin typeface="EYInterstate" panose="02000503020000020004" pitchFamily="2" charset="0"/>
              </a:rPr>
              <a:t>Electronic Farmer Registry,</a:t>
            </a:r>
          </a:p>
          <a:p>
            <a:pPr defTabSz="913486">
              <a:defRPr/>
            </a:pPr>
            <a:r>
              <a:rPr lang="en-IN" sz="1599">
                <a:solidFill>
                  <a:srgbClr val="000000"/>
                </a:solidFill>
                <a:latin typeface="EYInterstate" panose="02000503020000020004" pitchFamily="2" charset="0"/>
              </a:rPr>
              <a:t>Authentication, SSO, </a:t>
            </a:r>
            <a:r>
              <a:rPr lang="en-IN" sz="1599" err="1">
                <a:solidFill>
                  <a:srgbClr val="000000"/>
                </a:solidFill>
                <a:latin typeface="EYInterstate" panose="02000503020000020004" pitchFamily="2" charset="0"/>
              </a:rPr>
              <a:t>eKYF</a:t>
            </a:r>
            <a:endParaRPr lang="en-IN" sz="1599">
              <a:solidFill>
                <a:srgbClr val="000000"/>
              </a:solidFill>
              <a:latin typeface="EYInterstate" panose="02000503020000020004" pitchFamily="2" charset="0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xmlns="" id="{6595B9A6-2CB3-4C02-840C-81E5746FE433}"/>
              </a:ext>
            </a:extLst>
          </p:cNvPr>
          <p:cNvCxnSpPr>
            <a:cxnSpLocks/>
            <a:stCxn id="10" idx="0"/>
            <a:endCxn id="18" idx="3"/>
          </p:cNvCxnSpPr>
          <p:nvPr/>
        </p:nvCxnSpPr>
        <p:spPr>
          <a:xfrm rot="16200000" flipV="1">
            <a:off x="2582519" y="3714023"/>
            <a:ext cx="1263476" cy="911310"/>
          </a:xfrm>
          <a:prstGeom prst="bentConnector2">
            <a:avLst/>
          </a:prstGeom>
          <a:ln w="28575">
            <a:solidFill>
              <a:schemeClr val="bg1">
                <a:lumMod val="20000"/>
                <a:lumOff val="80000"/>
                <a:alpha val="8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CF52B18-2E54-4F2A-B84F-FF8451CED500}"/>
              </a:ext>
            </a:extLst>
          </p:cNvPr>
          <p:cNvSpPr txBox="1"/>
          <p:nvPr/>
        </p:nvSpPr>
        <p:spPr>
          <a:xfrm>
            <a:off x="370826" y="3368751"/>
            <a:ext cx="2387776" cy="3383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IN" sz="1599" dirty="0">
                <a:solidFill>
                  <a:srgbClr val="000000"/>
                </a:solidFill>
                <a:latin typeface="EYInterstate" panose="02000503020000020004" pitchFamily="2" charset="0"/>
              </a:rPr>
              <a:t>Digitally Authenticable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BD2E381D-9C6A-4893-9620-041E9E9BAADD}"/>
              </a:ext>
            </a:extLst>
          </p:cNvPr>
          <p:cNvSpPr txBox="1">
            <a:spLocks/>
          </p:cNvSpPr>
          <p:nvPr/>
        </p:nvSpPr>
        <p:spPr>
          <a:xfrm>
            <a:off x="8255856" y="3238088"/>
            <a:ext cx="3238314" cy="777156"/>
          </a:xfrm>
          <a:prstGeom prst="rect">
            <a:avLst/>
          </a:prstGeom>
          <a:noFill/>
          <a:effectLst/>
        </p:spPr>
        <p:txBody>
          <a:bodyPr vert="horz" lIns="0" tIns="0" rIns="0" bIns="0" rtlCol="0" anchor="t" anchorCtr="0">
            <a:noAutofit/>
          </a:bodyPr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defTabSz="913486">
              <a:defRPr/>
            </a:pPr>
            <a:r>
              <a:rPr lang="en-IN" sz="1599">
                <a:solidFill>
                  <a:srgbClr val="000000"/>
                </a:solidFill>
                <a:latin typeface="EYInterstate" panose="02000503020000020004" pitchFamily="2" charset="0"/>
              </a:rPr>
              <a:t>Electronic data &amp; credentials,</a:t>
            </a:r>
          </a:p>
          <a:p>
            <a:pPr defTabSz="913486">
              <a:defRPr/>
            </a:pPr>
            <a:r>
              <a:rPr lang="en-IN" sz="1599">
                <a:solidFill>
                  <a:srgbClr val="000000"/>
                </a:solidFill>
                <a:latin typeface="EYInterstate" panose="02000503020000020004" pitchFamily="2" charset="0"/>
              </a:rPr>
              <a:t>Electronic signatures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2E58080-B5BB-49B5-9A88-C657A42A046C}"/>
              </a:ext>
            </a:extLst>
          </p:cNvPr>
          <p:cNvSpPr txBox="1"/>
          <p:nvPr/>
        </p:nvSpPr>
        <p:spPr>
          <a:xfrm>
            <a:off x="8223486" y="2796257"/>
            <a:ext cx="2943559" cy="3383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IN" sz="1599">
                <a:solidFill>
                  <a:srgbClr val="000000"/>
                </a:solidFill>
                <a:latin typeface="EYInterstate" panose="02000503020000020004" pitchFamily="2" charset="0"/>
              </a:rPr>
              <a:t>Verifiable and non-repudiable 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xmlns="" id="{4296FD67-70A7-4F38-AE74-71C162ECC94D}"/>
              </a:ext>
            </a:extLst>
          </p:cNvPr>
          <p:cNvSpPr txBox="1">
            <a:spLocks/>
          </p:cNvSpPr>
          <p:nvPr/>
        </p:nvSpPr>
        <p:spPr>
          <a:xfrm>
            <a:off x="7752615" y="6235015"/>
            <a:ext cx="4667100" cy="777156"/>
          </a:xfrm>
          <a:prstGeom prst="rect">
            <a:avLst/>
          </a:prstGeom>
          <a:noFill/>
          <a:effectLst/>
        </p:spPr>
        <p:txBody>
          <a:bodyPr vert="horz" lIns="0" tIns="0" rIns="0" bIns="0" rtlCol="0" anchor="t" anchorCtr="0">
            <a:noAutofit/>
          </a:bodyPr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defTabSz="913486">
              <a:defRPr/>
            </a:pPr>
            <a:r>
              <a:rPr lang="en-IN" sz="1599" dirty="0">
                <a:solidFill>
                  <a:srgbClr val="000000"/>
                </a:solidFill>
                <a:latin typeface="EYInterstate" panose="02000503020000020004" pitchFamily="2" charset="0"/>
              </a:rPr>
              <a:t>Access Markets, Inputs, Credit, Advisory and Schemes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CCB165D-E6E3-47E8-B9CE-2E370D613B3C}"/>
              </a:ext>
            </a:extLst>
          </p:cNvPr>
          <p:cNvSpPr txBox="1"/>
          <p:nvPr/>
        </p:nvSpPr>
        <p:spPr>
          <a:xfrm>
            <a:off x="7752613" y="5559165"/>
            <a:ext cx="4242620" cy="5844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IN" sz="1599" dirty="0">
                <a:solidFill>
                  <a:srgbClr val="000000"/>
                </a:solidFill>
                <a:latin typeface="EYInterstate" panose="02000503020000020004" pitchFamily="2" charset="0"/>
              </a:rPr>
              <a:t>Unlocking opportunities via open networks such as ONDC, JanSamarth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D9515E6C-3B0D-4B99-8659-2306E0CBF6F5}"/>
              </a:ext>
            </a:extLst>
          </p:cNvPr>
          <p:cNvCxnSpPr>
            <a:cxnSpLocks/>
            <a:stCxn id="22" idx="1"/>
            <a:endCxn id="12" idx="4"/>
          </p:cNvCxnSpPr>
          <p:nvPr/>
        </p:nvCxnSpPr>
        <p:spPr>
          <a:xfrm rot="10800000">
            <a:off x="7229164" y="5268023"/>
            <a:ext cx="523449" cy="583379"/>
          </a:xfrm>
          <a:prstGeom prst="bentConnector2">
            <a:avLst/>
          </a:prstGeom>
          <a:ln w="28575">
            <a:solidFill>
              <a:schemeClr val="bg1">
                <a:lumMod val="20000"/>
                <a:lumOff val="80000"/>
                <a:alpha val="8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5,381 Female Farmer India Stock Photos, Pictures &amp; Royalty-Free Images -  iStock">
            <a:extLst>
              <a:ext uri="{FF2B5EF4-FFF2-40B4-BE49-F238E27FC236}">
                <a16:creationId xmlns:a16="http://schemas.microsoft.com/office/drawing/2014/main" xmlns="" id="{FD5DC0DF-1E62-468B-9716-2375AAC73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9153" t="9649" r="966" b="-583"/>
          <a:stretch/>
        </p:blipFill>
        <p:spPr bwMode="auto">
          <a:xfrm>
            <a:off x="3891698" y="2393145"/>
            <a:ext cx="3198692" cy="3238313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05355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8" grpId="0" animBg="1"/>
      <p:bldP spid="19" grpId="0"/>
      <p:bldP spid="20" grpId="0" animBg="1"/>
      <p:bldP spid="21" grpId="0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D58864-C09A-43B6-A8DE-E27E8C2B9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6"/>
                </a:solidFill>
                <a:latin typeface="+mj-lt"/>
              </a:rPr>
              <a:t>Crop Sown Registry enabled by Digital Crop Survey</a:t>
            </a:r>
            <a:endParaRPr lang="en-GB" sz="2800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0DF10A8A-2805-4144-AC46-290859CA9C5A}"/>
              </a:ext>
            </a:extLst>
          </p:cNvPr>
          <p:cNvSpPr/>
          <p:nvPr/>
        </p:nvSpPr>
        <p:spPr>
          <a:xfrm>
            <a:off x="609600" y="1471059"/>
            <a:ext cx="2635200" cy="2635678"/>
          </a:xfrm>
          <a:prstGeom prst="ellips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Cambria" panose="02040503050406030204" pitchFamily="18" charset="0"/>
                <a:cs typeface="+mn-cs"/>
              </a:rPr>
              <a:t>Plot-level crop grown data for every season</a:t>
            </a:r>
            <a:endParaRPr kumimoji="0" lang="en-IN" sz="1799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" panose="02000503020000020004" pitchFamily="2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CA5D8B86-8F44-4B67-B91A-29BC48C40CE6}"/>
              </a:ext>
            </a:extLst>
          </p:cNvPr>
          <p:cNvSpPr/>
          <p:nvPr/>
        </p:nvSpPr>
        <p:spPr>
          <a:xfrm>
            <a:off x="688963" y="4351121"/>
            <a:ext cx="2158876" cy="21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Cambria" panose="02040503050406030204" pitchFamily="18" charset="0"/>
                <a:cs typeface="+mn-cs"/>
              </a:rPr>
              <a:t>and Proofs – Geotagged photographs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xmlns="" id="{88549F15-52CA-4592-B314-ECA28AB823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58"/>
          <a:stretch/>
        </p:blipFill>
        <p:spPr bwMode="auto">
          <a:xfrm>
            <a:off x="5556281" y="1549219"/>
            <a:ext cx="6426035" cy="3312974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xmlns="" id="{DF28B4BF-F38D-4E62-80ED-148BFC92BB11}"/>
              </a:ext>
            </a:extLst>
          </p:cNvPr>
          <p:cNvSpPr/>
          <p:nvPr/>
        </p:nvSpPr>
        <p:spPr>
          <a:xfrm>
            <a:off x="2762979" y="3389782"/>
            <a:ext cx="2307600" cy="230621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Cambria" panose="02040503050406030204" pitchFamily="18" charset="0"/>
                <a:cs typeface="+mn-cs"/>
              </a:rPr>
              <a:t>with Physical inspection and verification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983504DD-8F3E-4972-9D85-7B40CD4C253D}"/>
              </a:ext>
            </a:extLst>
          </p:cNvPr>
          <p:cNvCxnSpPr>
            <a:cxnSpLocks/>
          </p:cNvCxnSpPr>
          <p:nvPr/>
        </p:nvCxnSpPr>
        <p:spPr>
          <a:xfrm>
            <a:off x="9266174" y="3924042"/>
            <a:ext cx="539469" cy="393087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llout: Line 21">
            <a:extLst>
              <a:ext uri="{FF2B5EF4-FFF2-40B4-BE49-F238E27FC236}">
                <a16:creationId xmlns:a16="http://schemas.microsoft.com/office/drawing/2014/main" xmlns="" id="{3A529A10-3D38-4CA4-B4BE-FBE50193B735}"/>
              </a:ext>
            </a:extLst>
          </p:cNvPr>
          <p:cNvSpPr/>
          <p:nvPr/>
        </p:nvSpPr>
        <p:spPr>
          <a:xfrm>
            <a:off x="10240392" y="1728420"/>
            <a:ext cx="1456691" cy="1535567"/>
          </a:xfrm>
          <a:prstGeom prst="borderCallout1">
            <a:avLst>
              <a:gd name="adj1" fmla="val 18750"/>
              <a:gd name="adj2" fmla="val -8333"/>
              <a:gd name="adj3" fmla="val 26445"/>
              <a:gd name="adj4" fmla="val -40802"/>
            </a:avLst>
          </a:prstGeom>
          <a:solidFill>
            <a:schemeClr val="bg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pic>
        <p:nvPicPr>
          <p:cNvPr id="23" name="Picture 22" descr="http://www.cropsurvey.karnataka.gov.in/csmedias/CROPSURVEY2018IMAGES/storage/D249-1BF9/CROPSURVEY_IMAGES/Images/YC_116/SC_1/DC_17/TC_3/HC_2/VC_26/LC_411/ON_1/One_1539775514900.jpg">
            <a:extLst>
              <a:ext uri="{FF2B5EF4-FFF2-40B4-BE49-F238E27FC236}">
                <a16:creationId xmlns:a16="http://schemas.microsoft.com/office/drawing/2014/main" xmlns="" id="{981DBBE7-EFD1-4B82-A50C-54784876C9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277469" y="1680609"/>
            <a:ext cx="1385651" cy="1744353"/>
          </a:xfrm>
          <a:prstGeom prst="rect">
            <a:avLst/>
          </a:prstGeom>
          <a:noFill/>
          <a:ln w="19050">
            <a:solidFill>
              <a:schemeClr val="bg2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AD5BAF05-3D0E-4534-97E7-593DA831FBE6}"/>
              </a:ext>
            </a:extLst>
          </p:cNvPr>
          <p:cNvSpPr/>
          <p:nvPr/>
        </p:nvSpPr>
        <p:spPr>
          <a:xfrm>
            <a:off x="10277469" y="1680609"/>
            <a:ext cx="1385651" cy="225443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Coffee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xmlns="" id="{AC013B62-EBD2-4D31-A5AC-0D55B0172F85}"/>
              </a:ext>
            </a:extLst>
          </p:cNvPr>
          <p:cNvSpPr txBox="1">
            <a:spLocks/>
          </p:cNvSpPr>
          <p:nvPr/>
        </p:nvSpPr>
        <p:spPr>
          <a:xfrm>
            <a:off x="7159071" y="5078334"/>
            <a:ext cx="4051487" cy="14854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bg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599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Single Source of Truth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599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Data available for ecosystem as Crop Sown Registry in Agri Stack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599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Utilize for various purposes – Schemes, Policy Decisions, Advisory etc.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IN" sz="1599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GB" sz="1599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12B9FC4D-B031-445E-9B20-5E5A7BB7FD49}"/>
              </a:ext>
            </a:extLst>
          </p:cNvPr>
          <p:cNvSpPr txBox="1">
            <a:spLocks/>
          </p:cNvSpPr>
          <p:nvPr/>
        </p:nvSpPr>
        <p:spPr>
          <a:xfrm>
            <a:off x="609600" y="994641"/>
            <a:ext cx="10972800" cy="7337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bg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None/>
              <a:tabLst/>
              <a:defRPr/>
            </a:pPr>
            <a:r>
              <a:rPr kumimoji="0" lang="en-IN" sz="15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The Central Government is launching a Centrally </a:t>
            </a:r>
            <a:r>
              <a:rPr lang="en-IN" sz="1599" dirty="0">
                <a:solidFill>
                  <a:srgbClr val="2E2E38"/>
                </a:solidFill>
                <a:latin typeface="EYInterstate Light"/>
              </a:rPr>
              <a:t>S</a:t>
            </a:r>
            <a:r>
              <a:rPr kumimoji="0" lang="en-IN" sz="1599" b="0" i="0" u="none" strike="noStrike" kern="1200" cap="none" spc="0" normalizeH="0" baseline="0" noProof="0" dirty="0" err="1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ponsored</a:t>
            </a:r>
            <a:r>
              <a:rPr kumimoji="0" lang="en-IN" sz="15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 </a:t>
            </a:r>
            <a:r>
              <a:rPr lang="en-IN" sz="1599" dirty="0">
                <a:solidFill>
                  <a:srgbClr val="2E2E38"/>
                </a:solidFill>
                <a:latin typeface="EYInterstate Light"/>
              </a:rPr>
              <a:t>S</a:t>
            </a:r>
            <a:r>
              <a:rPr kumimoji="0" lang="en-IN" sz="1599" b="0" i="0" u="none" strike="noStrike" kern="1200" cap="none" spc="0" normalizeH="0" baseline="0" noProof="0" dirty="0" err="1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cheme</a:t>
            </a:r>
            <a:r>
              <a:rPr kumimoji="0" lang="en-IN" sz="15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 for Digital Crop Survey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None/>
              <a:tabLst/>
              <a:defRPr/>
            </a:pPr>
            <a:endParaRPr kumimoji="0" lang="en-IN" sz="15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None/>
              <a:tabLst/>
              <a:defRPr/>
            </a:pPr>
            <a:endParaRPr kumimoji="0" lang="en-IN" sz="15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356616" marR="0" lvl="0" indent="-356616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GB" sz="15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16111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ED2740-9C04-4602-AFAC-F2F74A2E0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6"/>
                </a:solidFill>
              </a:rPr>
              <a:t>Digital Crop Survey – Rollout Plan by Kharif 2023 </a:t>
            </a:r>
            <a:r>
              <a:rPr lang="en-IN" sz="2000" b="1" dirty="0">
                <a:solidFill>
                  <a:schemeClr val="accent6"/>
                </a:solidFill>
              </a:rPr>
              <a:t>(As a Centrally Sponsored Scheme)</a:t>
            </a:r>
            <a:endParaRPr lang="en-GB" sz="2800" b="1" dirty="0">
              <a:solidFill>
                <a:schemeClr val="accent6"/>
              </a:solidFill>
            </a:endParaRPr>
          </a:p>
        </p:txBody>
      </p:sp>
      <p:sp>
        <p:nvSpPr>
          <p:cNvPr id="82" name="Subtitle 2">
            <a:extLst>
              <a:ext uri="{FF2B5EF4-FFF2-40B4-BE49-F238E27FC236}">
                <a16:creationId xmlns:a16="http://schemas.microsoft.com/office/drawing/2014/main" xmlns="" id="{E3678C85-D9EF-4EC1-A7D8-3B353BD5BFC4}"/>
              </a:ext>
            </a:extLst>
          </p:cNvPr>
          <p:cNvSpPr txBox="1">
            <a:spLocks/>
          </p:cNvSpPr>
          <p:nvPr/>
        </p:nvSpPr>
        <p:spPr>
          <a:xfrm>
            <a:off x="615313" y="1191941"/>
            <a:ext cx="10967088" cy="523954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bg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71" marR="0" lvl="0" indent="-45697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lphaUcPeriod"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srgbClr val="188CE5">
                    <a:lumMod val="7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Pilot in 100% districts</a:t>
            </a:r>
          </a:p>
          <a:p>
            <a:pPr marL="812394" marR="0" lvl="1" indent="-27450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188CE5">
                    <a:lumMod val="7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Maharashtra</a:t>
            </a:r>
          </a:p>
          <a:p>
            <a:pPr marL="812394" marR="0" lvl="1" indent="-27450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188CE5">
                    <a:lumMod val="7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Madhya Pradesh</a:t>
            </a:r>
          </a:p>
          <a:p>
            <a:pPr marL="812394" marR="0" lvl="1" indent="-27450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188CE5">
                    <a:lumMod val="7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Andhra Pradesh</a:t>
            </a:r>
          </a:p>
          <a:p>
            <a:pPr marL="812394" marR="0" lvl="1" indent="-27450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188CE5">
                    <a:lumMod val="7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Telangana</a:t>
            </a:r>
          </a:p>
          <a:p>
            <a:pPr marL="812394" marR="0" lvl="1" indent="-27450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188CE5">
                    <a:lumMod val="75000"/>
                  </a:srgbClr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Karnataka</a:t>
            </a:r>
          </a:p>
          <a:p>
            <a:pPr marL="456971" marR="0" lvl="0" indent="-45697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lphaUcPeriod"/>
              <a:tabLst/>
              <a:defRPr/>
            </a:pP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456971" marR="0" lvl="0" indent="-45697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lphaUcPeriod"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Pilot in 20% districts</a:t>
            </a:r>
          </a:p>
          <a:p>
            <a:pPr marL="812394" marR="0" lvl="1" indent="-27450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Assam</a:t>
            </a:r>
          </a:p>
          <a:p>
            <a:pPr marL="812394" marR="0" lvl="1" indent="-27450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Odisha</a:t>
            </a:r>
          </a:p>
          <a:p>
            <a:pPr marL="812394" marR="0" lvl="1" indent="-27450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Rajasthan</a:t>
            </a:r>
          </a:p>
          <a:p>
            <a:pPr marL="812394" marR="0" lvl="1" indent="-27450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Tamil Nadu</a:t>
            </a:r>
          </a:p>
          <a:p>
            <a:pPr marL="812394" marR="0" lvl="1" indent="-27450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Uttar Pradesh</a:t>
            </a:r>
          </a:p>
          <a:p>
            <a:pPr marL="537893" marR="0" lvl="1" indent="0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endParaRPr kumimoji="0" lang="en-US" sz="1599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xmlns="" id="{9DF531D3-0421-42E9-90C4-91C4C7CDB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197" y="5090566"/>
            <a:ext cx="65" cy="276711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48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4" name="Freeform 80">
            <a:extLst>
              <a:ext uri="{FF2B5EF4-FFF2-40B4-BE49-F238E27FC236}">
                <a16:creationId xmlns:a16="http://schemas.microsoft.com/office/drawing/2014/main" xmlns="" id="{E5DB700B-257C-42DC-9309-9B0535419893}"/>
              </a:ext>
            </a:extLst>
          </p:cNvPr>
          <p:cNvSpPr>
            <a:spLocks noEditPoints="1"/>
          </p:cNvSpPr>
          <p:nvPr/>
        </p:nvSpPr>
        <p:spPr bwMode="auto">
          <a:xfrm>
            <a:off x="10421486" y="5219310"/>
            <a:ext cx="278317" cy="1285468"/>
          </a:xfrm>
          <a:custGeom>
            <a:avLst/>
            <a:gdLst>
              <a:gd name="T0" fmla="*/ 78 w 90"/>
              <a:gd name="T1" fmla="*/ 366 h 389"/>
              <a:gd name="T2" fmla="*/ 87 w 90"/>
              <a:gd name="T3" fmla="*/ 368 h 389"/>
              <a:gd name="T4" fmla="*/ 86 w 90"/>
              <a:gd name="T5" fmla="*/ 388 h 389"/>
              <a:gd name="T6" fmla="*/ 77 w 90"/>
              <a:gd name="T7" fmla="*/ 360 h 389"/>
              <a:gd name="T8" fmla="*/ 78 w 90"/>
              <a:gd name="T9" fmla="*/ 352 h 389"/>
              <a:gd name="T10" fmla="*/ 75 w 90"/>
              <a:gd name="T11" fmla="*/ 361 h 389"/>
              <a:gd name="T12" fmla="*/ 70 w 90"/>
              <a:gd name="T13" fmla="*/ 321 h 389"/>
              <a:gd name="T14" fmla="*/ 70 w 90"/>
              <a:gd name="T15" fmla="*/ 318 h 389"/>
              <a:gd name="T16" fmla="*/ 72 w 90"/>
              <a:gd name="T17" fmla="*/ 320 h 389"/>
              <a:gd name="T18" fmla="*/ 62 w 90"/>
              <a:gd name="T19" fmla="*/ 321 h 389"/>
              <a:gd name="T20" fmla="*/ 57 w 90"/>
              <a:gd name="T21" fmla="*/ 320 h 389"/>
              <a:gd name="T22" fmla="*/ 61 w 90"/>
              <a:gd name="T23" fmla="*/ 324 h 389"/>
              <a:gd name="T24" fmla="*/ 62 w 90"/>
              <a:gd name="T25" fmla="*/ 321 h 389"/>
              <a:gd name="T26" fmla="*/ 64 w 90"/>
              <a:gd name="T27" fmla="*/ 308 h 389"/>
              <a:gd name="T28" fmla="*/ 67 w 90"/>
              <a:gd name="T29" fmla="*/ 308 h 389"/>
              <a:gd name="T30" fmla="*/ 66 w 90"/>
              <a:gd name="T31" fmla="*/ 313 h 389"/>
              <a:gd name="T32" fmla="*/ 44 w 90"/>
              <a:gd name="T33" fmla="*/ 305 h 389"/>
              <a:gd name="T34" fmla="*/ 46 w 90"/>
              <a:gd name="T35" fmla="*/ 303 h 389"/>
              <a:gd name="T36" fmla="*/ 45 w 90"/>
              <a:gd name="T37" fmla="*/ 308 h 389"/>
              <a:gd name="T38" fmla="*/ 23 w 90"/>
              <a:gd name="T39" fmla="*/ 252 h 389"/>
              <a:gd name="T40" fmla="*/ 27 w 90"/>
              <a:gd name="T41" fmla="*/ 250 h 389"/>
              <a:gd name="T42" fmla="*/ 2 w 90"/>
              <a:gd name="T43" fmla="*/ 170 h 389"/>
              <a:gd name="T44" fmla="*/ 11 w 90"/>
              <a:gd name="T45" fmla="*/ 154 h 389"/>
              <a:gd name="T46" fmla="*/ 4 w 90"/>
              <a:gd name="T47" fmla="*/ 171 h 389"/>
              <a:gd name="T48" fmla="*/ 22 w 90"/>
              <a:gd name="T49" fmla="*/ 110 h 389"/>
              <a:gd name="T50" fmla="*/ 19 w 90"/>
              <a:gd name="T51" fmla="*/ 114 h 389"/>
              <a:gd name="T52" fmla="*/ 23 w 90"/>
              <a:gd name="T53" fmla="*/ 115 h 389"/>
              <a:gd name="T54" fmla="*/ 23 w 90"/>
              <a:gd name="T55" fmla="*/ 109 h 389"/>
              <a:gd name="T56" fmla="*/ 18 w 90"/>
              <a:gd name="T57" fmla="*/ 86 h 389"/>
              <a:gd name="T58" fmla="*/ 12 w 90"/>
              <a:gd name="T59" fmla="*/ 95 h 389"/>
              <a:gd name="T60" fmla="*/ 18 w 90"/>
              <a:gd name="T61" fmla="*/ 106 h 389"/>
              <a:gd name="T62" fmla="*/ 25 w 90"/>
              <a:gd name="T63" fmla="*/ 104 h 389"/>
              <a:gd name="T64" fmla="*/ 24 w 90"/>
              <a:gd name="T65" fmla="*/ 87 h 389"/>
              <a:gd name="T66" fmla="*/ 22 w 90"/>
              <a:gd name="T67" fmla="*/ 78 h 389"/>
              <a:gd name="T68" fmla="*/ 26 w 90"/>
              <a:gd name="T69" fmla="*/ 73 h 389"/>
              <a:gd name="T70" fmla="*/ 32 w 90"/>
              <a:gd name="T71" fmla="*/ 71 h 389"/>
              <a:gd name="T72" fmla="*/ 27 w 90"/>
              <a:gd name="T73" fmla="*/ 84 h 389"/>
              <a:gd name="T74" fmla="*/ 29 w 90"/>
              <a:gd name="T75" fmla="*/ 68 h 389"/>
              <a:gd name="T76" fmla="*/ 35 w 90"/>
              <a:gd name="T77" fmla="*/ 49 h 389"/>
              <a:gd name="T78" fmla="*/ 33 w 90"/>
              <a:gd name="T79" fmla="*/ 26 h 389"/>
              <a:gd name="T80" fmla="*/ 35 w 90"/>
              <a:gd name="T81" fmla="*/ 11 h 389"/>
              <a:gd name="T82" fmla="*/ 31 w 90"/>
              <a:gd name="T83" fmla="*/ 7 h 389"/>
              <a:gd name="T84" fmla="*/ 28 w 90"/>
              <a:gd name="T85" fmla="*/ 36 h 389"/>
              <a:gd name="T86" fmla="*/ 22 w 90"/>
              <a:gd name="T87" fmla="*/ 57 h 389"/>
              <a:gd name="T88" fmla="*/ 29 w 90"/>
              <a:gd name="T89" fmla="*/ 68 h 3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" h="389">
                <a:moveTo>
                  <a:pt x="82" y="379"/>
                </a:moveTo>
                <a:cubicBezTo>
                  <a:pt x="80" y="377"/>
                  <a:pt x="78" y="375"/>
                  <a:pt x="77" y="373"/>
                </a:cubicBezTo>
                <a:cubicBezTo>
                  <a:pt x="77" y="371"/>
                  <a:pt x="77" y="367"/>
                  <a:pt x="78" y="366"/>
                </a:cubicBezTo>
                <a:cubicBezTo>
                  <a:pt x="79" y="365"/>
                  <a:pt x="80" y="365"/>
                  <a:pt x="81" y="365"/>
                </a:cubicBezTo>
                <a:cubicBezTo>
                  <a:pt x="82" y="365"/>
                  <a:pt x="87" y="362"/>
                  <a:pt x="88" y="363"/>
                </a:cubicBezTo>
                <a:cubicBezTo>
                  <a:pt x="88" y="363"/>
                  <a:pt x="87" y="367"/>
                  <a:pt x="87" y="368"/>
                </a:cubicBezTo>
                <a:cubicBezTo>
                  <a:pt x="88" y="371"/>
                  <a:pt x="90" y="373"/>
                  <a:pt x="90" y="377"/>
                </a:cubicBezTo>
                <a:cubicBezTo>
                  <a:pt x="90" y="379"/>
                  <a:pt x="88" y="381"/>
                  <a:pt x="88" y="383"/>
                </a:cubicBezTo>
                <a:cubicBezTo>
                  <a:pt x="88" y="384"/>
                  <a:pt x="89" y="389"/>
                  <a:pt x="86" y="388"/>
                </a:cubicBezTo>
                <a:cubicBezTo>
                  <a:pt x="84" y="388"/>
                  <a:pt x="83" y="381"/>
                  <a:pt x="82" y="380"/>
                </a:cubicBezTo>
                <a:cubicBezTo>
                  <a:pt x="82" y="380"/>
                  <a:pt x="82" y="378"/>
                  <a:pt x="82" y="379"/>
                </a:cubicBezTo>
                <a:close/>
                <a:moveTo>
                  <a:pt x="77" y="360"/>
                </a:moveTo>
                <a:cubicBezTo>
                  <a:pt x="77" y="359"/>
                  <a:pt x="79" y="357"/>
                  <a:pt x="79" y="356"/>
                </a:cubicBezTo>
                <a:cubicBezTo>
                  <a:pt x="80" y="356"/>
                  <a:pt x="80" y="351"/>
                  <a:pt x="79" y="351"/>
                </a:cubicBezTo>
                <a:cubicBezTo>
                  <a:pt x="78" y="351"/>
                  <a:pt x="78" y="352"/>
                  <a:pt x="78" y="352"/>
                </a:cubicBezTo>
                <a:cubicBezTo>
                  <a:pt x="78" y="353"/>
                  <a:pt x="77" y="354"/>
                  <a:pt x="76" y="354"/>
                </a:cubicBezTo>
                <a:cubicBezTo>
                  <a:pt x="75" y="355"/>
                  <a:pt x="74" y="355"/>
                  <a:pt x="74" y="357"/>
                </a:cubicBezTo>
                <a:cubicBezTo>
                  <a:pt x="75" y="358"/>
                  <a:pt x="74" y="360"/>
                  <a:pt x="75" y="361"/>
                </a:cubicBezTo>
                <a:cubicBezTo>
                  <a:pt x="77" y="360"/>
                  <a:pt x="77" y="360"/>
                  <a:pt x="77" y="360"/>
                </a:cubicBezTo>
                <a:close/>
                <a:moveTo>
                  <a:pt x="71" y="322"/>
                </a:moveTo>
                <a:cubicBezTo>
                  <a:pt x="70" y="322"/>
                  <a:pt x="70" y="321"/>
                  <a:pt x="70" y="321"/>
                </a:cubicBezTo>
                <a:cubicBezTo>
                  <a:pt x="69" y="320"/>
                  <a:pt x="69" y="320"/>
                  <a:pt x="69" y="319"/>
                </a:cubicBezTo>
                <a:cubicBezTo>
                  <a:pt x="69" y="319"/>
                  <a:pt x="68" y="319"/>
                  <a:pt x="68" y="319"/>
                </a:cubicBezTo>
                <a:cubicBezTo>
                  <a:pt x="69" y="319"/>
                  <a:pt x="70" y="318"/>
                  <a:pt x="70" y="318"/>
                </a:cubicBezTo>
                <a:cubicBezTo>
                  <a:pt x="70" y="318"/>
                  <a:pt x="71" y="317"/>
                  <a:pt x="71" y="317"/>
                </a:cubicBezTo>
                <a:cubicBezTo>
                  <a:pt x="71" y="317"/>
                  <a:pt x="72" y="319"/>
                  <a:pt x="72" y="319"/>
                </a:cubicBezTo>
                <a:cubicBezTo>
                  <a:pt x="72" y="319"/>
                  <a:pt x="72" y="320"/>
                  <a:pt x="72" y="320"/>
                </a:cubicBezTo>
                <a:cubicBezTo>
                  <a:pt x="72" y="320"/>
                  <a:pt x="71" y="321"/>
                  <a:pt x="71" y="321"/>
                </a:cubicBezTo>
                <a:cubicBezTo>
                  <a:pt x="71" y="322"/>
                  <a:pt x="71" y="322"/>
                  <a:pt x="71" y="322"/>
                </a:cubicBezTo>
                <a:close/>
                <a:moveTo>
                  <a:pt x="62" y="321"/>
                </a:moveTo>
                <a:cubicBezTo>
                  <a:pt x="62" y="321"/>
                  <a:pt x="61" y="319"/>
                  <a:pt x="60" y="319"/>
                </a:cubicBezTo>
                <a:cubicBezTo>
                  <a:pt x="60" y="319"/>
                  <a:pt x="59" y="319"/>
                  <a:pt x="59" y="319"/>
                </a:cubicBezTo>
                <a:cubicBezTo>
                  <a:pt x="58" y="319"/>
                  <a:pt x="55" y="318"/>
                  <a:pt x="57" y="320"/>
                </a:cubicBezTo>
                <a:cubicBezTo>
                  <a:pt x="57" y="321"/>
                  <a:pt x="58" y="321"/>
                  <a:pt x="59" y="322"/>
                </a:cubicBezTo>
                <a:cubicBezTo>
                  <a:pt x="59" y="322"/>
                  <a:pt x="59" y="323"/>
                  <a:pt x="59" y="324"/>
                </a:cubicBezTo>
                <a:cubicBezTo>
                  <a:pt x="59" y="324"/>
                  <a:pt x="60" y="324"/>
                  <a:pt x="61" y="324"/>
                </a:cubicBezTo>
                <a:cubicBezTo>
                  <a:pt x="62" y="324"/>
                  <a:pt x="62" y="324"/>
                  <a:pt x="63" y="325"/>
                </a:cubicBezTo>
                <a:cubicBezTo>
                  <a:pt x="63" y="325"/>
                  <a:pt x="63" y="325"/>
                  <a:pt x="64" y="324"/>
                </a:cubicBezTo>
                <a:cubicBezTo>
                  <a:pt x="62" y="321"/>
                  <a:pt x="62" y="321"/>
                  <a:pt x="62" y="321"/>
                </a:cubicBezTo>
                <a:close/>
                <a:moveTo>
                  <a:pt x="66" y="312"/>
                </a:moveTo>
                <a:cubicBezTo>
                  <a:pt x="65" y="312"/>
                  <a:pt x="64" y="310"/>
                  <a:pt x="64" y="309"/>
                </a:cubicBezTo>
                <a:cubicBezTo>
                  <a:pt x="64" y="308"/>
                  <a:pt x="64" y="308"/>
                  <a:pt x="64" y="308"/>
                </a:cubicBezTo>
                <a:cubicBezTo>
                  <a:pt x="65" y="307"/>
                  <a:pt x="66" y="305"/>
                  <a:pt x="67" y="305"/>
                </a:cubicBezTo>
                <a:cubicBezTo>
                  <a:pt x="68" y="305"/>
                  <a:pt x="68" y="306"/>
                  <a:pt x="68" y="307"/>
                </a:cubicBezTo>
                <a:cubicBezTo>
                  <a:pt x="68" y="307"/>
                  <a:pt x="67" y="308"/>
                  <a:pt x="67" y="308"/>
                </a:cubicBezTo>
                <a:cubicBezTo>
                  <a:pt x="66" y="310"/>
                  <a:pt x="67" y="310"/>
                  <a:pt x="67" y="311"/>
                </a:cubicBezTo>
                <a:cubicBezTo>
                  <a:pt x="67" y="311"/>
                  <a:pt x="68" y="312"/>
                  <a:pt x="68" y="312"/>
                </a:cubicBezTo>
                <a:cubicBezTo>
                  <a:pt x="67" y="313"/>
                  <a:pt x="67" y="313"/>
                  <a:pt x="66" y="313"/>
                </a:cubicBezTo>
                <a:cubicBezTo>
                  <a:pt x="66" y="312"/>
                  <a:pt x="66" y="312"/>
                  <a:pt x="66" y="312"/>
                </a:cubicBezTo>
                <a:close/>
                <a:moveTo>
                  <a:pt x="45" y="308"/>
                </a:moveTo>
                <a:cubicBezTo>
                  <a:pt x="45" y="307"/>
                  <a:pt x="45" y="306"/>
                  <a:pt x="44" y="305"/>
                </a:cubicBezTo>
                <a:cubicBezTo>
                  <a:pt x="43" y="305"/>
                  <a:pt x="41" y="305"/>
                  <a:pt x="42" y="303"/>
                </a:cubicBezTo>
                <a:cubicBezTo>
                  <a:pt x="42" y="302"/>
                  <a:pt x="43" y="300"/>
                  <a:pt x="43" y="299"/>
                </a:cubicBezTo>
                <a:cubicBezTo>
                  <a:pt x="44" y="299"/>
                  <a:pt x="46" y="302"/>
                  <a:pt x="46" y="303"/>
                </a:cubicBezTo>
                <a:cubicBezTo>
                  <a:pt x="47" y="303"/>
                  <a:pt x="47" y="304"/>
                  <a:pt x="48" y="305"/>
                </a:cubicBezTo>
                <a:cubicBezTo>
                  <a:pt x="48" y="306"/>
                  <a:pt x="47" y="306"/>
                  <a:pt x="46" y="307"/>
                </a:cubicBezTo>
                <a:cubicBezTo>
                  <a:pt x="45" y="308"/>
                  <a:pt x="45" y="308"/>
                  <a:pt x="45" y="308"/>
                </a:cubicBezTo>
                <a:close/>
                <a:moveTo>
                  <a:pt x="26" y="253"/>
                </a:moveTo>
                <a:cubicBezTo>
                  <a:pt x="25" y="253"/>
                  <a:pt x="25" y="254"/>
                  <a:pt x="24" y="254"/>
                </a:cubicBezTo>
                <a:cubicBezTo>
                  <a:pt x="23" y="254"/>
                  <a:pt x="23" y="253"/>
                  <a:pt x="23" y="252"/>
                </a:cubicBezTo>
                <a:cubicBezTo>
                  <a:pt x="22" y="250"/>
                  <a:pt x="24" y="250"/>
                  <a:pt x="24" y="249"/>
                </a:cubicBezTo>
                <a:cubicBezTo>
                  <a:pt x="25" y="249"/>
                  <a:pt x="25" y="248"/>
                  <a:pt x="25" y="247"/>
                </a:cubicBezTo>
                <a:cubicBezTo>
                  <a:pt x="26" y="247"/>
                  <a:pt x="27" y="249"/>
                  <a:pt x="27" y="250"/>
                </a:cubicBezTo>
                <a:cubicBezTo>
                  <a:pt x="27" y="250"/>
                  <a:pt x="28" y="251"/>
                  <a:pt x="27" y="252"/>
                </a:cubicBezTo>
                <a:cubicBezTo>
                  <a:pt x="26" y="253"/>
                  <a:pt x="26" y="253"/>
                  <a:pt x="26" y="253"/>
                </a:cubicBezTo>
                <a:close/>
                <a:moveTo>
                  <a:pt x="2" y="170"/>
                </a:moveTo>
                <a:cubicBezTo>
                  <a:pt x="2" y="167"/>
                  <a:pt x="0" y="160"/>
                  <a:pt x="3" y="158"/>
                </a:cubicBezTo>
                <a:cubicBezTo>
                  <a:pt x="4" y="157"/>
                  <a:pt x="5" y="157"/>
                  <a:pt x="6" y="156"/>
                </a:cubicBezTo>
                <a:cubicBezTo>
                  <a:pt x="7" y="155"/>
                  <a:pt x="10" y="151"/>
                  <a:pt x="11" y="154"/>
                </a:cubicBezTo>
                <a:cubicBezTo>
                  <a:pt x="12" y="158"/>
                  <a:pt x="12" y="163"/>
                  <a:pt x="12" y="167"/>
                </a:cubicBezTo>
                <a:cubicBezTo>
                  <a:pt x="12" y="169"/>
                  <a:pt x="12" y="172"/>
                  <a:pt x="11" y="173"/>
                </a:cubicBezTo>
                <a:cubicBezTo>
                  <a:pt x="9" y="174"/>
                  <a:pt x="5" y="173"/>
                  <a:pt x="4" y="171"/>
                </a:cubicBezTo>
                <a:cubicBezTo>
                  <a:pt x="2" y="170"/>
                  <a:pt x="2" y="170"/>
                  <a:pt x="2" y="170"/>
                </a:cubicBezTo>
                <a:close/>
                <a:moveTo>
                  <a:pt x="23" y="109"/>
                </a:moveTo>
                <a:cubicBezTo>
                  <a:pt x="23" y="109"/>
                  <a:pt x="23" y="110"/>
                  <a:pt x="22" y="110"/>
                </a:cubicBezTo>
                <a:cubicBezTo>
                  <a:pt x="22" y="111"/>
                  <a:pt x="22" y="111"/>
                  <a:pt x="21" y="111"/>
                </a:cubicBezTo>
                <a:cubicBezTo>
                  <a:pt x="20" y="111"/>
                  <a:pt x="18" y="111"/>
                  <a:pt x="19" y="112"/>
                </a:cubicBezTo>
                <a:cubicBezTo>
                  <a:pt x="19" y="112"/>
                  <a:pt x="19" y="113"/>
                  <a:pt x="19" y="114"/>
                </a:cubicBezTo>
                <a:cubicBezTo>
                  <a:pt x="19" y="115"/>
                  <a:pt x="19" y="115"/>
                  <a:pt x="20" y="116"/>
                </a:cubicBezTo>
                <a:cubicBezTo>
                  <a:pt x="20" y="116"/>
                  <a:pt x="21" y="116"/>
                  <a:pt x="21" y="116"/>
                </a:cubicBezTo>
                <a:cubicBezTo>
                  <a:pt x="21" y="116"/>
                  <a:pt x="22" y="115"/>
                  <a:pt x="23" y="115"/>
                </a:cubicBezTo>
                <a:cubicBezTo>
                  <a:pt x="23" y="114"/>
                  <a:pt x="23" y="114"/>
                  <a:pt x="23" y="113"/>
                </a:cubicBezTo>
                <a:cubicBezTo>
                  <a:pt x="23" y="113"/>
                  <a:pt x="24" y="112"/>
                  <a:pt x="24" y="112"/>
                </a:cubicBezTo>
                <a:cubicBezTo>
                  <a:pt x="23" y="109"/>
                  <a:pt x="23" y="109"/>
                  <a:pt x="23" y="109"/>
                </a:cubicBezTo>
                <a:close/>
                <a:moveTo>
                  <a:pt x="22" y="78"/>
                </a:moveTo>
                <a:cubicBezTo>
                  <a:pt x="21" y="79"/>
                  <a:pt x="20" y="77"/>
                  <a:pt x="19" y="77"/>
                </a:cubicBezTo>
                <a:cubicBezTo>
                  <a:pt x="17" y="77"/>
                  <a:pt x="18" y="84"/>
                  <a:pt x="18" y="86"/>
                </a:cubicBezTo>
                <a:cubicBezTo>
                  <a:pt x="17" y="88"/>
                  <a:pt x="17" y="91"/>
                  <a:pt x="17" y="94"/>
                </a:cubicBezTo>
                <a:cubicBezTo>
                  <a:pt x="17" y="96"/>
                  <a:pt x="17" y="98"/>
                  <a:pt x="15" y="96"/>
                </a:cubicBezTo>
                <a:cubicBezTo>
                  <a:pt x="14" y="95"/>
                  <a:pt x="12" y="91"/>
                  <a:pt x="12" y="95"/>
                </a:cubicBezTo>
                <a:cubicBezTo>
                  <a:pt x="13" y="96"/>
                  <a:pt x="13" y="98"/>
                  <a:pt x="14" y="99"/>
                </a:cubicBezTo>
                <a:cubicBezTo>
                  <a:pt x="15" y="100"/>
                  <a:pt x="16" y="100"/>
                  <a:pt x="16" y="101"/>
                </a:cubicBezTo>
                <a:cubicBezTo>
                  <a:pt x="17" y="102"/>
                  <a:pt x="17" y="106"/>
                  <a:pt x="18" y="106"/>
                </a:cubicBezTo>
                <a:cubicBezTo>
                  <a:pt x="19" y="106"/>
                  <a:pt x="20" y="103"/>
                  <a:pt x="21" y="102"/>
                </a:cubicBezTo>
                <a:cubicBezTo>
                  <a:pt x="22" y="102"/>
                  <a:pt x="22" y="103"/>
                  <a:pt x="23" y="104"/>
                </a:cubicBezTo>
                <a:cubicBezTo>
                  <a:pt x="23" y="106"/>
                  <a:pt x="24" y="107"/>
                  <a:pt x="25" y="104"/>
                </a:cubicBezTo>
                <a:cubicBezTo>
                  <a:pt x="25" y="101"/>
                  <a:pt x="26" y="98"/>
                  <a:pt x="27" y="96"/>
                </a:cubicBezTo>
                <a:cubicBezTo>
                  <a:pt x="26" y="96"/>
                  <a:pt x="22" y="99"/>
                  <a:pt x="22" y="97"/>
                </a:cubicBezTo>
                <a:cubicBezTo>
                  <a:pt x="21" y="94"/>
                  <a:pt x="24" y="91"/>
                  <a:pt x="24" y="87"/>
                </a:cubicBezTo>
                <a:cubicBezTo>
                  <a:pt x="24" y="86"/>
                  <a:pt x="23" y="86"/>
                  <a:pt x="23" y="84"/>
                </a:cubicBezTo>
                <a:cubicBezTo>
                  <a:pt x="22" y="83"/>
                  <a:pt x="22" y="81"/>
                  <a:pt x="23" y="80"/>
                </a:cubicBezTo>
                <a:cubicBezTo>
                  <a:pt x="22" y="78"/>
                  <a:pt x="22" y="78"/>
                  <a:pt x="22" y="78"/>
                </a:cubicBezTo>
                <a:close/>
                <a:moveTo>
                  <a:pt x="26" y="79"/>
                </a:moveTo>
                <a:cubicBezTo>
                  <a:pt x="26" y="78"/>
                  <a:pt x="26" y="77"/>
                  <a:pt x="26" y="76"/>
                </a:cubicBezTo>
                <a:cubicBezTo>
                  <a:pt x="27" y="75"/>
                  <a:pt x="26" y="74"/>
                  <a:pt x="26" y="73"/>
                </a:cubicBezTo>
                <a:cubicBezTo>
                  <a:pt x="26" y="72"/>
                  <a:pt x="26" y="72"/>
                  <a:pt x="27" y="71"/>
                </a:cubicBezTo>
                <a:cubicBezTo>
                  <a:pt x="27" y="71"/>
                  <a:pt x="28" y="71"/>
                  <a:pt x="29" y="71"/>
                </a:cubicBezTo>
                <a:cubicBezTo>
                  <a:pt x="30" y="71"/>
                  <a:pt x="31" y="71"/>
                  <a:pt x="32" y="71"/>
                </a:cubicBezTo>
                <a:cubicBezTo>
                  <a:pt x="32" y="72"/>
                  <a:pt x="30" y="74"/>
                  <a:pt x="30" y="75"/>
                </a:cubicBezTo>
                <a:cubicBezTo>
                  <a:pt x="29" y="77"/>
                  <a:pt x="28" y="79"/>
                  <a:pt x="28" y="81"/>
                </a:cubicBezTo>
                <a:cubicBezTo>
                  <a:pt x="28" y="82"/>
                  <a:pt x="27" y="83"/>
                  <a:pt x="27" y="84"/>
                </a:cubicBezTo>
                <a:cubicBezTo>
                  <a:pt x="26" y="85"/>
                  <a:pt x="24" y="84"/>
                  <a:pt x="24" y="83"/>
                </a:cubicBezTo>
                <a:cubicBezTo>
                  <a:pt x="26" y="79"/>
                  <a:pt x="26" y="79"/>
                  <a:pt x="26" y="79"/>
                </a:cubicBezTo>
                <a:close/>
                <a:moveTo>
                  <a:pt x="29" y="68"/>
                </a:moveTo>
                <a:cubicBezTo>
                  <a:pt x="29" y="66"/>
                  <a:pt x="27" y="63"/>
                  <a:pt x="29" y="62"/>
                </a:cubicBezTo>
                <a:cubicBezTo>
                  <a:pt x="31" y="60"/>
                  <a:pt x="32" y="62"/>
                  <a:pt x="34" y="62"/>
                </a:cubicBezTo>
                <a:cubicBezTo>
                  <a:pt x="40" y="61"/>
                  <a:pt x="35" y="52"/>
                  <a:pt x="35" y="49"/>
                </a:cubicBezTo>
                <a:cubicBezTo>
                  <a:pt x="35" y="47"/>
                  <a:pt x="37" y="43"/>
                  <a:pt x="36" y="41"/>
                </a:cubicBezTo>
                <a:cubicBezTo>
                  <a:pt x="34" y="35"/>
                  <a:pt x="30" y="37"/>
                  <a:pt x="33" y="31"/>
                </a:cubicBezTo>
                <a:cubicBezTo>
                  <a:pt x="34" y="30"/>
                  <a:pt x="32" y="28"/>
                  <a:pt x="33" y="26"/>
                </a:cubicBezTo>
                <a:cubicBezTo>
                  <a:pt x="34" y="24"/>
                  <a:pt x="39" y="27"/>
                  <a:pt x="39" y="25"/>
                </a:cubicBezTo>
                <a:cubicBezTo>
                  <a:pt x="40" y="24"/>
                  <a:pt x="38" y="18"/>
                  <a:pt x="39" y="16"/>
                </a:cubicBezTo>
                <a:cubicBezTo>
                  <a:pt x="39" y="13"/>
                  <a:pt x="36" y="13"/>
                  <a:pt x="35" y="11"/>
                </a:cubicBezTo>
                <a:cubicBezTo>
                  <a:pt x="34" y="9"/>
                  <a:pt x="37" y="8"/>
                  <a:pt x="38" y="8"/>
                </a:cubicBezTo>
                <a:cubicBezTo>
                  <a:pt x="40" y="6"/>
                  <a:pt x="39" y="0"/>
                  <a:pt x="37" y="0"/>
                </a:cubicBezTo>
                <a:cubicBezTo>
                  <a:pt x="37" y="1"/>
                  <a:pt x="32" y="5"/>
                  <a:pt x="31" y="7"/>
                </a:cubicBezTo>
                <a:cubicBezTo>
                  <a:pt x="28" y="11"/>
                  <a:pt x="31" y="13"/>
                  <a:pt x="31" y="17"/>
                </a:cubicBezTo>
                <a:cubicBezTo>
                  <a:pt x="31" y="20"/>
                  <a:pt x="30" y="22"/>
                  <a:pt x="29" y="25"/>
                </a:cubicBezTo>
                <a:cubicBezTo>
                  <a:pt x="28" y="29"/>
                  <a:pt x="29" y="32"/>
                  <a:pt x="28" y="36"/>
                </a:cubicBezTo>
                <a:cubicBezTo>
                  <a:pt x="27" y="40"/>
                  <a:pt x="19" y="44"/>
                  <a:pt x="27" y="49"/>
                </a:cubicBezTo>
                <a:cubicBezTo>
                  <a:pt x="27" y="51"/>
                  <a:pt x="23" y="50"/>
                  <a:pt x="22" y="52"/>
                </a:cubicBezTo>
                <a:cubicBezTo>
                  <a:pt x="21" y="53"/>
                  <a:pt x="22" y="56"/>
                  <a:pt x="22" y="57"/>
                </a:cubicBezTo>
                <a:cubicBezTo>
                  <a:pt x="23" y="60"/>
                  <a:pt x="21" y="62"/>
                  <a:pt x="21" y="65"/>
                </a:cubicBezTo>
                <a:cubicBezTo>
                  <a:pt x="20" y="69"/>
                  <a:pt x="24" y="69"/>
                  <a:pt x="27" y="69"/>
                </a:cubicBezTo>
                <a:lnTo>
                  <a:pt x="29" y="68"/>
                </a:ln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5" name="Freeform 81">
            <a:extLst>
              <a:ext uri="{FF2B5EF4-FFF2-40B4-BE49-F238E27FC236}">
                <a16:creationId xmlns:a16="http://schemas.microsoft.com/office/drawing/2014/main" xmlns="" id="{41A915BE-E9E7-403F-AB45-F36DCD8A252C}"/>
              </a:ext>
            </a:extLst>
          </p:cNvPr>
          <p:cNvSpPr>
            <a:spLocks noEditPoints="1"/>
          </p:cNvSpPr>
          <p:nvPr/>
        </p:nvSpPr>
        <p:spPr bwMode="auto">
          <a:xfrm>
            <a:off x="6818113" y="5536222"/>
            <a:ext cx="329926" cy="1073534"/>
          </a:xfrm>
          <a:custGeom>
            <a:avLst/>
            <a:gdLst>
              <a:gd name="T0" fmla="*/ 49 w 107"/>
              <a:gd name="T1" fmla="*/ 73 h 325"/>
              <a:gd name="T2" fmla="*/ 50 w 107"/>
              <a:gd name="T3" fmla="*/ 77 h 325"/>
              <a:gd name="T4" fmla="*/ 2 w 107"/>
              <a:gd name="T5" fmla="*/ 0 h 325"/>
              <a:gd name="T6" fmla="*/ 0 w 107"/>
              <a:gd name="T7" fmla="*/ 0 h 325"/>
              <a:gd name="T8" fmla="*/ 3 w 107"/>
              <a:gd name="T9" fmla="*/ 2 h 325"/>
              <a:gd name="T10" fmla="*/ 2 w 107"/>
              <a:gd name="T11" fmla="*/ 0 h 325"/>
              <a:gd name="T12" fmla="*/ 73 w 107"/>
              <a:gd name="T13" fmla="*/ 303 h 325"/>
              <a:gd name="T14" fmla="*/ 76 w 107"/>
              <a:gd name="T15" fmla="*/ 297 h 325"/>
              <a:gd name="T16" fmla="*/ 76 w 107"/>
              <a:gd name="T17" fmla="*/ 298 h 325"/>
              <a:gd name="T18" fmla="*/ 80 w 107"/>
              <a:gd name="T19" fmla="*/ 293 h 325"/>
              <a:gd name="T20" fmla="*/ 80 w 107"/>
              <a:gd name="T21" fmla="*/ 293 h 325"/>
              <a:gd name="T22" fmla="*/ 81 w 107"/>
              <a:gd name="T23" fmla="*/ 291 h 325"/>
              <a:gd name="T24" fmla="*/ 82 w 107"/>
              <a:gd name="T25" fmla="*/ 287 h 325"/>
              <a:gd name="T26" fmla="*/ 83 w 107"/>
              <a:gd name="T27" fmla="*/ 287 h 325"/>
              <a:gd name="T28" fmla="*/ 81 w 107"/>
              <a:gd name="T29" fmla="*/ 284 h 325"/>
              <a:gd name="T30" fmla="*/ 81 w 107"/>
              <a:gd name="T31" fmla="*/ 283 h 325"/>
              <a:gd name="T32" fmla="*/ 63 w 107"/>
              <a:gd name="T33" fmla="*/ 304 h 325"/>
              <a:gd name="T34" fmla="*/ 64 w 107"/>
              <a:gd name="T35" fmla="*/ 305 h 325"/>
              <a:gd name="T36" fmla="*/ 63 w 107"/>
              <a:gd name="T37" fmla="*/ 312 h 325"/>
              <a:gd name="T38" fmla="*/ 63 w 107"/>
              <a:gd name="T39" fmla="*/ 311 h 325"/>
              <a:gd name="T40" fmla="*/ 45 w 107"/>
              <a:gd name="T41" fmla="*/ 322 h 325"/>
              <a:gd name="T42" fmla="*/ 46 w 107"/>
              <a:gd name="T43" fmla="*/ 325 h 325"/>
              <a:gd name="T44" fmla="*/ 46 w 107"/>
              <a:gd name="T45" fmla="*/ 322 h 325"/>
              <a:gd name="T46" fmla="*/ 52 w 107"/>
              <a:gd name="T47" fmla="*/ 315 h 325"/>
              <a:gd name="T48" fmla="*/ 51 w 107"/>
              <a:gd name="T49" fmla="*/ 315 h 325"/>
              <a:gd name="T50" fmla="*/ 71 w 107"/>
              <a:gd name="T51" fmla="*/ 207 h 325"/>
              <a:gd name="T52" fmla="*/ 73 w 107"/>
              <a:gd name="T53" fmla="*/ 207 h 325"/>
              <a:gd name="T54" fmla="*/ 107 w 107"/>
              <a:gd name="T55" fmla="*/ 101 h 325"/>
              <a:gd name="T56" fmla="*/ 106 w 107"/>
              <a:gd name="T57" fmla="*/ 102 h 325"/>
              <a:gd name="T58" fmla="*/ 106 w 107"/>
              <a:gd name="T59" fmla="*/ 104 h 325"/>
              <a:gd name="T60" fmla="*/ 23 w 107"/>
              <a:gd name="T61" fmla="*/ 58 h 325"/>
              <a:gd name="T62" fmla="*/ 24 w 107"/>
              <a:gd name="T63" fmla="*/ 58 h 325"/>
              <a:gd name="T64" fmla="*/ 28 w 107"/>
              <a:gd name="T65" fmla="*/ 52 h 325"/>
              <a:gd name="T66" fmla="*/ 28 w 107"/>
              <a:gd name="T67" fmla="*/ 55 h 325"/>
              <a:gd name="T68" fmla="*/ 30 w 107"/>
              <a:gd name="T69" fmla="*/ 54 h 325"/>
              <a:gd name="T70" fmla="*/ 29 w 107"/>
              <a:gd name="T71" fmla="*/ 53 h 325"/>
              <a:gd name="T72" fmla="*/ 15 w 107"/>
              <a:gd name="T73" fmla="*/ 40 h 325"/>
              <a:gd name="T74" fmla="*/ 15 w 107"/>
              <a:gd name="T75" fmla="*/ 42 h 325"/>
              <a:gd name="T76" fmla="*/ 16 w 107"/>
              <a:gd name="T77" fmla="*/ 40 h 325"/>
              <a:gd name="T78" fmla="*/ 28 w 107"/>
              <a:gd name="T79" fmla="*/ 103 h 325"/>
              <a:gd name="T80" fmla="*/ 26 w 107"/>
              <a:gd name="T81" fmla="*/ 106 h 325"/>
              <a:gd name="T82" fmla="*/ 29 w 107"/>
              <a:gd name="T83" fmla="*/ 107 h 325"/>
              <a:gd name="T84" fmla="*/ 32 w 107"/>
              <a:gd name="T85" fmla="*/ 105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7" h="325">
                <a:moveTo>
                  <a:pt x="51" y="75"/>
                </a:moveTo>
                <a:cubicBezTo>
                  <a:pt x="50" y="74"/>
                  <a:pt x="50" y="73"/>
                  <a:pt x="49" y="73"/>
                </a:cubicBezTo>
                <a:cubicBezTo>
                  <a:pt x="49" y="73"/>
                  <a:pt x="49" y="73"/>
                  <a:pt x="49" y="73"/>
                </a:cubicBezTo>
                <a:cubicBezTo>
                  <a:pt x="48" y="74"/>
                  <a:pt x="48" y="75"/>
                  <a:pt x="48" y="76"/>
                </a:cubicBezTo>
                <a:cubicBezTo>
                  <a:pt x="48" y="76"/>
                  <a:pt x="48" y="76"/>
                  <a:pt x="48" y="77"/>
                </a:cubicBezTo>
                <a:cubicBezTo>
                  <a:pt x="49" y="77"/>
                  <a:pt x="50" y="77"/>
                  <a:pt x="50" y="77"/>
                </a:cubicBezTo>
                <a:cubicBezTo>
                  <a:pt x="50" y="76"/>
                  <a:pt x="50" y="75"/>
                  <a:pt x="50" y="74"/>
                </a:cubicBezTo>
                <a:cubicBezTo>
                  <a:pt x="51" y="75"/>
                  <a:pt x="51" y="75"/>
                  <a:pt x="51" y="75"/>
                </a:cubicBezTo>
                <a:close/>
                <a:moveTo>
                  <a:pt x="2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2"/>
                  <a:pt x="2" y="2"/>
                  <a:pt x="3" y="2"/>
                </a:cubicBezTo>
                <a:cubicBezTo>
                  <a:pt x="3" y="2"/>
                  <a:pt x="3" y="2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1"/>
                  <a:pt x="2" y="0"/>
                </a:cubicBezTo>
                <a:close/>
                <a:moveTo>
                  <a:pt x="74" y="302"/>
                </a:moveTo>
                <a:cubicBezTo>
                  <a:pt x="74" y="302"/>
                  <a:pt x="74" y="302"/>
                  <a:pt x="74" y="302"/>
                </a:cubicBezTo>
                <a:cubicBezTo>
                  <a:pt x="73" y="302"/>
                  <a:pt x="73" y="302"/>
                  <a:pt x="73" y="303"/>
                </a:cubicBezTo>
                <a:cubicBezTo>
                  <a:pt x="74" y="303"/>
                  <a:pt x="74" y="303"/>
                  <a:pt x="74" y="303"/>
                </a:cubicBezTo>
                <a:cubicBezTo>
                  <a:pt x="74" y="302"/>
                  <a:pt x="74" y="302"/>
                  <a:pt x="74" y="302"/>
                </a:cubicBezTo>
                <a:close/>
                <a:moveTo>
                  <a:pt x="76" y="297"/>
                </a:moveTo>
                <a:cubicBezTo>
                  <a:pt x="76" y="297"/>
                  <a:pt x="76" y="298"/>
                  <a:pt x="76" y="298"/>
                </a:cubicBezTo>
                <a:cubicBezTo>
                  <a:pt x="76" y="298"/>
                  <a:pt x="76" y="298"/>
                  <a:pt x="76" y="298"/>
                </a:cubicBezTo>
                <a:cubicBezTo>
                  <a:pt x="76" y="298"/>
                  <a:pt x="76" y="298"/>
                  <a:pt x="76" y="298"/>
                </a:cubicBezTo>
                <a:cubicBezTo>
                  <a:pt x="76" y="298"/>
                  <a:pt x="77" y="298"/>
                  <a:pt x="77" y="298"/>
                </a:cubicBezTo>
                <a:cubicBezTo>
                  <a:pt x="77" y="298"/>
                  <a:pt x="77" y="298"/>
                  <a:pt x="76" y="297"/>
                </a:cubicBezTo>
                <a:close/>
                <a:moveTo>
                  <a:pt x="80" y="293"/>
                </a:moveTo>
                <a:cubicBezTo>
                  <a:pt x="80" y="294"/>
                  <a:pt x="80" y="294"/>
                  <a:pt x="79" y="294"/>
                </a:cubicBezTo>
                <a:cubicBezTo>
                  <a:pt x="80" y="294"/>
                  <a:pt x="80" y="294"/>
                  <a:pt x="80" y="294"/>
                </a:cubicBezTo>
                <a:cubicBezTo>
                  <a:pt x="80" y="294"/>
                  <a:pt x="80" y="294"/>
                  <a:pt x="80" y="293"/>
                </a:cubicBezTo>
                <a:close/>
                <a:moveTo>
                  <a:pt x="82" y="290"/>
                </a:moveTo>
                <a:cubicBezTo>
                  <a:pt x="81" y="290"/>
                  <a:pt x="81" y="291"/>
                  <a:pt x="81" y="291"/>
                </a:cubicBezTo>
                <a:cubicBezTo>
                  <a:pt x="81" y="291"/>
                  <a:pt x="81" y="291"/>
                  <a:pt x="81" y="291"/>
                </a:cubicBezTo>
                <a:cubicBezTo>
                  <a:pt x="82" y="291"/>
                  <a:pt x="82" y="291"/>
                  <a:pt x="82" y="290"/>
                </a:cubicBezTo>
                <a:close/>
                <a:moveTo>
                  <a:pt x="83" y="286"/>
                </a:moveTo>
                <a:cubicBezTo>
                  <a:pt x="83" y="286"/>
                  <a:pt x="82" y="287"/>
                  <a:pt x="82" y="287"/>
                </a:cubicBezTo>
                <a:cubicBezTo>
                  <a:pt x="82" y="287"/>
                  <a:pt x="82" y="287"/>
                  <a:pt x="82" y="287"/>
                </a:cubicBezTo>
                <a:cubicBezTo>
                  <a:pt x="82" y="287"/>
                  <a:pt x="83" y="287"/>
                  <a:pt x="83" y="288"/>
                </a:cubicBezTo>
                <a:cubicBezTo>
                  <a:pt x="83" y="287"/>
                  <a:pt x="83" y="287"/>
                  <a:pt x="83" y="287"/>
                </a:cubicBezTo>
                <a:cubicBezTo>
                  <a:pt x="83" y="286"/>
                  <a:pt x="83" y="286"/>
                  <a:pt x="83" y="286"/>
                </a:cubicBezTo>
                <a:close/>
                <a:moveTo>
                  <a:pt x="81" y="283"/>
                </a:moveTo>
                <a:cubicBezTo>
                  <a:pt x="81" y="283"/>
                  <a:pt x="81" y="283"/>
                  <a:pt x="81" y="284"/>
                </a:cubicBezTo>
                <a:cubicBezTo>
                  <a:pt x="82" y="284"/>
                  <a:pt x="82" y="283"/>
                  <a:pt x="82" y="283"/>
                </a:cubicBezTo>
                <a:cubicBezTo>
                  <a:pt x="82" y="283"/>
                  <a:pt x="82" y="283"/>
                  <a:pt x="82" y="283"/>
                </a:cubicBezTo>
                <a:cubicBezTo>
                  <a:pt x="82" y="282"/>
                  <a:pt x="81" y="283"/>
                  <a:pt x="81" y="283"/>
                </a:cubicBezTo>
                <a:cubicBezTo>
                  <a:pt x="81" y="283"/>
                  <a:pt x="81" y="283"/>
                  <a:pt x="81" y="283"/>
                </a:cubicBezTo>
                <a:close/>
                <a:moveTo>
                  <a:pt x="64" y="304"/>
                </a:moveTo>
                <a:cubicBezTo>
                  <a:pt x="63" y="304"/>
                  <a:pt x="63" y="304"/>
                  <a:pt x="63" y="304"/>
                </a:cubicBezTo>
                <a:cubicBezTo>
                  <a:pt x="63" y="304"/>
                  <a:pt x="63" y="304"/>
                  <a:pt x="63" y="304"/>
                </a:cubicBezTo>
                <a:cubicBezTo>
                  <a:pt x="63" y="305"/>
                  <a:pt x="63" y="305"/>
                  <a:pt x="64" y="305"/>
                </a:cubicBezTo>
                <a:cubicBezTo>
                  <a:pt x="64" y="305"/>
                  <a:pt x="64" y="305"/>
                  <a:pt x="64" y="305"/>
                </a:cubicBezTo>
                <a:cubicBezTo>
                  <a:pt x="64" y="304"/>
                  <a:pt x="64" y="304"/>
                  <a:pt x="64" y="304"/>
                </a:cubicBezTo>
                <a:close/>
                <a:moveTo>
                  <a:pt x="63" y="311"/>
                </a:moveTo>
                <a:cubicBezTo>
                  <a:pt x="63" y="312"/>
                  <a:pt x="63" y="312"/>
                  <a:pt x="63" y="312"/>
                </a:cubicBezTo>
                <a:cubicBezTo>
                  <a:pt x="63" y="312"/>
                  <a:pt x="63" y="312"/>
                  <a:pt x="63" y="312"/>
                </a:cubicBezTo>
                <a:cubicBezTo>
                  <a:pt x="63" y="312"/>
                  <a:pt x="63" y="311"/>
                  <a:pt x="63" y="311"/>
                </a:cubicBezTo>
                <a:cubicBezTo>
                  <a:pt x="63" y="311"/>
                  <a:pt x="63" y="311"/>
                  <a:pt x="63" y="311"/>
                </a:cubicBezTo>
                <a:cubicBezTo>
                  <a:pt x="63" y="311"/>
                  <a:pt x="63" y="310"/>
                  <a:pt x="63" y="310"/>
                </a:cubicBezTo>
                <a:cubicBezTo>
                  <a:pt x="63" y="310"/>
                  <a:pt x="63" y="311"/>
                  <a:pt x="63" y="311"/>
                </a:cubicBezTo>
                <a:close/>
                <a:moveTo>
                  <a:pt x="45" y="322"/>
                </a:moveTo>
                <a:cubicBezTo>
                  <a:pt x="45" y="322"/>
                  <a:pt x="45" y="322"/>
                  <a:pt x="45" y="322"/>
                </a:cubicBezTo>
                <a:cubicBezTo>
                  <a:pt x="44" y="322"/>
                  <a:pt x="44" y="322"/>
                  <a:pt x="44" y="323"/>
                </a:cubicBezTo>
                <a:cubicBezTo>
                  <a:pt x="44" y="324"/>
                  <a:pt x="45" y="325"/>
                  <a:pt x="46" y="325"/>
                </a:cubicBezTo>
                <a:cubicBezTo>
                  <a:pt x="46" y="325"/>
                  <a:pt x="46" y="325"/>
                  <a:pt x="46" y="324"/>
                </a:cubicBezTo>
                <a:cubicBezTo>
                  <a:pt x="46" y="324"/>
                  <a:pt x="45" y="324"/>
                  <a:pt x="45" y="323"/>
                </a:cubicBezTo>
                <a:cubicBezTo>
                  <a:pt x="45" y="323"/>
                  <a:pt x="46" y="322"/>
                  <a:pt x="46" y="322"/>
                </a:cubicBezTo>
                <a:cubicBezTo>
                  <a:pt x="46" y="320"/>
                  <a:pt x="46" y="321"/>
                  <a:pt x="45" y="322"/>
                </a:cubicBezTo>
                <a:close/>
                <a:moveTo>
                  <a:pt x="51" y="315"/>
                </a:moveTo>
                <a:cubicBezTo>
                  <a:pt x="51" y="315"/>
                  <a:pt x="52" y="315"/>
                  <a:pt x="52" y="315"/>
                </a:cubicBezTo>
                <a:cubicBezTo>
                  <a:pt x="52" y="315"/>
                  <a:pt x="52" y="315"/>
                  <a:pt x="53" y="314"/>
                </a:cubicBezTo>
                <a:cubicBezTo>
                  <a:pt x="52" y="314"/>
                  <a:pt x="52" y="314"/>
                  <a:pt x="52" y="314"/>
                </a:cubicBezTo>
                <a:cubicBezTo>
                  <a:pt x="51" y="314"/>
                  <a:pt x="51" y="315"/>
                  <a:pt x="51" y="315"/>
                </a:cubicBezTo>
                <a:close/>
                <a:moveTo>
                  <a:pt x="72" y="205"/>
                </a:moveTo>
                <a:cubicBezTo>
                  <a:pt x="72" y="205"/>
                  <a:pt x="71" y="206"/>
                  <a:pt x="71" y="206"/>
                </a:cubicBezTo>
                <a:cubicBezTo>
                  <a:pt x="71" y="207"/>
                  <a:pt x="71" y="207"/>
                  <a:pt x="71" y="207"/>
                </a:cubicBezTo>
                <a:cubicBezTo>
                  <a:pt x="71" y="207"/>
                  <a:pt x="71" y="207"/>
                  <a:pt x="71" y="207"/>
                </a:cubicBezTo>
                <a:cubicBezTo>
                  <a:pt x="72" y="207"/>
                  <a:pt x="72" y="207"/>
                  <a:pt x="72" y="207"/>
                </a:cubicBezTo>
                <a:cubicBezTo>
                  <a:pt x="72" y="207"/>
                  <a:pt x="73" y="207"/>
                  <a:pt x="73" y="207"/>
                </a:cubicBezTo>
                <a:cubicBezTo>
                  <a:pt x="73" y="207"/>
                  <a:pt x="73" y="207"/>
                  <a:pt x="73" y="206"/>
                </a:cubicBezTo>
                <a:cubicBezTo>
                  <a:pt x="73" y="206"/>
                  <a:pt x="73" y="205"/>
                  <a:pt x="72" y="205"/>
                </a:cubicBezTo>
                <a:close/>
                <a:moveTo>
                  <a:pt x="107" y="101"/>
                </a:moveTo>
                <a:cubicBezTo>
                  <a:pt x="107" y="101"/>
                  <a:pt x="107" y="100"/>
                  <a:pt x="106" y="100"/>
                </a:cubicBezTo>
                <a:cubicBezTo>
                  <a:pt x="106" y="100"/>
                  <a:pt x="106" y="100"/>
                  <a:pt x="106" y="100"/>
                </a:cubicBezTo>
                <a:cubicBezTo>
                  <a:pt x="106" y="101"/>
                  <a:pt x="106" y="101"/>
                  <a:pt x="106" y="102"/>
                </a:cubicBezTo>
                <a:cubicBezTo>
                  <a:pt x="106" y="103"/>
                  <a:pt x="106" y="103"/>
                  <a:pt x="106" y="103"/>
                </a:cubicBezTo>
                <a:cubicBezTo>
                  <a:pt x="106" y="103"/>
                  <a:pt x="106" y="103"/>
                  <a:pt x="106" y="104"/>
                </a:cubicBezTo>
                <a:cubicBezTo>
                  <a:pt x="106" y="104"/>
                  <a:pt x="106" y="106"/>
                  <a:pt x="106" y="104"/>
                </a:cubicBezTo>
                <a:cubicBezTo>
                  <a:pt x="106" y="104"/>
                  <a:pt x="106" y="104"/>
                  <a:pt x="106" y="104"/>
                </a:cubicBezTo>
                <a:cubicBezTo>
                  <a:pt x="106" y="103"/>
                  <a:pt x="107" y="102"/>
                  <a:pt x="107" y="101"/>
                </a:cubicBezTo>
                <a:close/>
                <a:moveTo>
                  <a:pt x="23" y="58"/>
                </a:moveTo>
                <a:cubicBezTo>
                  <a:pt x="23" y="59"/>
                  <a:pt x="23" y="59"/>
                  <a:pt x="23" y="59"/>
                </a:cubicBezTo>
                <a:cubicBezTo>
                  <a:pt x="23" y="59"/>
                  <a:pt x="24" y="59"/>
                  <a:pt x="24" y="58"/>
                </a:cubicBezTo>
                <a:cubicBezTo>
                  <a:pt x="24" y="58"/>
                  <a:pt x="24" y="58"/>
                  <a:pt x="24" y="58"/>
                </a:cubicBezTo>
                <a:cubicBezTo>
                  <a:pt x="24" y="58"/>
                  <a:pt x="24" y="58"/>
                  <a:pt x="24" y="57"/>
                </a:cubicBezTo>
                <a:cubicBezTo>
                  <a:pt x="24" y="57"/>
                  <a:pt x="23" y="58"/>
                  <a:pt x="23" y="58"/>
                </a:cubicBezTo>
                <a:close/>
                <a:moveTo>
                  <a:pt x="28" y="52"/>
                </a:moveTo>
                <a:cubicBezTo>
                  <a:pt x="28" y="52"/>
                  <a:pt x="28" y="53"/>
                  <a:pt x="28" y="53"/>
                </a:cubicBezTo>
                <a:cubicBezTo>
                  <a:pt x="28" y="53"/>
                  <a:pt x="28" y="53"/>
                  <a:pt x="28" y="53"/>
                </a:cubicBezTo>
                <a:cubicBezTo>
                  <a:pt x="28" y="54"/>
                  <a:pt x="28" y="54"/>
                  <a:pt x="28" y="55"/>
                </a:cubicBezTo>
                <a:cubicBezTo>
                  <a:pt x="28" y="55"/>
                  <a:pt x="28" y="55"/>
                  <a:pt x="28" y="55"/>
                </a:cubicBezTo>
                <a:cubicBezTo>
                  <a:pt x="29" y="54"/>
                  <a:pt x="29" y="54"/>
                  <a:pt x="30" y="5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54"/>
                  <a:pt x="30" y="54"/>
                  <a:pt x="30" y="53"/>
                </a:cubicBezTo>
                <a:cubicBezTo>
                  <a:pt x="30" y="53"/>
                  <a:pt x="30" y="53"/>
                  <a:pt x="29" y="53"/>
                </a:cubicBezTo>
                <a:cubicBezTo>
                  <a:pt x="29" y="52"/>
                  <a:pt x="29" y="53"/>
                  <a:pt x="29" y="53"/>
                </a:cubicBezTo>
                <a:cubicBezTo>
                  <a:pt x="29" y="53"/>
                  <a:pt x="28" y="52"/>
                  <a:pt x="28" y="52"/>
                </a:cubicBezTo>
                <a:close/>
                <a:moveTo>
                  <a:pt x="16" y="40"/>
                </a:moveTo>
                <a:cubicBezTo>
                  <a:pt x="15" y="40"/>
                  <a:pt x="15" y="40"/>
                  <a:pt x="15" y="40"/>
                </a:cubicBezTo>
                <a:cubicBezTo>
                  <a:pt x="15" y="41"/>
                  <a:pt x="14" y="41"/>
                  <a:pt x="14" y="41"/>
                </a:cubicBezTo>
                <a:cubicBezTo>
                  <a:pt x="14" y="41"/>
                  <a:pt x="14" y="41"/>
                  <a:pt x="15" y="42"/>
                </a:cubicBezTo>
                <a:cubicBezTo>
                  <a:pt x="15" y="42"/>
                  <a:pt x="15" y="42"/>
                  <a:pt x="15" y="42"/>
                </a:cubicBezTo>
                <a:cubicBezTo>
                  <a:pt x="15" y="42"/>
                  <a:pt x="15" y="42"/>
                  <a:pt x="15" y="42"/>
                </a:cubicBezTo>
                <a:cubicBezTo>
                  <a:pt x="16" y="42"/>
                  <a:pt x="16" y="41"/>
                  <a:pt x="16" y="41"/>
                </a:cubicBezTo>
                <a:cubicBezTo>
                  <a:pt x="16" y="40"/>
                  <a:pt x="17" y="39"/>
                  <a:pt x="16" y="40"/>
                </a:cubicBezTo>
                <a:close/>
                <a:moveTo>
                  <a:pt x="31" y="100"/>
                </a:moveTo>
                <a:cubicBezTo>
                  <a:pt x="30" y="101"/>
                  <a:pt x="30" y="102"/>
                  <a:pt x="29" y="102"/>
                </a:cubicBezTo>
                <a:cubicBezTo>
                  <a:pt x="29" y="103"/>
                  <a:pt x="29" y="103"/>
                  <a:pt x="28" y="103"/>
                </a:cubicBezTo>
                <a:cubicBezTo>
                  <a:pt x="28" y="104"/>
                  <a:pt x="27" y="104"/>
                  <a:pt x="27" y="105"/>
                </a:cubicBezTo>
                <a:cubicBezTo>
                  <a:pt x="27" y="105"/>
                  <a:pt x="26" y="105"/>
                  <a:pt x="26" y="105"/>
                </a:cubicBezTo>
                <a:cubicBezTo>
                  <a:pt x="26" y="105"/>
                  <a:pt x="26" y="106"/>
                  <a:pt x="26" y="106"/>
                </a:cubicBezTo>
                <a:cubicBezTo>
                  <a:pt x="26" y="108"/>
                  <a:pt x="26" y="108"/>
                  <a:pt x="26" y="108"/>
                </a:cubicBezTo>
                <a:cubicBezTo>
                  <a:pt x="27" y="108"/>
                  <a:pt x="27" y="107"/>
                  <a:pt x="27" y="107"/>
                </a:cubicBezTo>
                <a:cubicBezTo>
                  <a:pt x="28" y="107"/>
                  <a:pt x="28" y="107"/>
                  <a:pt x="29" y="107"/>
                </a:cubicBezTo>
                <a:cubicBezTo>
                  <a:pt x="29" y="106"/>
                  <a:pt x="29" y="106"/>
                  <a:pt x="30" y="106"/>
                </a:cubicBezTo>
                <a:cubicBezTo>
                  <a:pt x="30" y="106"/>
                  <a:pt x="30" y="106"/>
                  <a:pt x="31" y="105"/>
                </a:cubicBezTo>
                <a:cubicBezTo>
                  <a:pt x="31" y="105"/>
                  <a:pt x="31" y="105"/>
                  <a:pt x="32" y="105"/>
                </a:cubicBezTo>
                <a:cubicBezTo>
                  <a:pt x="32" y="104"/>
                  <a:pt x="32" y="104"/>
                  <a:pt x="32" y="104"/>
                </a:cubicBezTo>
                <a:cubicBezTo>
                  <a:pt x="32" y="102"/>
                  <a:pt x="32" y="102"/>
                  <a:pt x="31" y="10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6" name="Freeform 82">
            <a:extLst>
              <a:ext uri="{FF2B5EF4-FFF2-40B4-BE49-F238E27FC236}">
                <a16:creationId xmlns:a16="http://schemas.microsoft.com/office/drawing/2014/main" xmlns="" id="{5710E8FB-9389-4467-A739-CEA2AE767098}"/>
              </a:ext>
            </a:extLst>
          </p:cNvPr>
          <p:cNvSpPr>
            <a:spLocks noEditPoints="1"/>
          </p:cNvSpPr>
          <p:nvPr/>
        </p:nvSpPr>
        <p:spPr bwMode="auto">
          <a:xfrm>
            <a:off x="6818113" y="5536222"/>
            <a:ext cx="329926" cy="1073534"/>
          </a:xfrm>
          <a:custGeom>
            <a:avLst/>
            <a:gdLst>
              <a:gd name="T0" fmla="*/ 49 w 107"/>
              <a:gd name="T1" fmla="*/ 73 h 325"/>
              <a:gd name="T2" fmla="*/ 50 w 107"/>
              <a:gd name="T3" fmla="*/ 77 h 325"/>
              <a:gd name="T4" fmla="*/ 0 w 107"/>
              <a:gd name="T5" fmla="*/ 0 h 325"/>
              <a:gd name="T6" fmla="*/ 1 w 107"/>
              <a:gd name="T7" fmla="*/ 1 h 325"/>
              <a:gd name="T8" fmla="*/ 4 w 107"/>
              <a:gd name="T9" fmla="*/ 2 h 325"/>
              <a:gd name="T10" fmla="*/ 74 w 107"/>
              <a:gd name="T11" fmla="*/ 302 h 325"/>
              <a:gd name="T12" fmla="*/ 74 w 107"/>
              <a:gd name="T13" fmla="*/ 303 h 325"/>
              <a:gd name="T14" fmla="*/ 76 w 107"/>
              <a:gd name="T15" fmla="*/ 298 h 325"/>
              <a:gd name="T16" fmla="*/ 77 w 107"/>
              <a:gd name="T17" fmla="*/ 298 h 325"/>
              <a:gd name="T18" fmla="*/ 79 w 107"/>
              <a:gd name="T19" fmla="*/ 294 h 325"/>
              <a:gd name="T20" fmla="*/ 82 w 107"/>
              <a:gd name="T21" fmla="*/ 290 h 325"/>
              <a:gd name="T22" fmla="*/ 82 w 107"/>
              <a:gd name="T23" fmla="*/ 290 h 325"/>
              <a:gd name="T24" fmla="*/ 82 w 107"/>
              <a:gd name="T25" fmla="*/ 287 h 325"/>
              <a:gd name="T26" fmla="*/ 83 w 107"/>
              <a:gd name="T27" fmla="*/ 286 h 325"/>
              <a:gd name="T28" fmla="*/ 82 w 107"/>
              <a:gd name="T29" fmla="*/ 283 h 325"/>
              <a:gd name="T30" fmla="*/ 81 w 107"/>
              <a:gd name="T31" fmla="*/ 283 h 325"/>
              <a:gd name="T32" fmla="*/ 63 w 107"/>
              <a:gd name="T33" fmla="*/ 304 h 325"/>
              <a:gd name="T34" fmla="*/ 64 w 107"/>
              <a:gd name="T35" fmla="*/ 304 h 325"/>
              <a:gd name="T36" fmla="*/ 63 w 107"/>
              <a:gd name="T37" fmla="*/ 312 h 325"/>
              <a:gd name="T38" fmla="*/ 63 w 107"/>
              <a:gd name="T39" fmla="*/ 310 h 325"/>
              <a:gd name="T40" fmla="*/ 45 w 107"/>
              <a:gd name="T41" fmla="*/ 322 h 325"/>
              <a:gd name="T42" fmla="*/ 46 w 107"/>
              <a:gd name="T43" fmla="*/ 324 h 325"/>
              <a:gd name="T44" fmla="*/ 45 w 107"/>
              <a:gd name="T45" fmla="*/ 322 h 325"/>
              <a:gd name="T46" fmla="*/ 53 w 107"/>
              <a:gd name="T47" fmla="*/ 314 h 325"/>
              <a:gd name="T48" fmla="*/ 72 w 107"/>
              <a:gd name="T49" fmla="*/ 205 h 325"/>
              <a:gd name="T50" fmla="*/ 71 w 107"/>
              <a:gd name="T51" fmla="*/ 207 h 325"/>
              <a:gd name="T52" fmla="*/ 73 w 107"/>
              <a:gd name="T53" fmla="*/ 206 h 325"/>
              <a:gd name="T54" fmla="*/ 106 w 107"/>
              <a:gd name="T55" fmla="*/ 100 h 325"/>
              <a:gd name="T56" fmla="*/ 106 w 107"/>
              <a:gd name="T57" fmla="*/ 103 h 325"/>
              <a:gd name="T58" fmla="*/ 106 w 107"/>
              <a:gd name="T59" fmla="*/ 104 h 325"/>
              <a:gd name="T60" fmla="*/ 23 w 107"/>
              <a:gd name="T61" fmla="*/ 59 h 325"/>
              <a:gd name="T62" fmla="*/ 24 w 107"/>
              <a:gd name="T63" fmla="*/ 57 h 325"/>
              <a:gd name="T64" fmla="*/ 28 w 107"/>
              <a:gd name="T65" fmla="*/ 53 h 325"/>
              <a:gd name="T66" fmla="*/ 28 w 107"/>
              <a:gd name="T67" fmla="*/ 55 h 325"/>
              <a:gd name="T68" fmla="*/ 30 w 107"/>
              <a:gd name="T69" fmla="*/ 53 h 325"/>
              <a:gd name="T70" fmla="*/ 28 w 107"/>
              <a:gd name="T71" fmla="*/ 52 h 325"/>
              <a:gd name="T72" fmla="*/ 14 w 107"/>
              <a:gd name="T73" fmla="*/ 41 h 325"/>
              <a:gd name="T74" fmla="*/ 15 w 107"/>
              <a:gd name="T75" fmla="*/ 42 h 325"/>
              <a:gd name="T76" fmla="*/ 31 w 107"/>
              <a:gd name="T77" fmla="*/ 100 h 325"/>
              <a:gd name="T78" fmla="*/ 27 w 107"/>
              <a:gd name="T79" fmla="*/ 105 h 325"/>
              <a:gd name="T80" fmla="*/ 26 w 107"/>
              <a:gd name="T81" fmla="*/ 108 h 325"/>
              <a:gd name="T82" fmla="*/ 30 w 107"/>
              <a:gd name="T83" fmla="*/ 106 h 325"/>
              <a:gd name="T84" fmla="*/ 32 w 107"/>
              <a:gd name="T85" fmla="*/ 104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7" h="325">
                <a:moveTo>
                  <a:pt x="51" y="75"/>
                </a:moveTo>
                <a:cubicBezTo>
                  <a:pt x="50" y="74"/>
                  <a:pt x="50" y="73"/>
                  <a:pt x="49" y="73"/>
                </a:cubicBezTo>
                <a:cubicBezTo>
                  <a:pt x="49" y="73"/>
                  <a:pt x="49" y="73"/>
                  <a:pt x="49" y="73"/>
                </a:cubicBezTo>
                <a:cubicBezTo>
                  <a:pt x="48" y="74"/>
                  <a:pt x="48" y="75"/>
                  <a:pt x="48" y="76"/>
                </a:cubicBezTo>
                <a:cubicBezTo>
                  <a:pt x="48" y="76"/>
                  <a:pt x="48" y="76"/>
                  <a:pt x="48" y="77"/>
                </a:cubicBezTo>
                <a:cubicBezTo>
                  <a:pt x="49" y="77"/>
                  <a:pt x="50" y="77"/>
                  <a:pt x="50" y="77"/>
                </a:cubicBezTo>
                <a:cubicBezTo>
                  <a:pt x="50" y="76"/>
                  <a:pt x="50" y="75"/>
                  <a:pt x="50" y="74"/>
                </a:cubicBezTo>
                <a:moveTo>
                  <a:pt x="2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2"/>
                  <a:pt x="2" y="2"/>
                  <a:pt x="3" y="2"/>
                </a:cubicBezTo>
                <a:cubicBezTo>
                  <a:pt x="3" y="2"/>
                  <a:pt x="3" y="2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1"/>
                  <a:pt x="2" y="0"/>
                </a:cubicBezTo>
                <a:close/>
                <a:moveTo>
                  <a:pt x="74" y="302"/>
                </a:moveTo>
                <a:cubicBezTo>
                  <a:pt x="74" y="302"/>
                  <a:pt x="74" y="302"/>
                  <a:pt x="74" y="302"/>
                </a:cubicBezTo>
                <a:cubicBezTo>
                  <a:pt x="73" y="302"/>
                  <a:pt x="73" y="302"/>
                  <a:pt x="73" y="303"/>
                </a:cubicBezTo>
                <a:cubicBezTo>
                  <a:pt x="74" y="303"/>
                  <a:pt x="74" y="303"/>
                  <a:pt x="74" y="303"/>
                </a:cubicBezTo>
                <a:cubicBezTo>
                  <a:pt x="74" y="302"/>
                  <a:pt x="74" y="302"/>
                  <a:pt x="74" y="302"/>
                </a:cubicBezTo>
                <a:close/>
                <a:moveTo>
                  <a:pt x="76" y="297"/>
                </a:moveTo>
                <a:cubicBezTo>
                  <a:pt x="76" y="297"/>
                  <a:pt x="76" y="298"/>
                  <a:pt x="76" y="298"/>
                </a:cubicBezTo>
                <a:cubicBezTo>
                  <a:pt x="76" y="298"/>
                  <a:pt x="76" y="298"/>
                  <a:pt x="76" y="298"/>
                </a:cubicBezTo>
                <a:cubicBezTo>
                  <a:pt x="76" y="298"/>
                  <a:pt x="76" y="298"/>
                  <a:pt x="76" y="298"/>
                </a:cubicBezTo>
                <a:cubicBezTo>
                  <a:pt x="76" y="298"/>
                  <a:pt x="77" y="298"/>
                  <a:pt x="77" y="298"/>
                </a:cubicBezTo>
                <a:cubicBezTo>
                  <a:pt x="77" y="298"/>
                  <a:pt x="77" y="298"/>
                  <a:pt x="76" y="297"/>
                </a:cubicBezTo>
                <a:close/>
                <a:moveTo>
                  <a:pt x="80" y="293"/>
                </a:moveTo>
                <a:cubicBezTo>
                  <a:pt x="80" y="294"/>
                  <a:pt x="80" y="294"/>
                  <a:pt x="79" y="294"/>
                </a:cubicBezTo>
                <a:cubicBezTo>
                  <a:pt x="80" y="294"/>
                  <a:pt x="80" y="294"/>
                  <a:pt x="80" y="294"/>
                </a:cubicBezTo>
                <a:cubicBezTo>
                  <a:pt x="80" y="294"/>
                  <a:pt x="80" y="294"/>
                  <a:pt x="80" y="293"/>
                </a:cubicBezTo>
                <a:close/>
                <a:moveTo>
                  <a:pt x="82" y="290"/>
                </a:moveTo>
                <a:cubicBezTo>
                  <a:pt x="81" y="290"/>
                  <a:pt x="81" y="291"/>
                  <a:pt x="81" y="291"/>
                </a:cubicBezTo>
                <a:cubicBezTo>
                  <a:pt x="81" y="291"/>
                  <a:pt x="81" y="291"/>
                  <a:pt x="81" y="291"/>
                </a:cubicBezTo>
                <a:cubicBezTo>
                  <a:pt x="82" y="291"/>
                  <a:pt x="82" y="291"/>
                  <a:pt x="82" y="290"/>
                </a:cubicBezTo>
                <a:close/>
                <a:moveTo>
                  <a:pt x="83" y="286"/>
                </a:moveTo>
                <a:cubicBezTo>
                  <a:pt x="83" y="286"/>
                  <a:pt x="82" y="287"/>
                  <a:pt x="82" y="287"/>
                </a:cubicBezTo>
                <a:cubicBezTo>
                  <a:pt x="82" y="287"/>
                  <a:pt x="82" y="287"/>
                  <a:pt x="82" y="287"/>
                </a:cubicBezTo>
                <a:cubicBezTo>
                  <a:pt x="82" y="287"/>
                  <a:pt x="83" y="287"/>
                  <a:pt x="83" y="288"/>
                </a:cubicBezTo>
                <a:cubicBezTo>
                  <a:pt x="83" y="287"/>
                  <a:pt x="83" y="287"/>
                  <a:pt x="83" y="287"/>
                </a:cubicBezTo>
                <a:cubicBezTo>
                  <a:pt x="83" y="286"/>
                  <a:pt x="83" y="286"/>
                  <a:pt x="83" y="286"/>
                </a:cubicBezTo>
                <a:close/>
                <a:moveTo>
                  <a:pt x="81" y="283"/>
                </a:moveTo>
                <a:cubicBezTo>
                  <a:pt x="81" y="283"/>
                  <a:pt x="81" y="283"/>
                  <a:pt x="81" y="284"/>
                </a:cubicBezTo>
                <a:cubicBezTo>
                  <a:pt x="82" y="284"/>
                  <a:pt x="82" y="283"/>
                  <a:pt x="82" y="283"/>
                </a:cubicBezTo>
                <a:cubicBezTo>
                  <a:pt x="82" y="283"/>
                  <a:pt x="82" y="283"/>
                  <a:pt x="82" y="283"/>
                </a:cubicBezTo>
                <a:cubicBezTo>
                  <a:pt x="82" y="282"/>
                  <a:pt x="81" y="283"/>
                  <a:pt x="81" y="283"/>
                </a:cubicBezTo>
                <a:cubicBezTo>
                  <a:pt x="81" y="283"/>
                  <a:pt x="81" y="283"/>
                  <a:pt x="81" y="283"/>
                </a:cubicBezTo>
                <a:close/>
                <a:moveTo>
                  <a:pt x="64" y="304"/>
                </a:moveTo>
                <a:cubicBezTo>
                  <a:pt x="63" y="304"/>
                  <a:pt x="63" y="304"/>
                  <a:pt x="63" y="304"/>
                </a:cubicBezTo>
                <a:cubicBezTo>
                  <a:pt x="63" y="304"/>
                  <a:pt x="63" y="304"/>
                  <a:pt x="63" y="304"/>
                </a:cubicBezTo>
                <a:cubicBezTo>
                  <a:pt x="63" y="305"/>
                  <a:pt x="63" y="305"/>
                  <a:pt x="64" y="305"/>
                </a:cubicBezTo>
                <a:cubicBezTo>
                  <a:pt x="64" y="305"/>
                  <a:pt x="64" y="305"/>
                  <a:pt x="64" y="305"/>
                </a:cubicBezTo>
                <a:cubicBezTo>
                  <a:pt x="64" y="304"/>
                  <a:pt x="64" y="304"/>
                  <a:pt x="64" y="304"/>
                </a:cubicBezTo>
                <a:close/>
                <a:moveTo>
                  <a:pt x="63" y="311"/>
                </a:moveTo>
                <a:cubicBezTo>
                  <a:pt x="63" y="312"/>
                  <a:pt x="63" y="312"/>
                  <a:pt x="63" y="312"/>
                </a:cubicBezTo>
                <a:cubicBezTo>
                  <a:pt x="63" y="312"/>
                  <a:pt x="63" y="312"/>
                  <a:pt x="63" y="312"/>
                </a:cubicBezTo>
                <a:cubicBezTo>
                  <a:pt x="63" y="312"/>
                  <a:pt x="63" y="311"/>
                  <a:pt x="63" y="311"/>
                </a:cubicBezTo>
                <a:cubicBezTo>
                  <a:pt x="63" y="311"/>
                  <a:pt x="63" y="311"/>
                  <a:pt x="63" y="311"/>
                </a:cubicBezTo>
                <a:cubicBezTo>
                  <a:pt x="63" y="311"/>
                  <a:pt x="63" y="310"/>
                  <a:pt x="63" y="310"/>
                </a:cubicBezTo>
                <a:cubicBezTo>
                  <a:pt x="63" y="310"/>
                  <a:pt x="63" y="311"/>
                  <a:pt x="63" y="311"/>
                </a:cubicBezTo>
                <a:close/>
                <a:moveTo>
                  <a:pt x="45" y="322"/>
                </a:moveTo>
                <a:cubicBezTo>
                  <a:pt x="45" y="322"/>
                  <a:pt x="45" y="322"/>
                  <a:pt x="45" y="322"/>
                </a:cubicBezTo>
                <a:cubicBezTo>
                  <a:pt x="44" y="322"/>
                  <a:pt x="44" y="322"/>
                  <a:pt x="44" y="323"/>
                </a:cubicBezTo>
                <a:cubicBezTo>
                  <a:pt x="44" y="324"/>
                  <a:pt x="45" y="325"/>
                  <a:pt x="46" y="325"/>
                </a:cubicBezTo>
                <a:cubicBezTo>
                  <a:pt x="46" y="325"/>
                  <a:pt x="46" y="325"/>
                  <a:pt x="46" y="324"/>
                </a:cubicBezTo>
                <a:cubicBezTo>
                  <a:pt x="46" y="324"/>
                  <a:pt x="45" y="324"/>
                  <a:pt x="45" y="323"/>
                </a:cubicBezTo>
                <a:cubicBezTo>
                  <a:pt x="45" y="323"/>
                  <a:pt x="46" y="322"/>
                  <a:pt x="46" y="322"/>
                </a:cubicBezTo>
                <a:cubicBezTo>
                  <a:pt x="46" y="320"/>
                  <a:pt x="46" y="321"/>
                  <a:pt x="45" y="322"/>
                </a:cubicBezTo>
                <a:close/>
                <a:moveTo>
                  <a:pt x="51" y="315"/>
                </a:moveTo>
                <a:cubicBezTo>
                  <a:pt x="51" y="315"/>
                  <a:pt x="52" y="315"/>
                  <a:pt x="52" y="315"/>
                </a:cubicBezTo>
                <a:cubicBezTo>
                  <a:pt x="52" y="315"/>
                  <a:pt x="52" y="315"/>
                  <a:pt x="53" y="314"/>
                </a:cubicBezTo>
                <a:cubicBezTo>
                  <a:pt x="52" y="314"/>
                  <a:pt x="52" y="314"/>
                  <a:pt x="52" y="314"/>
                </a:cubicBezTo>
                <a:cubicBezTo>
                  <a:pt x="51" y="314"/>
                  <a:pt x="51" y="315"/>
                  <a:pt x="51" y="315"/>
                </a:cubicBezTo>
                <a:close/>
                <a:moveTo>
                  <a:pt x="72" y="205"/>
                </a:moveTo>
                <a:cubicBezTo>
                  <a:pt x="72" y="205"/>
                  <a:pt x="71" y="206"/>
                  <a:pt x="71" y="206"/>
                </a:cubicBezTo>
                <a:cubicBezTo>
                  <a:pt x="71" y="207"/>
                  <a:pt x="71" y="207"/>
                  <a:pt x="71" y="207"/>
                </a:cubicBezTo>
                <a:cubicBezTo>
                  <a:pt x="71" y="207"/>
                  <a:pt x="71" y="207"/>
                  <a:pt x="71" y="207"/>
                </a:cubicBezTo>
                <a:cubicBezTo>
                  <a:pt x="72" y="207"/>
                  <a:pt x="72" y="207"/>
                  <a:pt x="72" y="207"/>
                </a:cubicBezTo>
                <a:cubicBezTo>
                  <a:pt x="72" y="207"/>
                  <a:pt x="73" y="207"/>
                  <a:pt x="73" y="207"/>
                </a:cubicBezTo>
                <a:cubicBezTo>
                  <a:pt x="73" y="207"/>
                  <a:pt x="73" y="207"/>
                  <a:pt x="73" y="206"/>
                </a:cubicBezTo>
                <a:cubicBezTo>
                  <a:pt x="73" y="206"/>
                  <a:pt x="73" y="205"/>
                  <a:pt x="72" y="205"/>
                </a:cubicBezTo>
                <a:close/>
                <a:moveTo>
                  <a:pt x="107" y="101"/>
                </a:moveTo>
                <a:cubicBezTo>
                  <a:pt x="107" y="101"/>
                  <a:pt x="107" y="100"/>
                  <a:pt x="106" y="100"/>
                </a:cubicBezTo>
                <a:cubicBezTo>
                  <a:pt x="106" y="100"/>
                  <a:pt x="106" y="100"/>
                  <a:pt x="106" y="100"/>
                </a:cubicBezTo>
                <a:cubicBezTo>
                  <a:pt x="106" y="101"/>
                  <a:pt x="106" y="101"/>
                  <a:pt x="106" y="102"/>
                </a:cubicBezTo>
                <a:cubicBezTo>
                  <a:pt x="106" y="103"/>
                  <a:pt x="106" y="103"/>
                  <a:pt x="106" y="103"/>
                </a:cubicBezTo>
                <a:cubicBezTo>
                  <a:pt x="106" y="103"/>
                  <a:pt x="106" y="103"/>
                  <a:pt x="106" y="104"/>
                </a:cubicBezTo>
                <a:cubicBezTo>
                  <a:pt x="106" y="104"/>
                  <a:pt x="106" y="106"/>
                  <a:pt x="106" y="104"/>
                </a:cubicBezTo>
                <a:cubicBezTo>
                  <a:pt x="106" y="104"/>
                  <a:pt x="106" y="104"/>
                  <a:pt x="106" y="104"/>
                </a:cubicBezTo>
                <a:cubicBezTo>
                  <a:pt x="106" y="103"/>
                  <a:pt x="107" y="102"/>
                  <a:pt x="107" y="101"/>
                </a:cubicBezTo>
                <a:close/>
                <a:moveTo>
                  <a:pt x="23" y="58"/>
                </a:moveTo>
                <a:cubicBezTo>
                  <a:pt x="23" y="59"/>
                  <a:pt x="23" y="59"/>
                  <a:pt x="23" y="59"/>
                </a:cubicBezTo>
                <a:cubicBezTo>
                  <a:pt x="23" y="59"/>
                  <a:pt x="24" y="59"/>
                  <a:pt x="24" y="58"/>
                </a:cubicBezTo>
                <a:cubicBezTo>
                  <a:pt x="24" y="58"/>
                  <a:pt x="24" y="58"/>
                  <a:pt x="24" y="58"/>
                </a:cubicBezTo>
                <a:cubicBezTo>
                  <a:pt x="24" y="58"/>
                  <a:pt x="24" y="58"/>
                  <a:pt x="24" y="57"/>
                </a:cubicBezTo>
                <a:cubicBezTo>
                  <a:pt x="24" y="57"/>
                  <a:pt x="23" y="58"/>
                  <a:pt x="23" y="58"/>
                </a:cubicBezTo>
                <a:close/>
                <a:moveTo>
                  <a:pt x="28" y="52"/>
                </a:moveTo>
                <a:cubicBezTo>
                  <a:pt x="28" y="52"/>
                  <a:pt x="28" y="53"/>
                  <a:pt x="28" y="53"/>
                </a:cubicBezTo>
                <a:cubicBezTo>
                  <a:pt x="28" y="53"/>
                  <a:pt x="28" y="53"/>
                  <a:pt x="28" y="53"/>
                </a:cubicBezTo>
                <a:cubicBezTo>
                  <a:pt x="28" y="54"/>
                  <a:pt x="28" y="54"/>
                  <a:pt x="28" y="55"/>
                </a:cubicBezTo>
                <a:cubicBezTo>
                  <a:pt x="28" y="55"/>
                  <a:pt x="28" y="55"/>
                  <a:pt x="28" y="55"/>
                </a:cubicBezTo>
                <a:cubicBezTo>
                  <a:pt x="29" y="54"/>
                  <a:pt x="29" y="54"/>
                  <a:pt x="30" y="5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54"/>
                  <a:pt x="30" y="54"/>
                  <a:pt x="30" y="53"/>
                </a:cubicBezTo>
                <a:cubicBezTo>
                  <a:pt x="30" y="53"/>
                  <a:pt x="30" y="53"/>
                  <a:pt x="29" y="53"/>
                </a:cubicBezTo>
                <a:cubicBezTo>
                  <a:pt x="29" y="52"/>
                  <a:pt x="29" y="53"/>
                  <a:pt x="29" y="53"/>
                </a:cubicBezTo>
                <a:cubicBezTo>
                  <a:pt x="29" y="53"/>
                  <a:pt x="28" y="52"/>
                  <a:pt x="28" y="52"/>
                </a:cubicBezTo>
                <a:close/>
                <a:moveTo>
                  <a:pt x="16" y="40"/>
                </a:moveTo>
                <a:cubicBezTo>
                  <a:pt x="15" y="40"/>
                  <a:pt x="15" y="40"/>
                  <a:pt x="15" y="40"/>
                </a:cubicBezTo>
                <a:cubicBezTo>
                  <a:pt x="15" y="41"/>
                  <a:pt x="14" y="41"/>
                  <a:pt x="14" y="41"/>
                </a:cubicBezTo>
                <a:cubicBezTo>
                  <a:pt x="14" y="41"/>
                  <a:pt x="14" y="41"/>
                  <a:pt x="15" y="42"/>
                </a:cubicBezTo>
                <a:cubicBezTo>
                  <a:pt x="15" y="42"/>
                  <a:pt x="15" y="42"/>
                  <a:pt x="15" y="42"/>
                </a:cubicBezTo>
                <a:cubicBezTo>
                  <a:pt x="15" y="42"/>
                  <a:pt x="15" y="42"/>
                  <a:pt x="15" y="42"/>
                </a:cubicBezTo>
                <a:cubicBezTo>
                  <a:pt x="16" y="42"/>
                  <a:pt x="16" y="41"/>
                  <a:pt x="16" y="41"/>
                </a:cubicBezTo>
                <a:cubicBezTo>
                  <a:pt x="16" y="40"/>
                  <a:pt x="17" y="39"/>
                  <a:pt x="16" y="40"/>
                </a:cubicBezTo>
                <a:close/>
                <a:moveTo>
                  <a:pt x="31" y="100"/>
                </a:moveTo>
                <a:cubicBezTo>
                  <a:pt x="30" y="101"/>
                  <a:pt x="30" y="102"/>
                  <a:pt x="29" y="102"/>
                </a:cubicBezTo>
                <a:cubicBezTo>
                  <a:pt x="29" y="103"/>
                  <a:pt x="29" y="103"/>
                  <a:pt x="28" y="103"/>
                </a:cubicBezTo>
                <a:cubicBezTo>
                  <a:pt x="28" y="104"/>
                  <a:pt x="27" y="104"/>
                  <a:pt x="27" y="105"/>
                </a:cubicBezTo>
                <a:cubicBezTo>
                  <a:pt x="27" y="105"/>
                  <a:pt x="26" y="105"/>
                  <a:pt x="26" y="105"/>
                </a:cubicBezTo>
                <a:cubicBezTo>
                  <a:pt x="26" y="105"/>
                  <a:pt x="26" y="106"/>
                  <a:pt x="26" y="106"/>
                </a:cubicBezTo>
                <a:cubicBezTo>
                  <a:pt x="26" y="108"/>
                  <a:pt x="26" y="108"/>
                  <a:pt x="26" y="108"/>
                </a:cubicBezTo>
                <a:cubicBezTo>
                  <a:pt x="27" y="108"/>
                  <a:pt x="27" y="107"/>
                  <a:pt x="27" y="107"/>
                </a:cubicBezTo>
                <a:cubicBezTo>
                  <a:pt x="28" y="107"/>
                  <a:pt x="28" y="107"/>
                  <a:pt x="29" y="107"/>
                </a:cubicBezTo>
                <a:cubicBezTo>
                  <a:pt x="29" y="106"/>
                  <a:pt x="29" y="106"/>
                  <a:pt x="30" y="106"/>
                </a:cubicBezTo>
                <a:cubicBezTo>
                  <a:pt x="30" y="106"/>
                  <a:pt x="30" y="106"/>
                  <a:pt x="31" y="105"/>
                </a:cubicBezTo>
                <a:cubicBezTo>
                  <a:pt x="31" y="105"/>
                  <a:pt x="31" y="105"/>
                  <a:pt x="32" y="105"/>
                </a:cubicBezTo>
                <a:cubicBezTo>
                  <a:pt x="32" y="104"/>
                  <a:pt x="32" y="104"/>
                  <a:pt x="32" y="104"/>
                </a:cubicBezTo>
                <a:cubicBezTo>
                  <a:pt x="32" y="102"/>
                  <a:pt x="32" y="102"/>
                  <a:pt x="31" y="10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7" name="Freeform 83">
            <a:extLst>
              <a:ext uri="{FF2B5EF4-FFF2-40B4-BE49-F238E27FC236}">
                <a16:creationId xmlns:a16="http://schemas.microsoft.com/office/drawing/2014/main" xmlns="" id="{74038583-1D84-48AF-B110-011B721C8410}"/>
              </a:ext>
            </a:extLst>
          </p:cNvPr>
          <p:cNvSpPr>
            <a:spLocks/>
          </p:cNvSpPr>
          <p:nvPr/>
        </p:nvSpPr>
        <p:spPr bwMode="auto">
          <a:xfrm>
            <a:off x="10480468" y="5219310"/>
            <a:ext cx="64510" cy="227780"/>
          </a:xfrm>
          <a:custGeom>
            <a:avLst/>
            <a:gdLst>
              <a:gd name="T0" fmla="*/ 10 w 21"/>
              <a:gd name="T1" fmla="*/ 68 h 69"/>
              <a:gd name="T2" fmla="*/ 10 w 21"/>
              <a:gd name="T3" fmla="*/ 62 h 69"/>
              <a:gd name="T4" fmla="*/ 15 w 21"/>
              <a:gd name="T5" fmla="*/ 62 h 69"/>
              <a:gd name="T6" fmla="*/ 16 w 21"/>
              <a:gd name="T7" fmla="*/ 49 h 69"/>
              <a:gd name="T8" fmla="*/ 17 w 21"/>
              <a:gd name="T9" fmla="*/ 41 h 69"/>
              <a:gd name="T10" fmla="*/ 14 w 21"/>
              <a:gd name="T11" fmla="*/ 31 h 69"/>
              <a:gd name="T12" fmla="*/ 14 w 21"/>
              <a:gd name="T13" fmla="*/ 26 h 69"/>
              <a:gd name="T14" fmla="*/ 20 w 21"/>
              <a:gd name="T15" fmla="*/ 25 h 69"/>
              <a:gd name="T16" fmla="*/ 20 w 21"/>
              <a:gd name="T17" fmla="*/ 16 h 69"/>
              <a:gd name="T18" fmla="*/ 16 w 21"/>
              <a:gd name="T19" fmla="*/ 11 h 69"/>
              <a:gd name="T20" fmla="*/ 19 w 21"/>
              <a:gd name="T21" fmla="*/ 8 h 69"/>
              <a:gd name="T22" fmla="*/ 18 w 21"/>
              <a:gd name="T23" fmla="*/ 0 h 69"/>
              <a:gd name="T24" fmla="*/ 12 w 21"/>
              <a:gd name="T25" fmla="*/ 7 h 69"/>
              <a:gd name="T26" fmla="*/ 12 w 21"/>
              <a:gd name="T27" fmla="*/ 17 h 69"/>
              <a:gd name="T28" fmla="*/ 10 w 21"/>
              <a:gd name="T29" fmla="*/ 25 h 69"/>
              <a:gd name="T30" fmla="*/ 9 w 21"/>
              <a:gd name="T31" fmla="*/ 36 h 69"/>
              <a:gd name="T32" fmla="*/ 8 w 21"/>
              <a:gd name="T33" fmla="*/ 49 h 69"/>
              <a:gd name="T34" fmla="*/ 3 w 21"/>
              <a:gd name="T35" fmla="*/ 52 h 69"/>
              <a:gd name="T36" fmla="*/ 3 w 21"/>
              <a:gd name="T37" fmla="*/ 57 h 69"/>
              <a:gd name="T38" fmla="*/ 2 w 21"/>
              <a:gd name="T39" fmla="*/ 65 h 69"/>
              <a:gd name="T40" fmla="*/ 8 w 21"/>
              <a:gd name="T41" fmla="*/ 69 h 69"/>
              <a:gd name="T42" fmla="*/ 10 w 21"/>
              <a:gd name="T43" fmla="*/ 68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1" h="69">
                <a:moveTo>
                  <a:pt x="10" y="68"/>
                </a:moveTo>
                <a:cubicBezTo>
                  <a:pt x="10" y="66"/>
                  <a:pt x="8" y="63"/>
                  <a:pt x="10" y="62"/>
                </a:cubicBezTo>
                <a:cubicBezTo>
                  <a:pt x="12" y="60"/>
                  <a:pt x="13" y="62"/>
                  <a:pt x="15" y="62"/>
                </a:cubicBezTo>
                <a:cubicBezTo>
                  <a:pt x="21" y="61"/>
                  <a:pt x="16" y="52"/>
                  <a:pt x="16" y="49"/>
                </a:cubicBezTo>
                <a:cubicBezTo>
                  <a:pt x="16" y="47"/>
                  <a:pt x="18" y="43"/>
                  <a:pt x="17" y="41"/>
                </a:cubicBezTo>
                <a:cubicBezTo>
                  <a:pt x="15" y="35"/>
                  <a:pt x="11" y="37"/>
                  <a:pt x="14" y="31"/>
                </a:cubicBezTo>
                <a:cubicBezTo>
                  <a:pt x="15" y="30"/>
                  <a:pt x="13" y="28"/>
                  <a:pt x="14" y="26"/>
                </a:cubicBezTo>
                <a:cubicBezTo>
                  <a:pt x="15" y="24"/>
                  <a:pt x="20" y="27"/>
                  <a:pt x="20" y="25"/>
                </a:cubicBezTo>
                <a:cubicBezTo>
                  <a:pt x="21" y="24"/>
                  <a:pt x="19" y="18"/>
                  <a:pt x="20" y="16"/>
                </a:cubicBezTo>
                <a:cubicBezTo>
                  <a:pt x="20" y="13"/>
                  <a:pt x="17" y="13"/>
                  <a:pt x="16" y="11"/>
                </a:cubicBezTo>
                <a:cubicBezTo>
                  <a:pt x="15" y="9"/>
                  <a:pt x="18" y="8"/>
                  <a:pt x="19" y="8"/>
                </a:cubicBezTo>
                <a:cubicBezTo>
                  <a:pt x="21" y="6"/>
                  <a:pt x="20" y="0"/>
                  <a:pt x="18" y="0"/>
                </a:cubicBezTo>
                <a:cubicBezTo>
                  <a:pt x="18" y="1"/>
                  <a:pt x="13" y="5"/>
                  <a:pt x="12" y="7"/>
                </a:cubicBezTo>
                <a:cubicBezTo>
                  <a:pt x="9" y="11"/>
                  <a:pt x="12" y="13"/>
                  <a:pt x="12" y="17"/>
                </a:cubicBezTo>
                <a:cubicBezTo>
                  <a:pt x="12" y="20"/>
                  <a:pt x="11" y="22"/>
                  <a:pt x="10" y="25"/>
                </a:cubicBezTo>
                <a:cubicBezTo>
                  <a:pt x="9" y="29"/>
                  <a:pt x="10" y="32"/>
                  <a:pt x="9" y="36"/>
                </a:cubicBezTo>
                <a:cubicBezTo>
                  <a:pt x="8" y="40"/>
                  <a:pt x="0" y="44"/>
                  <a:pt x="8" y="49"/>
                </a:cubicBezTo>
                <a:cubicBezTo>
                  <a:pt x="8" y="51"/>
                  <a:pt x="4" y="50"/>
                  <a:pt x="3" y="52"/>
                </a:cubicBezTo>
                <a:cubicBezTo>
                  <a:pt x="2" y="53"/>
                  <a:pt x="3" y="56"/>
                  <a:pt x="3" y="57"/>
                </a:cubicBezTo>
                <a:cubicBezTo>
                  <a:pt x="4" y="60"/>
                  <a:pt x="2" y="62"/>
                  <a:pt x="2" y="65"/>
                </a:cubicBezTo>
                <a:cubicBezTo>
                  <a:pt x="1" y="69"/>
                  <a:pt x="5" y="69"/>
                  <a:pt x="8" y="69"/>
                </a:cubicBezTo>
                <a:cubicBezTo>
                  <a:pt x="10" y="68"/>
                  <a:pt x="10" y="68"/>
                  <a:pt x="10" y="68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8" name="Freeform 84">
            <a:extLst>
              <a:ext uri="{FF2B5EF4-FFF2-40B4-BE49-F238E27FC236}">
                <a16:creationId xmlns:a16="http://schemas.microsoft.com/office/drawing/2014/main" xmlns="" id="{37A79EF5-197F-47B8-B891-C603FC6420B7}"/>
              </a:ext>
            </a:extLst>
          </p:cNvPr>
          <p:cNvSpPr>
            <a:spLocks/>
          </p:cNvSpPr>
          <p:nvPr/>
        </p:nvSpPr>
        <p:spPr bwMode="auto">
          <a:xfrm>
            <a:off x="10495212" y="5453033"/>
            <a:ext cx="25804" cy="47537"/>
          </a:xfrm>
          <a:custGeom>
            <a:avLst/>
            <a:gdLst>
              <a:gd name="T0" fmla="*/ 2 w 8"/>
              <a:gd name="T1" fmla="*/ 8 h 14"/>
              <a:gd name="T2" fmla="*/ 2 w 8"/>
              <a:gd name="T3" fmla="*/ 5 h 14"/>
              <a:gd name="T4" fmla="*/ 2 w 8"/>
              <a:gd name="T5" fmla="*/ 2 h 14"/>
              <a:gd name="T6" fmla="*/ 3 w 8"/>
              <a:gd name="T7" fmla="*/ 0 h 14"/>
              <a:gd name="T8" fmla="*/ 5 w 8"/>
              <a:gd name="T9" fmla="*/ 0 h 14"/>
              <a:gd name="T10" fmla="*/ 8 w 8"/>
              <a:gd name="T11" fmla="*/ 0 h 14"/>
              <a:gd name="T12" fmla="*/ 6 w 8"/>
              <a:gd name="T13" fmla="*/ 4 h 14"/>
              <a:gd name="T14" fmla="*/ 4 w 8"/>
              <a:gd name="T15" fmla="*/ 10 h 14"/>
              <a:gd name="T16" fmla="*/ 3 w 8"/>
              <a:gd name="T17" fmla="*/ 13 h 14"/>
              <a:gd name="T18" fmla="*/ 0 w 8"/>
              <a:gd name="T19" fmla="*/ 12 h 14"/>
              <a:gd name="T20" fmla="*/ 2 w 8"/>
              <a:gd name="T21" fmla="*/ 8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" h="14">
                <a:moveTo>
                  <a:pt x="2" y="8"/>
                </a:moveTo>
                <a:cubicBezTo>
                  <a:pt x="2" y="7"/>
                  <a:pt x="2" y="6"/>
                  <a:pt x="2" y="5"/>
                </a:cubicBezTo>
                <a:cubicBezTo>
                  <a:pt x="3" y="4"/>
                  <a:pt x="2" y="3"/>
                  <a:pt x="2" y="2"/>
                </a:cubicBezTo>
                <a:cubicBezTo>
                  <a:pt x="2" y="1"/>
                  <a:pt x="2" y="1"/>
                  <a:pt x="3" y="0"/>
                </a:cubicBezTo>
                <a:cubicBezTo>
                  <a:pt x="3" y="0"/>
                  <a:pt x="4" y="0"/>
                  <a:pt x="5" y="0"/>
                </a:cubicBezTo>
                <a:cubicBezTo>
                  <a:pt x="6" y="0"/>
                  <a:pt x="7" y="0"/>
                  <a:pt x="8" y="0"/>
                </a:cubicBezTo>
                <a:cubicBezTo>
                  <a:pt x="8" y="1"/>
                  <a:pt x="6" y="3"/>
                  <a:pt x="6" y="4"/>
                </a:cubicBezTo>
                <a:cubicBezTo>
                  <a:pt x="5" y="6"/>
                  <a:pt x="4" y="8"/>
                  <a:pt x="4" y="10"/>
                </a:cubicBezTo>
                <a:cubicBezTo>
                  <a:pt x="4" y="11"/>
                  <a:pt x="3" y="12"/>
                  <a:pt x="3" y="13"/>
                </a:cubicBezTo>
                <a:cubicBezTo>
                  <a:pt x="2" y="14"/>
                  <a:pt x="0" y="13"/>
                  <a:pt x="0" y="12"/>
                </a:cubicBezTo>
                <a:cubicBezTo>
                  <a:pt x="2" y="8"/>
                  <a:pt x="2" y="8"/>
                  <a:pt x="2" y="8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89" name="Freeform 85">
            <a:extLst>
              <a:ext uri="{FF2B5EF4-FFF2-40B4-BE49-F238E27FC236}">
                <a16:creationId xmlns:a16="http://schemas.microsoft.com/office/drawing/2014/main" xmlns="" id="{6FA2AAFA-7494-481C-8FC1-9F15B2BA67D1}"/>
              </a:ext>
            </a:extLst>
          </p:cNvPr>
          <p:cNvSpPr>
            <a:spLocks/>
          </p:cNvSpPr>
          <p:nvPr/>
        </p:nvSpPr>
        <p:spPr bwMode="auto">
          <a:xfrm>
            <a:off x="10458349" y="5472839"/>
            <a:ext cx="46079" cy="99034"/>
          </a:xfrm>
          <a:custGeom>
            <a:avLst/>
            <a:gdLst>
              <a:gd name="T0" fmla="*/ 10 w 15"/>
              <a:gd name="T1" fmla="*/ 1 h 30"/>
              <a:gd name="T2" fmla="*/ 7 w 15"/>
              <a:gd name="T3" fmla="*/ 0 h 30"/>
              <a:gd name="T4" fmla="*/ 6 w 15"/>
              <a:gd name="T5" fmla="*/ 9 h 30"/>
              <a:gd name="T6" fmla="*/ 5 w 15"/>
              <a:gd name="T7" fmla="*/ 17 h 30"/>
              <a:gd name="T8" fmla="*/ 3 w 15"/>
              <a:gd name="T9" fmla="*/ 19 h 30"/>
              <a:gd name="T10" fmla="*/ 0 w 15"/>
              <a:gd name="T11" fmla="*/ 18 h 30"/>
              <a:gd name="T12" fmla="*/ 2 w 15"/>
              <a:gd name="T13" fmla="*/ 22 h 30"/>
              <a:gd name="T14" fmla="*/ 4 w 15"/>
              <a:gd name="T15" fmla="*/ 24 h 30"/>
              <a:gd name="T16" fmla="*/ 6 w 15"/>
              <a:gd name="T17" fmla="*/ 29 h 30"/>
              <a:gd name="T18" fmla="*/ 9 w 15"/>
              <a:gd name="T19" fmla="*/ 25 h 30"/>
              <a:gd name="T20" fmla="*/ 11 w 15"/>
              <a:gd name="T21" fmla="*/ 27 h 30"/>
              <a:gd name="T22" fmla="*/ 13 w 15"/>
              <a:gd name="T23" fmla="*/ 27 h 30"/>
              <a:gd name="T24" fmla="*/ 15 w 15"/>
              <a:gd name="T25" fmla="*/ 19 h 30"/>
              <a:gd name="T26" fmla="*/ 10 w 15"/>
              <a:gd name="T27" fmla="*/ 20 h 30"/>
              <a:gd name="T28" fmla="*/ 12 w 15"/>
              <a:gd name="T29" fmla="*/ 10 h 30"/>
              <a:gd name="T30" fmla="*/ 11 w 15"/>
              <a:gd name="T31" fmla="*/ 7 h 30"/>
              <a:gd name="T32" fmla="*/ 11 w 15"/>
              <a:gd name="T33" fmla="*/ 3 h 30"/>
              <a:gd name="T34" fmla="*/ 10 w 15"/>
              <a:gd name="T35" fmla="*/ 1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" h="30">
                <a:moveTo>
                  <a:pt x="10" y="1"/>
                </a:moveTo>
                <a:cubicBezTo>
                  <a:pt x="9" y="2"/>
                  <a:pt x="8" y="0"/>
                  <a:pt x="7" y="0"/>
                </a:cubicBezTo>
                <a:cubicBezTo>
                  <a:pt x="5" y="0"/>
                  <a:pt x="6" y="7"/>
                  <a:pt x="6" y="9"/>
                </a:cubicBezTo>
                <a:cubicBezTo>
                  <a:pt x="5" y="11"/>
                  <a:pt x="5" y="14"/>
                  <a:pt x="5" y="17"/>
                </a:cubicBezTo>
                <a:cubicBezTo>
                  <a:pt x="5" y="19"/>
                  <a:pt x="5" y="21"/>
                  <a:pt x="3" y="19"/>
                </a:cubicBezTo>
                <a:cubicBezTo>
                  <a:pt x="2" y="18"/>
                  <a:pt x="0" y="14"/>
                  <a:pt x="0" y="18"/>
                </a:cubicBezTo>
                <a:cubicBezTo>
                  <a:pt x="1" y="19"/>
                  <a:pt x="1" y="21"/>
                  <a:pt x="2" y="22"/>
                </a:cubicBezTo>
                <a:cubicBezTo>
                  <a:pt x="3" y="23"/>
                  <a:pt x="4" y="23"/>
                  <a:pt x="4" y="24"/>
                </a:cubicBezTo>
                <a:cubicBezTo>
                  <a:pt x="5" y="25"/>
                  <a:pt x="5" y="29"/>
                  <a:pt x="6" y="29"/>
                </a:cubicBezTo>
                <a:cubicBezTo>
                  <a:pt x="7" y="29"/>
                  <a:pt x="8" y="26"/>
                  <a:pt x="9" y="25"/>
                </a:cubicBezTo>
                <a:cubicBezTo>
                  <a:pt x="10" y="25"/>
                  <a:pt x="10" y="26"/>
                  <a:pt x="11" y="27"/>
                </a:cubicBezTo>
                <a:cubicBezTo>
                  <a:pt x="11" y="29"/>
                  <a:pt x="12" y="30"/>
                  <a:pt x="13" y="27"/>
                </a:cubicBezTo>
                <a:cubicBezTo>
                  <a:pt x="13" y="24"/>
                  <a:pt x="14" y="21"/>
                  <a:pt x="15" y="19"/>
                </a:cubicBezTo>
                <a:cubicBezTo>
                  <a:pt x="14" y="19"/>
                  <a:pt x="10" y="22"/>
                  <a:pt x="10" y="20"/>
                </a:cubicBezTo>
                <a:cubicBezTo>
                  <a:pt x="9" y="17"/>
                  <a:pt x="12" y="14"/>
                  <a:pt x="12" y="10"/>
                </a:cubicBezTo>
                <a:cubicBezTo>
                  <a:pt x="12" y="9"/>
                  <a:pt x="11" y="9"/>
                  <a:pt x="11" y="7"/>
                </a:cubicBezTo>
                <a:cubicBezTo>
                  <a:pt x="10" y="6"/>
                  <a:pt x="10" y="4"/>
                  <a:pt x="11" y="3"/>
                </a:cubicBezTo>
                <a:cubicBezTo>
                  <a:pt x="10" y="1"/>
                  <a:pt x="10" y="1"/>
                  <a:pt x="10" y="1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90" name="Freeform 86">
            <a:extLst>
              <a:ext uri="{FF2B5EF4-FFF2-40B4-BE49-F238E27FC236}">
                <a16:creationId xmlns:a16="http://schemas.microsoft.com/office/drawing/2014/main" xmlns="" id="{AC542324-BFA0-465A-8D7F-4421109C24FE}"/>
              </a:ext>
            </a:extLst>
          </p:cNvPr>
          <p:cNvSpPr>
            <a:spLocks/>
          </p:cNvSpPr>
          <p:nvPr/>
        </p:nvSpPr>
        <p:spPr bwMode="auto">
          <a:xfrm>
            <a:off x="10476781" y="5579797"/>
            <a:ext cx="18432" cy="21787"/>
          </a:xfrm>
          <a:custGeom>
            <a:avLst/>
            <a:gdLst>
              <a:gd name="T0" fmla="*/ 5 w 6"/>
              <a:gd name="T1" fmla="*/ 0 h 7"/>
              <a:gd name="T2" fmla="*/ 4 w 6"/>
              <a:gd name="T3" fmla="*/ 1 h 7"/>
              <a:gd name="T4" fmla="*/ 3 w 6"/>
              <a:gd name="T5" fmla="*/ 2 h 7"/>
              <a:gd name="T6" fmla="*/ 1 w 6"/>
              <a:gd name="T7" fmla="*/ 3 h 7"/>
              <a:gd name="T8" fmla="*/ 1 w 6"/>
              <a:gd name="T9" fmla="*/ 5 h 7"/>
              <a:gd name="T10" fmla="*/ 2 w 6"/>
              <a:gd name="T11" fmla="*/ 7 h 7"/>
              <a:gd name="T12" fmla="*/ 3 w 6"/>
              <a:gd name="T13" fmla="*/ 7 h 7"/>
              <a:gd name="T14" fmla="*/ 5 w 6"/>
              <a:gd name="T15" fmla="*/ 6 h 7"/>
              <a:gd name="T16" fmla="*/ 5 w 6"/>
              <a:gd name="T17" fmla="*/ 4 h 7"/>
              <a:gd name="T18" fmla="*/ 6 w 6"/>
              <a:gd name="T19" fmla="*/ 3 h 7"/>
              <a:gd name="T20" fmla="*/ 5 w 6"/>
              <a:gd name="T2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" h="7">
                <a:moveTo>
                  <a:pt x="5" y="0"/>
                </a:moveTo>
                <a:cubicBezTo>
                  <a:pt x="5" y="0"/>
                  <a:pt x="5" y="1"/>
                  <a:pt x="4" y="1"/>
                </a:cubicBezTo>
                <a:cubicBezTo>
                  <a:pt x="4" y="2"/>
                  <a:pt x="4" y="2"/>
                  <a:pt x="3" y="2"/>
                </a:cubicBezTo>
                <a:cubicBezTo>
                  <a:pt x="2" y="2"/>
                  <a:pt x="0" y="2"/>
                  <a:pt x="1" y="3"/>
                </a:cubicBezTo>
                <a:cubicBezTo>
                  <a:pt x="1" y="3"/>
                  <a:pt x="1" y="4"/>
                  <a:pt x="1" y="5"/>
                </a:cubicBezTo>
                <a:cubicBezTo>
                  <a:pt x="1" y="6"/>
                  <a:pt x="1" y="6"/>
                  <a:pt x="2" y="7"/>
                </a:cubicBezTo>
                <a:cubicBezTo>
                  <a:pt x="2" y="7"/>
                  <a:pt x="3" y="7"/>
                  <a:pt x="3" y="7"/>
                </a:cubicBezTo>
                <a:cubicBezTo>
                  <a:pt x="3" y="7"/>
                  <a:pt x="4" y="6"/>
                  <a:pt x="5" y="6"/>
                </a:cubicBezTo>
                <a:cubicBezTo>
                  <a:pt x="5" y="5"/>
                  <a:pt x="5" y="5"/>
                  <a:pt x="5" y="4"/>
                </a:cubicBezTo>
                <a:cubicBezTo>
                  <a:pt x="5" y="4"/>
                  <a:pt x="6" y="3"/>
                  <a:pt x="6" y="3"/>
                </a:cubicBezTo>
                <a:cubicBezTo>
                  <a:pt x="5" y="0"/>
                  <a:pt x="5" y="0"/>
                  <a:pt x="5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91" name="Freeform 87">
            <a:extLst>
              <a:ext uri="{FF2B5EF4-FFF2-40B4-BE49-F238E27FC236}">
                <a16:creationId xmlns:a16="http://schemas.microsoft.com/office/drawing/2014/main" xmlns="" id="{CD23FAA8-2D82-4045-8889-5BFD46F795AF}"/>
              </a:ext>
            </a:extLst>
          </p:cNvPr>
          <p:cNvSpPr>
            <a:spLocks/>
          </p:cNvSpPr>
          <p:nvPr/>
        </p:nvSpPr>
        <p:spPr bwMode="auto">
          <a:xfrm>
            <a:off x="10421486" y="5718445"/>
            <a:ext cx="36863" cy="75267"/>
          </a:xfrm>
          <a:custGeom>
            <a:avLst/>
            <a:gdLst>
              <a:gd name="T0" fmla="*/ 2 w 12"/>
              <a:gd name="T1" fmla="*/ 19 h 23"/>
              <a:gd name="T2" fmla="*/ 3 w 12"/>
              <a:gd name="T3" fmla="*/ 7 h 23"/>
              <a:gd name="T4" fmla="*/ 6 w 12"/>
              <a:gd name="T5" fmla="*/ 5 h 23"/>
              <a:gd name="T6" fmla="*/ 11 w 12"/>
              <a:gd name="T7" fmla="*/ 3 h 23"/>
              <a:gd name="T8" fmla="*/ 12 w 12"/>
              <a:gd name="T9" fmla="*/ 16 h 23"/>
              <a:gd name="T10" fmla="*/ 11 w 12"/>
              <a:gd name="T11" fmla="*/ 22 h 23"/>
              <a:gd name="T12" fmla="*/ 4 w 12"/>
              <a:gd name="T13" fmla="*/ 20 h 23"/>
              <a:gd name="T14" fmla="*/ 2 w 12"/>
              <a:gd name="T15" fmla="*/ 19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" h="23">
                <a:moveTo>
                  <a:pt x="2" y="19"/>
                </a:moveTo>
                <a:cubicBezTo>
                  <a:pt x="2" y="16"/>
                  <a:pt x="0" y="9"/>
                  <a:pt x="3" y="7"/>
                </a:cubicBezTo>
                <a:cubicBezTo>
                  <a:pt x="4" y="6"/>
                  <a:pt x="5" y="6"/>
                  <a:pt x="6" y="5"/>
                </a:cubicBezTo>
                <a:cubicBezTo>
                  <a:pt x="7" y="4"/>
                  <a:pt x="10" y="0"/>
                  <a:pt x="11" y="3"/>
                </a:cubicBezTo>
                <a:cubicBezTo>
                  <a:pt x="12" y="7"/>
                  <a:pt x="12" y="12"/>
                  <a:pt x="12" y="16"/>
                </a:cubicBezTo>
                <a:cubicBezTo>
                  <a:pt x="12" y="18"/>
                  <a:pt x="12" y="21"/>
                  <a:pt x="11" y="22"/>
                </a:cubicBezTo>
                <a:cubicBezTo>
                  <a:pt x="9" y="23"/>
                  <a:pt x="5" y="22"/>
                  <a:pt x="4" y="20"/>
                </a:cubicBezTo>
                <a:cubicBezTo>
                  <a:pt x="2" y="19"/>
                  <a:pt x="2" y="19"/>
                  <a:pt x="2" y="19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92" name="Freeform 88">
            <a:extLst>
              <a:ext uri="{FF2B5EF4-FFF2-40B4-BE49-F238E27FC236}">
                <a16:creationId xmlns:a16="http://schemas.microsoft.com/office/drawing/2014/main" xmlns="" id="{5B3C0BFC-ECE8-4EBC-A031-C557208043D7}"/>
              </a:ext>
            </a:extLst>
          </p:cNvPr>
          <p:cNvSpPr>
            <a:spLocks/>
          </p:cNvSpPr>
          <p:nvPr/>
        </p:nvSpPr>
        <p:spPr bwMode="auto">
          <a:xfrm>
            <a:off x="10489684" y="6035355"/>
            <a:ext cx="18432" cy="21787"/>
          </a:xfrm>
          <a:custGeom>
            <a:avLst/>
            <a:gdLst>
              <a:gd name="T0" fmla="*/ 4 w 6"/>
              <a:gd name="T1" fmla="*/ 6 h 7"/>
              <a:gd name="T2" fmla="*/ 2 w 6"/>
              <a:gd name="T3" fmla="*/ 7 h 7"/>
              <a:gd name="T4" fmla="*/ 1 w 6"/>
              <a:gd name="T5" fmla="*/ 5 h 7"/>
              <a:gd name="T6" fmla="*/ 2 w 6"/>
              <a:gd name="T7" fmla="*/ 2 h 7"/>
              <a:gd name="T8" fmla="*/ 3 w 6"/>
              <a:gd name="T9" fmla="*/ 0 h 7"/>
              <a:gd name="T10" fmla="*/ 5 w 6"/>
              <a:gd name="T11" fmla="*/ 3 h 7"/>
              <a:gd name="T12" fmla="*/ 5 w 6"/>
              <a:gd name="T13" fmla="*/ 5 h 7"/>
              <a:gd name="T14" fmla="*/ 4 w 6"/>
              <a:gd name="T15" fmla="*/ 6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" h="7">
                <a:moveTo>
                  <a:pt x="4" y="6"/>
                </a:moveTo>
                <a:cubicBezTo>
                  <a:pt x="3" y="6"/>
                  <a:pt x="3" y="7"/>
                  <a:pt x="2" y="7"/>
                </a:cubicBezTo>
                <a:cubicBezTo>
                  <a:pt x="1" y="7"/>
                  <a:pt x="1" y="6"/>
                  <a:pt x="1" y="5"/>
                </a:cubicBezTo>
                <a:cubicBezTo>
                  <a:pt x="0" y="3"/>
                  <a:pt x="2" y="3"/>
                  <a:pt x="2" y="2"/>
                </a:cubicBezTo>
                <a:cubicBezTo>
                  <a:pt x="3" y="2"/>
                  <a:pt x="3" y="1"/>
                  <a:pt x="3" y="0"/>
                </a:cubicBezTo>
                <a:cubicBezTo>
                  <a:pt x="4" y="0"/>
                  <a:pt x="5" y="2"/>
                  <a:pt x="5" y="3"/>
                </a:cubicBezTo>
                <a:cubicBezTo>
                  <a:pt x="5" y="3"/>
                  <a:pt x="6" y="4"/>
                  <a:pt x="5" y="5"/>
                </a:cubicBezTo>
                <a:cubicBezTo>
                  <a:pt x="4" y="6"/>
                  <a:pt x="4" y="6"/>
                  <a:pt x="4" y="6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93" name="Freeform 89">
            <a:extLst>
              <a:ext uri="{FF2B5EF4-FFF2-40B4-BE49-F238E27FC236}">
                <a16:creationId xmlns:a16="http://schemas.microsoft.com/office/drawing/2014/main" xmlns="" id="{0579F7D0-ED58-4A15-B791-352A6DE76975}"/>
              </a:ext>
            </a:extLst>
          </p:cNvPr>
          <p:cNvSpPr>
            <a:spLocks/>
          </p:cNvSpPr>
          <p:nvPr/>
        </p:nvSpPr>
        <p:spPr bwMode="auto">
          <a:xfrm>
            <a:off x="10548665" y="6207674"/>
            <a:ext cx="20274" cy="29710"/>
          </a:xfrm>
          <a:custGeom>
            <a:avLst/>
            <a:gdLst>
              <a:gd name="T0" fmla="*/ 4 w 7"/>
              <a:gd name="T1" fmla="*/ 9 h 9"/>
              <a:gd name="T2" fmla="*/ 3 w 7"/>
              <a:gd name="T3" fmla="*/ 6 h 9"/>
              <a:gd name="T4" fmla="*/ 1 w 7"/>
              <a:gd name="T5" fmla="*/ 4 h 9"/>
              <a:gd name="T6" fmla="*/ 2 w 7"/>
              <a:gd name="T7" fmla="*/ 0 h 9"/>
              <a:gd name="T8" fmla="*/ 5 w 7"/>
              <a:gd name="T9" fmla="*/ 4 h 9"/>
              <a:gd name="T10" fmla="*/ 7 w 7"/>
              <a:gd name="T11" fmla="*/ 6 h 9"/>
              <a:gd name="T12" fmla="*/ 5 w 7"/>
              <a:gd name="T13" fmla="*/ 8 h 9"/>
              <a:gd name="T14" fmla="*/ 4 w 7"/>
              <a:gd name="T15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" h="9">
                <a:moveTo>
                  <a:pt x="4" y="9"/>
                </a:moveTo>
                <a:cubicBezTo>
                  <a:pt x="4" y="8"/>
                  <a:pt x="4" y="7"/>
                  <a:pt x="3" y="6"/>
                </a:cubicBezTo>
                <a:cubicBezTo>
                  <a:pt x="2" y="6"/>
                  <a:pt x="0" y="6"/>
                  <a:pt x="1" y="4"/>
                </a:cubicBezTo>
                <a:cubicBezTo>
                  <a:pt x="1" y="3"/>
                  <a:pt x="2" y="1"/>
                  <a:pt x="2" y="0"/>
                </a:cubicBezTo>
                <a:cubicBezTo>
                  <a:pt x="3" y="0"/>
                  <a:pt x="5" y="3"/>
                  <a:pt x="5" y="4"/>
                </a:cubicBezTo>
                <a:cubicBezTo>
                  <a:pt x="6" y="4"/>
                  <a:pt x="6" y="5"/>
                  <a:pt x="7" y="6"/>
                </a:cubicBezTo>
                <a:cubicBezTo>
                  <a:pt x="7" y="7"/>
                  <a:pt x="6" y="7"/>
                  <a:pt x="5" y="8"/>
                </a:cubicBezTo>
                <a:cubicBezTo>
                  <a:pt x="4" y="9"/>
                  <a:pt x="4" y="9"/>
                  <a:pt x="4" y="9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94" name="Freeform 90">
            <a:extLst>
              <a:ext uri="{FF2B5EF4-FFF2-40B4-BE49-F238E27FC236}">
                <a16:creationId xmlns:a16="http://schemas.microsoft.com/office/drawing/2014/main" xmlns="" id="{C54D8E60-1617-49BD-B22E-9717265B6F6E}"/>
              </a:ext>
            </a:extLst>
          </p:cNvPr>
          <p:cNvSpPr>
            <a:spLocks/>
          </p:cNvSpPr>
          <p:nvPr/>
        </p:nvSpPr>
        <p:spPr bwMode="auto">
          <a:xfrm>
            <a:off x="10618704" y="6227482"/>
            <a:ext cx="12902" cy="25749"/>
          </a:xfrm>
          <a:custGeom>
            <a:avLst/>
            <a:gdLst>
              <a:gd name="T0" fmla="*/ 2 w 4"/>
              <a:gd name="T1" fmla="*/ 7 h 8"/>
              <a:gd name="T2" fmla="*/ 0 w 4"/>
              <a:gd name="T3" fmla="*/ 4 h 8"/>
              <a:gd name="T4" fmla="*/ 0 w 4"/>
              <a:gd name="T5" fmla="*/ 3 h 8"/>
              <a:gd name="T6" fmla="*/ 3 w 4"/>
              <a:gd name="T7" fmla="*/ 0 h 8"/>
              <a:gd name="T8" fmla="*/ 4 w 4"/>
              <a:gd name="T9" fmla="*/ 2 h 8"/>
              <a:gd name="T10" fmla="*/ 3 w 4"/>
              <a:gd name="T11" fmla="*/ 3 h 8"/>
              <a:gd name="T12" fmla="*/ 3 w 4"/>
              <a:gd name="T13" fmla="*/ 6 h 8"/>
              <a:gd name="T14" fmla="*/ 4 w 4"/>
              <a:gd name="T15" fmla="*/ 7 h 8"/>
              <a:gd name="T16" fmla="*/ 2 w 4"/>
              <a:gd name="T17" fmla="*/ 8 h 8"/>
              <a:gd name="T18" fmla="*/ 2 w 4"/>
              <a:gd name="T19" fmla="*/ 7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" h="8">
                <a:moveTo>
                  <a:pt x="2" y="7"/>
                </a:moveTo>
                <a:cubicBezTo>
                  <a:pt x="1" y="7"/>
                  <a:pt x="0" y="5"/>
                  <a:pt x="0" y="4"/>
                </a:cubicBezTo>
                <a:cubicBezTo>
                  <a:pt x="0" y="3"/>
                  <a:pt x="0" y="3"/>
                  <a:pt x="0" y="3"/>
                </a:cubicBezTo>
                <a:cubicBezTo>
                  <a:pt x="1" y="2"/>
                  <a:pt x="2" y="0"/>
                  <a:pt x="3" y="0"/>
                </a:cubicBezTo>
                <a:cubicBezTo>
                  <a:pt x="4" y="0"/>
                  <a:pt x="4" y="1"/>
                  <a:pt x="4" y="2"/>
                </a:cubicBezTo>
                <a:cubicBezTo>
                  <a:pt x="4" y="2"/>
                  <a:pt x="3" y="3"/>
                  <a:pt x="3" y="3"/>
                </a:cubicBezTo>
                <a:cubicBezTo>
                  <a:pt x="2" y="5"/>
                  <a:pt x="3" y="5"/>
                  <a:pt x="3" y="6"/>
                </a:cubicBezTo>
                <a:cubicBezTo>
                  <a:pt x="3" y="6"/>
                  <a:pt x="4" y="7"/>
                  <a:pt x="4" y="7"/>
                </a:cubicBezTo>
                <a:cubicBezTo>
                  <a:pt x="3" y="8"/>
                  <a:pt x="3" y="8"/>
                  <a:pt x="2" y="8"/>
                </a:cubicBezTo>
                <a:cubicBezTo>
                  <a:pt x="2" y="7"/>
                  <a:pt x="2" y="7"/>
                  <a:pt x="2" y="7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95" name="Freeform 91">
            <a:extLst>
              <a:ext uri="{FF2B5EF4-FFF2-40B4-BE49-F238E27FC236}">
                <a16:creationId xmlns:a16="http://schemas.microsoft.com/office/drawing/2014/main" xmlns="" id="{1D0509CB-8FB1-4343-94E8-A8A500B96956}"/>
              </a:ext>
            </a:extLst>
          </p:cNvPr>
          <p:cNvSpPr>
            <a:spLocks/>
          </p:cNvSpPr>
          <p:nvPr/>
        </p:nvSpPr>
        <p:spPr bwMode="auto">
          <a:xfrm>
            <a:off x="10591058" y="6269077"/>
            <a:ext cx="27647" cy="23768"/>
          </a:xfrm>
          <a:custGeom>
            <a:avLst/>
            <a:gdLst>
              <a:gd name="T0" fmla="*/ 7 w 9"/>
              <a:gd name="T1" fmla="*/ 3 h 7"/>
              <a:gd name="T2" fmla="*/ 5 w 9"/>
              <a:gd name="T3" fmla="*/ 1 h 7"/>
              <a:gd name="T4" fmla="*/ 4 w 9"/>
              <a:gd name="T5" fmla="*/ 1 h 7"/>
              <a:gd name="T6" fmla="*/ 2 w 9"/>
              <a:gd name="T7" fmla="*/ 2 h 7"/>
              <a:gd name="T8" fmla="*/ 4 w 9"/>
              <a:gd name="T9" fmla="*/ 4 h 7"/>
              <a:gd name="T10" fmla="*/ 4 w 9"/>
              <a:gd name="T11" fmla="*/ 6 h 7"/>
              <a:gd name="T12" fmla="*/ 6 w 9"/>
              <a:gd name="T13" fmla="*/ 6 h 7"/>
              <a:gd name="T14" fmla="*/ 8 w 9"/>
              <a:gd name="T15" fmla="*/ 7 h 7"/>
              <a:gd name="T16" fmla="*/ 9 w 9"/>
              <a:gd name="T17" fmla="*/ 6 h 7"/>
              <a:gd name="T18" fmla="*/ 7 w 9"/>
              <a:gd name="T19" fmla="*/ 3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" h="7">
                <a:moveTo>
                  <a:pt x="7" y="3"/>
                </a:moveTo>
                <a:cubicBezTo>
                  <a:pt x="7" y="3"/>
                  <a:pt x="6" y="1"/>
                  <a:pt x="5" y="1"/>
                </a:cubicBezTo>
                <a:cubicBezTo>
                  <a:pt x="5" y="1"/>
                  <a:pt x="4" y="1"/>
                  <a:pt x="4" y="1"/>
                </a:cubicBezTo>
                <a:cubicBezTo>
                  <a:pt x="3" y="1"/>
                  <a:pt x="0" y="0"/>
                  <a:pt x="2" y="2"/>
                </a:cubicBezTo>
                <a:cubicBezTo>
                  <a:pt x="2" y="3"/>
                  <a:pt x="3" y="3"/>
                  <a:pt x="4" y="4"/>
                </a:cubicBezTo>
                <a:cubicBezTo>
                  <a:pt x="4" y="4"/>
                  <a:pt x="4" y="5"/>
                  <a:pt x="4" y="6"/>
                </a:cubicBezTo>
                <a:cubicBezTo>
                  <a:pt x="4" y="6"/>
                  <a:pt x="5" y="6"/>
                  <a:pt x="6" y="6"/>
                </a:cubicBezTo>
                <a:cubicBezTo>
                  <a:pt x="7" y="6"/>
                  <a:pt x="7" y="6"/>
                  <a:pt x="8" y="7"/>
                </a:cubicBezTo>
                <a:cubicBezTo>
                  <a:pt x="8" y="7"/>
                  <a:pt x="8" y="7"/>
                  <a:pt x="9" y="6"/>
                </a:cubicBezTo>
                <a:cubicBezTo>
                  <a:pt x="7" y="3"/>
                  <a:pt x="7" y="3"/>
                  <a:pt x="7" y="3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96" name="Freeform 92">
            <a:extLst>
              <a:ext uri="{FF2B5EF4-FFF2-40B4-BE49-F238E27FC236}">
                <a16:creationId xmlns:a16="http://schemas.microsoft.com/office/drawing/2014/main" xmlns="" id="{58ABEC20-41D2-4DE5-A0C3-1018092E3B9A}"/>
              </a:ext>
            </a:extLst>
          </p:cNvPr>
          <p:cNvSpPr>
            <a:spLocks/>
          </p:cNvSpPr>
          <p:nvPr/>
        </p:nvSpPr>
        <p:spPr bwMode="auto">
          <a:xfrm>
            <a:off x="10631606" y="6267096"/>
            <a:ext cx="11059" cy="15846"/>
          </a:xfrm>
          <a:custGeom>
            <a:avLst/>
            <a:gdLst>
              <a:gd name="T0" fmla="*/ 3 w 4"/>
              <a:gd name="T1" fmla="*/ 5 h 5"/>
              <a:gd name="T2" fmla="*/ 2 w 4"/>
              <a:gd name="T3" fmla="*/ 4 h 5"/>
              <a:gd name="T4" fmla="*/ 1 w 4"/>
              <a:gd name="T5" fmla="*/ 2 h 5"/>
              <a:gd name="T6" fmla="*/ 0 w 4"/>
              <a:gd name="T7" fmla="*/ 2 h 5"/>
              <a:gd name="T8" fmla="*/ 2 w 4"/>
              <a:gd name="T9" fmla="*/ 1 h 5"/>
              <a:gd name="T10" fmla="*/ 3 w 4"/>
              <a:gd name="T11" fmla="*/ 0 h 5"/>
              <a:gd name="T12" fmla="*/ 4 w 4"/>
              <a:gd name="T13" fmla="*/ 2 h 5"/>
              <a:gd name="T14" fmla="*/ 4 w 4"/>
              <a:gd name="T15" fmla="*/ 3 h 5"/>
              <a:gd name="T16" fmla="*/ 3 w 4"/>
              <a:gd name="T17" fmla="*/ 4 h 5"/>
              <a:gd name="T18" fmla="*/ 3 w 4"/>
              <a:gd name="T19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" h="5">
                <a:moveTo>
                  <a:pt x="3" y="5"/>
                </a:moveTo>
                <a:cubicBezTo>
                  <a:pt x="2" y="5"/>
                  <a:pt x="2" y="4"/>
                  <a:pt x="2" y="4"/>
                </a:cubicBezTo>
                <a:cubicBezTo>
                  <a:pt x="1" y="3"/>
                  <a:pt x="1" y="3"/>
                  <a:pt x="1" y="2"/>
                </a:cubicBezTo>
                <a:cubicBezTo>
                  <a:pt x="1" y="2"/>
                  <a:pt x="0" y="2"/>
                  <a:pt x="0" y="2"/>
                </a:cubicBezTo>
                <a:cubicBezTo>
                  <a:pt x="1" y="2"/>
                  <a:pt x="2" y="1"/>
                  <a:pt x="2" y="1"/>
                </a:cubicBezTo>
                <a:cubicBezTo>
                  <a:pt x="2" y="1"/>
                  <a:pt x="3" y="0"/>
                  <a:pt x="3" y="0"/>
                </a:cubicBezTo>
                <a:cubicBezTo>
                  <a:pt x="3" y="0"/>
                  <a:pt x="4" y="2"/>
                  <a:pt x="4" y="2"/>
                </a:cubicBezTo>
                <a:cubicBezTo>
                  <a:pt x="4" y="2"/>
                  <a:pt x="4" y="3"/>
                  <a:pt x="4" y="3"/>
                </a:cubicBezTo>
                <a:cubicBezTo>
                  <a:pt x="4" y="3"/>
                  <a:pt x="3" y="4"/>
                  <a:pt x="3" y="4"/>
                </a:cubicBezTo>
                <a:cubicBezTo>
                  <a:pt x="3" y="5"/>
                  <a:pt x="3" y="5"/>
                  <a:pt x="3" y="5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97" name="Freeform 93">
            <a:extLst>
              <a:ext uri="{FF2B5EF4-FFF2-40B4-BE49-F238E27FC236}">
                <a16:creationId xmlns:a16="http://schemas.microsoft.com/office/drawing/2014/main" xmlns="" id="{9EE2969D-0808-4B0B-8C2D-64E17E5E8E48}"/>
              </a:ext>
            </a:extLst>
          </p:cNvPr>
          <p:cNvSpPr>
            <a:spLocks/>
          </p:cNvSpPr>
          <p:nvPr/>
        </p:nvSpPr>
        <p:spPr bwMode="auto">
          <a:xfrm>
            <a:off x="10650037" y="6378014"/>
            <a:ext cx="18432" cy="33671"/>
          </a:xfrm>
          <a:custGeom>
            <a:avLst/>
            <a:gdLst>
              <a:gd name="T0" fmla="*/ 3 w 6"/>
              <a:gd name="T1" fmla="*/ 9 h 10"/>
              <a:gd name="T2" fmla="*/ 5 w 6"/>
              <a:gd name="T3" fmla="*/ 5 h 10"/>
              <a:gd name="T4" fmla="*/ 5 w 6"/>
              <a:gd name="T5" fmla="*/ 0 h 10"/>
              <a:gd name="T6" fmla="*/ 4 w 6"/>
              <a:gd name="T7" fmla="*/ 1 h 10"/>
              <a:gd name="T8" fmla="*/ 2 w 6"/>
              <a:gd name="T9" fmla="*/ 3 h 10"/>
              <a:gd name="T10" fmla="*/ 0 w 6"/>
              <a:gd name="T11" fmla="*/ 6 h 10"/>
              <a:gd name="T12" fmla="*/ 1 w 6"/>
              <a:gd name="T13" fmla="*/ 10 h 10"/>
              <a:gd name="T14" fmla="*/ 3 w 6"/>
              <a:gd name="T15" fmla="*/ 9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" h="10">
                <a:moveTo>
                  <a:pt x="3" y="9"/>
                </a:moveTo>
                <a:cubicBezTo>
                  <a:pt x="3" y="8"/>
                  <a:pt x="5" y="6"/>
                  <a:pt x="5" y="5"/>
                </a:cubicBezTo>
                <a:cubicBezTo>
                  <a:pt x="6" y="5"/>
                  <a:pt x="6" y="0"/>
                  <a:pt x="5" y="0"/>
                </a:cubicBezTo>
                <a:cubicBezTo>
                  <a:pt x="4" y="0"/>
                  <a:pt x="4" y="1"/>
                  <a:pt x="4" y="1"/>
                </a:cubicBezTo>
                <a:cubicBezTo>
                  <a:pt x="4" y="2"/>
                  <a:pt x="3" y="3"/>
                  <a:pt x="2" y="3"/>
                </a:cubicBezTo>
                <a:cubicBezTo>
                  <a:pt x="1" y="4"/>
                  <a:pt x="0" y="4"/>
                  <a:pt x="0" y="6"/>
                </a:cubicBezTo>
                <a:cubicBezTo>
                  <a:pt x="1" y="7"/>
                  <a:pt x="0" y="9"/>
                  <a:pt x="1" y="10"/>
                </a:cubicBezTo>
                <a:cubicBezTo>
                  <a:pt x="3" y="9"/>
                  <a:pt x="3" y="9"/>
                  <a:pt x="3" y="9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98" name="Freeform 94">
            <a:extLst>
              <a:ext uri="{FF2B5EF4-FFF2-40B4-BE49-F238E27FC236}">
                <a16:creationId xmlns:a16="http://schemas.microsoft.com/office/drawing/2014/main" xmlns="" id="{8AAEAE1F-8F92-48A7-832A-BE650FFBDAFC}"/>
              </a:ext>
            </a:extLst>
          </p:cNvPr>
          <p:cNvSpPr>
            <a:spLocks/>
          </p:cNvSpPr>
          <p:nvPr/>
        </p:nvSpPr>
        <p:spPr bwMode="auto">
          <a:xfrm>
            <a:off x="10659252" y="6415647"/>
            <a:ext cx="40550" cy="89131"/>
          </a:xfrm>
          <a:custGeom>
            <a:avLst/>
            <a:gdLst>
              <a:gd name="T0" fmla="*/ 5 w 13"/>
              <a:gd name="T1" fmla="*/ 17 h 27"/>
              <a:gd name="T2" fmla="*/ 0 w 13"/>
              <a:gd name="T3" fmla="*/ 11 h 27"/>
              <a:gd name="T4" fmla="*/ 1 w 13"/>
              <a:gd name="T5" fmla="*/ 4 h 27"/>
              <a:gd name="T6" fmla="*/ 4 w 13"/>
              <a:gd name="T7" fmla="*/ 3 h 27"/>
              <a:gd name="T8" fmla="*/ 11 w 13"/>
              <a:gd name="T9" fmla="*/ 1 h 27"/>
              <a:gd name="T10" fmla="*/ 10 w 13"/>
              <a:gd name="T11" fmla="*/ 6 h 27"/>
              <a:gd name="T12" fmla="*/ 13 w 13"/>
              <a:gd name="T13" fmla="*/ 15 h 27"/>
              <a:gd name="T14" fmla="*/ 11 w 13"/>
              <a:gd name="T15" fmla="*/ 21 h 27"/>
              <a:gd name="T16" fmla="*/ 9 w 13"/>
              <a:gd name="T17" fmla="*/ 26 h 27"/>
              <a:gd name="T18" fmla="*/ 5 w 13"/>
              <a:gd name="T19" fmla="*/ 18 h 27"/>
              <a:gd name="T20" fmla="*/ 5 w 13"/>
              <a:gd name="T21" fmla="*/ 1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27">
                <a:moveTo>
                  <a:pt x="5" y="17"/>
                </a:moveTo>
                <a:cubicBezTo>
                  <a:pt x="3" y="15"/>
                  <a:pt x="1" y="13"/>
                  <a:pt x="0" y="11"/>
                </a:cubicBezTo>
                <a:cubicBezTo>
                  <a:pt x="0" y="9"/>
                  <a:pt x="0" y="5"/>
                  <a:pt x="1" y="4"/>
                </a:cubicBezTo>
                <a:cubicBezTo>
                  <a:pt x="2" y="3"/>
                  <a:pt x="3" y="3"/>
                  <a:pt x="4" y="3"/>
                </a:cubicBezTo>
                <a:cubicBezTo>
                  <a:pt x="5" y="3"/>
                  <a:pt x="10" y="0"/>
                  <a:pt x="11" y="1"/>
                </a:cubicBezTo>
                <a:cubicBezTo>
                  <a:pt x="11" y="1"/>
                  <a:pt x="10" y="5"/>
                  <a:pt x="10" y="6"/>
                </a:cubicBezTo>
                <a:cubicBezTo>
                  <a:pt x="11" y="9"/>
                  <a:pt x="13" y="11"/>
                  <a:pt x="13" y="15"/>
                </a:cubicBezTo>
                <a:cubicBezTo>
                  <a:pt x="13" y="17"/>
                  <a:pt x="11" y="19"/>
                  <a:pt x="11" y="21"/>
                </a:cubicBezTo>
                <a:cubicBezTo>
                  <a:pt x="11" y="22"/>
                  <a:pt x="12" y="27"/>
                  <a:pt x="9" y="26"/>
                </a:cubicBezTo>
                <a:cubicBezTo>
                  <a:pt x="7" y="26"/>
                  <a:pt x="6" y="19"/>
                  <a:pt x="5" y="18"/>
                </a:cubicBezTo>
                <a:cubicBezTo>
                  <a:pt x="5" y="18"/>
                  <a:pt x="5" y="16"/>
                  <a:pt x="5" y="17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99" name="Freeform 95">
            <a:extLst>
              <a:ext uri="{FF2B5EF4-FFF2-40B4-BE49-F238E27FC236}">
                <a16:creationId xmlns:a16="http://schemas.microsoft.com/office/drawing/2014/main" xmlns="" id="{0EAFF30D-C855-4021-AD22-8BFA5B3CF621}"/>
              </a:ext>
            </a:extLst>
          </p:cNvPr>
          <p:cNvSpPr>
            <a:spLocks/>
          </p:cNvSpPr>
          <p:nvPr/>
        </p:nvSpPr>
        <p:spPr bwMode="auto">
          <a:xfrm>
            <a:off x="6897369" y="5866995"/>
            <a:ext cx="18432" cy="25749"/>
          </a:xfrm>
          <a:custGeom>
            <a:avLst/>
            <a:gdLst>
              <a:gd name="T0" fmla="*/ 5 w 6"/>
              <a:gd name="T1" fmla="*/ 0 h 8"/>
              <a:gd name="T2" fmla="*/ 3 w 6"/>
              <a:gd name="T3" fmla="*/ 2 h 8"/>
              <a:gd name="T4" fmla="*/ 2 w 6"/>
              <a:gd name="T5" fmla="*/ 3 h 8"/>
              <a:gd name="T6" fmla="*/ 1 w 6"/>
              <a:gd name="T7" fmla="*/ 5 h 8"/>
              <a:gd name="T8" fmla="*/ 0 w 6"/>
              <a:gd name="T9" fmla="*/ 5 h 8"/>
              <a:gd name="T10" fmla="*/ 0 w 6"/>
              <a:gd name="T11" fmla="*/ 6 h 8"/>
              <a:gd name="T12" fmla="*/ 0 w 6"/>
              <a:gd name="T13" fmla="*/ 8 h 8"/>
              <a:gd name="T14" fmla="*/ 1 w 6"/>
              <a:gd name="T15" fmla="*/ 7 h 8"/>
              <a:gd name="T16" fmla="*/ 3 w 6"/>
              <a:gd name="T17" fmla="*/ 7 h 8"/>
              <a:gd name="T18" fmla="*/ 4 w 6"/>
              <a:gd name="T19" fmla="*/ 6 h 8"/>
              <a:gd name="T20" fmla="*/ 5 w 6"/>
              <a:gd name="T21" fmla="*/ 5 h 8"/>
              <a:gd name="T22" fmla="*/ 6 w 6"/>
              <a:gd name="T23" fmla="*/ 5 h 8"/>
              <a:gd name="T24" fmla="*/ 6 w 6"/>
              <a:gd name="T25" fmla="*/ 4 h 8"/>
              <a:gd name="T26" fmla="*/ 5 w 6"/>
              <a:gd name="T27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" h="8">
                <a:moveTo>
                  <a:pt x="5" y="0"/>
                </a:moveTo>
                <a:cubicBezTo>
                  <a:pt x="4" y="1"/>
                  <a:pt x="4" y="2"/>
                  <a:pt x="3" y="2"/>
                </a:cubicBezTo>
                <a:cubicBezTo>
                  <a:pt x="3" y="3"/>
                  <a:pt x="3" y="3"/>
                  <a:pt x="2" y="3"/>
                </a:cubicBezTo>
                <a:cubicBezTo>
                  <a:pt x="2" y="4"/>
                  <a:pt x="1" y="4"/>
                  <a:pt x="1" y="5"/>
                </a:cubicBezTo>
                <a:cubicBezTo>
                  <a:pt x="1" y="5"/>
                  <a:pt x="0" y="5"/>
                  <a:pt x="0" y="5"/>
                </a:cubicBezTo>
                <a:cubicBezTo>
                  <a:pt x="0" y="5"/>
                  <a:pt x="0" y="6"/>
                  <a:pt x="0" y="6"/>
                </a:cubicBezTo>
                <a:cubicBezTo>
                  <a:pt x="0" y="8"/>
                  <a:pt x="0" y="8"/>
                  <a:pt x="0" y="8"/>
                </a:cubicBezTo>
                <a:cubicBezTo>
                  <a:pt x="1" y="8"/>
                  <a:pt x="1" y="7"/>
                  <a:pt x="1" y="7"/>
                </a:cubicBezTo>
                <a:cubicBezTo>
                  <a:pt x="2" y="7"/>
                  <a:pt x="2" y="7"/>
                  <a:pt x="3" y="7"/>
                </a:cubicBezTo>
                <a:cubicBezTo>
                  <a:pt x="3" y="6"/>
                  <a:pt x="3" y="6"/>
                  <a:pt x="4" y="6"/>
                </a:cubicBezTo>
                <a:cubicBezTo>
                  <a:pt x="4" y="6"/>
                  <a:pt x="4" y="6"/>
                  <a:pt x="5" y="5"/>
                </a:cubicBezTo>
                <a:cubicBezTo>
                  <a:pt x="5" y="5"/>
                  <a:pt x="5" y="5"/>
                  <a:pt x="6" y="5"/>
                </a:cubicBezTo>
                <a:cubicBezTo>
                  <a:pt x="6" y="4"/>
                  <a:pt x="6" y="4"/>
                  <a:pt x="6" y="4"/>
                </a:cubicBezTo>
                <a:cubicBezTo>
                  <a:pt x="6" y="2"/>
                  <a:pt x="6" y="2"/>
                  <a:pt x="5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00" name="Freeform 96">
            <a:extLst>
              <a:ext uri="{FF2B5EF4-FFF2-40B4-BE49-F238E27FC236}">
                <a16:creationId xmlns:a16="http://schemas.microsoft.com/office/drawing/2014/main" xmlns="" id="{53735875-06C6-4040-8E3D-8EFF5FAF1D3A}"/>
              </a:ext>
            </a:extLst>
          </p:cNvPr>
          <p:cNvSpPr>
            <a:spLocks/>
          </p:cNvSpPr>
          <p:nvPr/>
        </p:nvSpPr>
        <p:spPr bwMode="auto">
          <a:xfrm>
            <a:off x="6860506" y="5664965"/>
            <a:ext cx="9216" cy="9903"/>
          </a:xfrm>
          <a:custGeom>
            <a:avLst/>
            <a:gdLst>
              <a:gd name="T0" fmla="*/ 2 w 3"/>
              <a:gd name="T1" fmla="*/ 1 h 3"/>
              <a:gd name="T2" fmla="*/ 1 w 3"/>
              <a:gd name="T3" fmla="*/ 1 h 3"/>
              <a:gd name="T4" fmla="*/ 0 w 3"/>
              <a:gd name="T5" fmla="*/ 2 h 3"/>
              <a:gd name="T6" fmla="*/ 1 w 3"/>
              <a:gd name="T7" fmla="*/ 3 h 3"/>
              <a:gd name="T8" fmla="*/ 1 w 3"/>
              <a:gd name="T9" fmla="*/ 3 h 3"/>
              <a:gd name="T10" fmla="*/ 1 w 3"/>
              <a:gd name="T11" fmla="*/ 3 h 3"/>
              <a:gd name="T12" fmla="*/ 2 w 3"/>
              <a:gd name="T13" fmla="*/ 2 h 3"/>
              <a:gd name="T14" fmla="*/ 2 w 3"/>
              <a:gd name="T15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" h="3">
                <a:moveTo>
                  <a:pt x="2" y="1"/>
                </a:moveTo>
                <a:cubicBezTo>
                  <a:pt x="1" y="1"/>
                  <a:pt x="1" y="1"/>
                  <a:pt x="1" y="1"/>
                </a:cubicBezTo>
                <a:cubicBezTo>
                  <a:pt x="1" y="2"/>
                  <a:pt x="0" y="2"/>
                  <a:pt x="0" y="2"/>
                </a:cubicBezTo>
                <a:cubicBezTo>
                  <a:pt x="0" y="2"/>
                  <a:pt x="0" y="2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2" y="3"/>
                  <a:pt x="2" y="2"/>
                  <a:pt x="2" y="2"/>
                </a:cubicBezTo>
                <a:cubicBezTo>
                  <a:pt x="2" y="1"/>
                  <a:pt x="3" y="0"/>
                  <a:pt x="2" y="1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01" name="Freeform 97">
            <a:extLst>
              <a:ext uri="{FF2B5EF4-FFF2-40B4-BE49-F238E27FC236}">
                <a16:creationId xmlns:a16="http://schemas.microsoft.com/office/drawing/2014/main" xmlns="" id="{DB1034FE-23AC-4284-9733-F101674CE16C}"/>
              </a:ext>
            </a:extLst>
          </p:cNvPr>
          <p:cNvSpPr>
            <a:spLocks/>
          </p:cNvSpPr>
          <p:nvPr/>
        </p:nvSpPr>
        <p:spPr bwMode="auto">
          <a:xfrm>
            <a:off x="6904741" y="5708541"/>
            <a:ext cx="5530" cy="9903"/>
          </a:xfrm>
          <a:custGeom>
            <a:avLst/>
            <a:gdLst>
              <a:gd name="T0" fmla="*/ 0 w 2"/>
              <a:gd name="T1" fmla="*/ 0 h 3"/>
              <a:gd name="T2" fmla="*/ 0 w 2"/>
              <a:gd name="T3" fmla="*/ 1 h 3"/>
              <a:gd name="T4" fmla="*/ 0 w 2"/>
              <a:gd name="T5" fmla="*/ 1 h 3"/>
              <a:gd name="T6" fmla="*/ 0 w 2"/>
              <a:gd name="T7" fmla="*/ 3 h 3"/>
              <a:gd name="T8" fmla="*/ 0 w 2"/>
              <a:gd name="T9" fmla="*/ 3 h 3"/>
              <a:gd name="T10" fmla="*/ 2 w 2"/>
              <a:gd name="T11" fmla="*/ 2 h 3"/>
              <a:gd name="T12" fmla="*/ 2 w 2"/>
              <a:gd name="T13" fmla="*/ 2 h 3"/>
              <a:gd name="T14" fmla="*/ 2 w 2"/>
              <a:gd name="T15" fmla="*/ 1 h 3"/>
              <a:gd name="T16" fmla="*/ 1 w 2"/>
              <a:gd name="T17" fmla="*/ 1 h 3"/>
              <a:gd name="T18" fmla="*/ 1 w 2"/>
              <a:gd name="T19" fmla="*/ 1 h 3"/>
              <a:gd name="T20" fmla="*/ 0 w 2"/>
              <a:gd name="T21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" h="3">
                <a:moveTo>
                  <a:pt x="0" y="0"/>
                </a:moveTo>
                <a:cubicBezTo>
                  <a:pt x="0" y="0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2"/>
                  <a:pt x="0" y="2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2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1" y="0"/>
                  <a:pt x="1" y="1"/>
                  <a:pt x="1" y="1"/>
                </a:cubicBezTo>
                <a:cubicBezTo>
                  <a:pt x="1" y="1"/>
                  <a:pt x="0" y="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02" name="Freeform 98">
            <a:extLst>
              <a:ext uri="{FF2B5EF4-FFF2-40B4-BE49-F238E27FC236}">
                <a16:creationId xmlns:a16="http://schemas.microsoft.com/office/drawing/2014/main" xmlns="" id="{FA1DD1C3-B372-4017-A911-7E151D61AFAB}"/>
              </a:ext>
            </a:extLst>
          </p:cNvPr>
          <p:cNvSpPr>
            <a:spLocks/>
          </p:cNvSpPr>
          <p:nvPr/>
        </p:nvSpPr>
        <p:spPr bwMode="auto">
          <a:xfrm>
            <a:off x="6888153" y="5724387"/>
            <a:ext cx="3686" cy="5943"/>
          </a:xfrm>
          <a:custGeom>
            <a:avLst/>
            <a:gdLst>
              <a:gd name="T0" fmla="*/ 0 w 1"/>
              <a:gd name="T1" fmla="*/ 1 h 2"/>
              <a:gd name="T2" fmla="*/ 0 w 1"/>
              <a:gd name="T3" fmla="*/ 2 h 2"/>
              <a:gd name="T4" fmla="*/ 1 w 1"/>
              <a:gd name="T5" fmla="*/ 1 h 2"/>
              <a:gd name="T6" fmla="*/ 1 w 1"/>
              <a:gd name="T7" fmla="*/ 1 h 2"/>
              <a:gd name="T8" fmla="*/ 1 w 1"/>
              <a:gd name="T9" fmla="*/ 0 h 2"/>
              <a:gd name="T10" fmla="*/ 0 w 1"/>
              <a:gd name="T11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2">
                <a:moveTo>
                  <a:pt x="0" y="1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1" y="2"/>
                  <a:pt x="1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0"/>
                </a:cubicBezTo>
                <a:cubicBezTo>
                  <a:pt x="1" y="0"/>
                  <a:pt x="0" y="1"/>
                  <a:pt x="0" y="1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03" name="Freeform 99">
            <a:extLst>
              <a:ext uri="{FF2B5EF4-FFF2-40B4-BE49-F238E27FC236}">
                <a16:creationId xmlns:a16="http://schemas.microsoft.com/office/drawing/2014/main" xmlns="" id="{9E14A95A-A4A6-43A1-A297-36097A087FCF}"/>
              </a:ext>
            </a:extLst>
          </p:cNvPr>
          <p:cNvSpPr>
            <a:spLocks/>
          </p:cNvSpPr>
          <p:nvPr/>
        </p:nvSpPr>
        <p:spPr bwMode="auto">
          <a:xfrm>
            <a:off x="7144352" y="5866995"/>
            <a:ext cx="3686" cy="19807"/>
          </a:xfrm>
          <a:custGeom>
            <a:avLst/>
            <a:gdLst>
              <a:gd name="T0" fmla="*/ 1 w 1"/>
              <a:gd name="T1" fmla="*/ 1 h 6"/>
              <a:gd name="T2" fmla="*/ 0 w 1"/>
              <a:gd name="T3" fmla="*/ 0 h 6"/>
              <a:gd name="T4" fmla="*/ 0 w 1"/>
              <a:gd name="T5" fmla="*/ 0 h 6"/>
              <a:gd name="T6" fmla="*/ 0 w 1"/>
              <a:gd name="T7" fmla="*/ 2 h 6"/>
              <a:gd name="T8" fmla="*/ 0 w 1"/>
              <a:gd name="T9" fmla="*/ 3 h 6"/>
              <a:gd name="T10" fmla="*/ 0 w 1"/>
              <a:gd name="T11" fmla="*/ 4 h 6"/>
              <a:gd name="T12" fmla="*/ 0 w 1"/>
              <a:gd name="T13" fmla="*/ 4 h 6"/>
              <a:gd name="T14" fmla="*/ 0 w 1"/>
              <a:gd name="T15" fmla="*/ 4 h 6"/>
              <a:gd name="T16" fmla="*/ 1 w 1"/>
              <a:gd name="T17" fmla="*/ 1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" h="6">
                <a:moveTo>
                  <a:pt x="1" y="1"/>
                </a:moveTo>
                <a:cubicBezTo>
                  <a:pt x="1" y="1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"/>
                  <a:pt x="0" y="1"/>
                  <a:pt x="0" y="2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4"/>
                </a:cubicBezTo>
                <a:cubicBezTo>
                  <a:pt x="0" y="4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1" y="2"/>
                  <a:pt x="1" y="1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04" name="Freeform 100">
            <a:extLst>
              <a:ext uri="{FF2B5EF4-FFF2-40B4-BE49-F238E27FC236}">
                <a16:creationId xmlns:a16="http://schemas.microsoft.com/office/drawing/2014/main" xmlns="" id="{E6BE8CD2-E094-45CF-920D-975932063F36}"/>
              </a:ext>
            </a:extLst>
          </p:cNvPr>
          <p:cNvSpPr>
            <a:spLocks/>
          </p:cNvSpPr>
          <p:nvPr/>
        </p:nvSpPr>
        <p:spPr bwMode="auto">
          <a:xfrm>
            <a:off x="7035605" y="6213617"/>
            <a:ext cx="7373" cy="5943"/>
          </a:xfrm>
          <a:custGeom>
            <a:avLst/>
            <a:gdLst>
              <a:gd name="T0" fmla="*/ 1 w 2"/>
              <a:gd name="T1" fmla="*/ 0 h 2"/>
              <a:gd name="T2" fmla="*/ 0 w 2"/>
              <a:gd name="T3" fmla="*/ 1 h 2"/>
              <a:gd name="T4" fmla="*/ 0 w 2"/>
              <a:gd name="T5" fmla="*/ 2 h 2"/>
              <a:gd name="T6" fmla="*/ 0 w 2"/>
              <a:gd name="T7" fmla="*/ 2 h 2"/>
              <a:gd name="T8" fmla="*/ 1 w 2"/>
              <a:gd name="T9" fmla="*/ 2 h 2"/>
              <a:gd name="T10" fmla="*/ 2 w 2"/>
              <a:gd name="T11" fmla="*/ 2 h 2"/>
              <a:gd name="T12" fmla="*/ 2 w 2"/>
              <a:gd name="T13" fmla="*/ 1 h 2"/>
              <a:gd name="T14" fmla="*/ 1 w 2"/>
              <a:gd name="T15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" h="2">
                <a:moveTo>
                  <a:pt x="1" y="0"/>
                </a:moveTo>
                <a:cubicBezTo>
                  <a:pt x="1" y="0"/>
                  <a:pt x="0" y="1"/>
                  <a:pt x="0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2" y="2"/>
                  <a:pt x="2" y="2"/>
                </a:cubicBezTo>
                <a:cubicBezTo>
                  <a:pt x="2" y="2"/>
                  <a:pt x="2" y="2"/>
                  <a:pt x="2" y="1"/>
                </a:cubicBezTo>
                <a:cubicBezTo>
                  <a:pt x="2" y="1"/>
                  <a:pt x="2" y="0"/>
                  <a:pt x="1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05" name="Freeform 101">
            <a:extLst>
              <a:ext uri="{FF2B5EF4-FFF2-40B4-BE49-F238E27FC236}">
                <a16:creationId xmlns:a16="http://schemas.microsoft.com/office/drawing/2014/main" xmlns="" id="{C7F60DE8-3F3B-4158-A1FC-8D0387D6C936}"/>
              </a:ext>
            </a:extLst>
          </p:cNvPr>
          <p:cNvSpPr>
            <a:spLocks/>
          </p:cNvSpPr>
          <p:nvPr/>
        </p:nvSpPr>
        <p:spPr bwMode="auto">
          <a:xfrm>
            <a:off x="6974781" y="6574102"/>
            <a:ext cx="5530" cy="1980"/>
          </a:xfrm>
          <a:custGeom>
            <a:avLst/>
            <a:gdLst>
              <a:gd name="T0" fmla="*/ 0 w 2"/>
              <a:gd name="T1" fmla="*/ 1 h 1"/>
              <a:gd name="T2" fmla="*/ 1 w 2"/>
              <a:gd name="T3" fmla="*/ 1 h 1"/>
              <a:gd name="T4" fmla="*/ 2 w 2"/>
              <a:gd name="T5" fmla="*/ 0 h 1"/>
              <a:gd name="T6" fmla="*/ 1 w 2"/>
              <a:gd name="T7" fmla="*/ 0 h 1"/>
              <a:gd name="T8" fmla="*/ 0 w 2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1" y="1"/>
                  <a:pt x="1" y="1"/>
                </a:cubicBezTo>
                <a:cubicBezTo>
                  <a:pt x="1" y="1"/>
                  <a:pt x="1" y="1"/>
                  <a:pt x="2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1"/>
                  <a:pt x="0" y="1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06" name="Freeform 102">
            <a:extLst>
              <a:ext uri="{FF2B5EF4-FFF2-40B4-BE49-F238E27FC236}">
                <a16:creationId xmlns:a16="http://schemas.microsoft.com/office/drawing/2014/main" xmlns="" id="{FFB9C70A-096B-4BC0-B544-4A37EB7D5E1C}"/>
              </a:ext>
            </a:extLst>
          </p:cNvPr>
          <p:cNvSpPr>
            <a:spLocks/>
          </p:cNvSpPr>
          <p:nvPr/>
        </p:nvSpPr>
        <p:spPr bwMode="auto">
          <a:xfrm>
            <a:off x="6952664" y="6593910"/>
            <a:ext cx="7373" cy="15846"/>
          </a:xfrm>
          <a:custGeom>
            <a:avLst/>
            <a:gdLst>
              <a:gd name="T0" fmla="*/ 1 w 2"/>
              <a:gd name="T1" fmla="*/ 2 h 5"/>
              <a:gd name="T2" fmla="*/ 1 w 2"/>
              <a:gd name="T3" fmla="*/ 2 h 5"/>
              <a:gd name="T4" fmla="*/ 0 w 2"/>
              <a:gd name="T5" fmla="*/ 3 h 5"/>
              <a:gd name="T6" fmla="*/ 2 w 2"/>
              <a:gd name="T7" fmla="*/ 5 h 5"/>
              <a:gd name="T8" fmla="*/ 2 w 2"/>
              <a:gd name="T9" fmla="*/ 4 h 5"/>
              <a:gd name="T10" fmla="*/ 1 w 2"/>
              <a:gd name="T11" fmla="*/ 3 h 5"/>
              <a:gd name="T12" fmla="*/ 2 w 2"/>
              <a:gd name="T13" fmla="*/ 2 h 5"/>
              <a:gd name="T14" fmla="*/ 1 w 2"/>
              <a:gd name="T15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" h="5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2" y="5"/>
                  <a:pt x="2" y="5"/>
                  <a:pt x="2" y="4"/>
                </a:cubicBezTo>
                <a:cubicBezTo>
                  <a:pt x="2" y="4"/>
                  <a:pt x="1" y="4"/>
                  <a:pt x="1" y="3"/>
                </a:cubicBezTo>
                <a:cubicBezTo>
                  <a:pt x="1" y="3"/>
                  <a:pt x="2" y="2"/>
                  <a:pt x="2" y="2"/>
                </a:cubicBezTo>
                <a:cubicBezTo>
                  <a:pt x="2" y="0"/>
                  <a:pt x="2" y="1"/>
                  <a:pt x="1" y="2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07" name="Freeform 103">
            <a:extLst>
              <a:ext uri="{FF2B5EF4-FFF2-40B4-BE49-F238E27FC236}">
                <a16:creationId xmlns:a16="http://schemas.microsoft.com/office/drawing/2014/main" xmlns="" id="{315A9E59-B21C-48C6-B816-D49FC978F3C1}"/>
              </a:ext>
            </a:extLst>
          </p:cNvPr>
          <p:cNvSpPr>
            <a:spLocks/>
          </p:cNvSpPr>
          <p:nvPr/>
        </p:nvSpPr>
        <p:spPr bwMode="auto">
          <a:xfrm>
            <a:off x="7011644" y="6560239"/>
            <a:ext cx="0" cy="5943"/>
          </a:xfrm>
          <a:custGeom>
            <a:avLst/>
            <a:gdLst>
              <a:gd name="T0" fmla="*/ 1 h 2"/>
              <a:gd name="T1" fmla="*/ 2 h 2"/>
              <a:gd name="T2" fmla="*/ 2 h 2"/>
              <a:gd name="T3" fmla="*/ 1 h 2"/>
              <a:gd name="T4" fmla="*/ 1 h 2"/>
              <a:gd name="T5" fmla="*/ 0 h 2"/>
              <a:gd name="T6" fmla="*/ 1 h 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</a:cxnLst>
            <a:rect l="0" t="0" r="r" b="b"/>
            <a:pathLst>
              <a:path h="2">
                <a:moveTo>
                  <a:pt x="0" y="1"/>
                </a:move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  <a:cubicBezTo>
                  <a:pt x="0" y="0"/>
                  <a:pt x="0" y="1"/>
                  <a:pt x="0" y="1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08" name="Freeform 104">
            <a:extLst>
              <a:ext uri="{FF2B5EF4-FFF2-40B4-BE49-F238E27FC236}">
                <a16:creationId xmlns:a16="http://schemas.microsoft.com/office/drawing/2014/main" xmlns="" id="{13F72688-3C3E-4B91-9150-5CA24B5EAA2B}"/>
              </a:ext>
            </a:extLst>
          </p:cNvPr>
          <p:cNvSpPr>
            <a:spLocks/>
          </p:cNvSpPr>
          <p:nvPr/>
        </p:nvSpPr>
        <p:spPr bwMode="auto">
          <a:xfrm>
            <a:off x="7011644" y="6540432"/>
            <a:ext cx="3686" cy="3961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1 w 1"/>
              <a:gd name="T7" fmla="*/ 1 h 1"/>
              <a:gd name="T8" fmla="*/ 1 w 1"/>
              <a:gd name="T9" fmla="*/ 1 h 1"/>
              <a:gd name="T10" fmla="*/ 1 w 1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"/>
                  <a:pt x="0" y="1"/>
                  <a:pt x="1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0"/>
                  <a:pt x="1" y="0"/>
                  <a:pt x="1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09" name="Freeform 105">
            <a:extLst>
              <a:ext uri="{FF2B5EF4-FFF2-40B4-BE49-F238E27FC236}">
                <a16:creationId xmlns:a16="http://schemas.microsoft.com/office/drawing/2014/main" xmlns="" id="{26D82A4E-6F84-4FA1-91CA-08535CA10C50}"/>
              </a:ext>
            </a:extLst>
          </p:cNvPr>
          <p:cNvSpPr>
            <a:spLocks/>
          </p:cNvSpPr>
          <p:nvPr/>
        </p:nvSpPr>
        <p:spPr bwMode="auto">
          <a:xfrm>
            <a:off x="7066940" y="6467146"/>
            <a:ext cx="3686" cy="7923"/>
          </a:xfrm>
          <a:custGeom>
            <a:avLst/>
            <a:gdLst>
              <a:gd name="T0" fmla="*/ 0 w 1"/>
              <a:gd name="T1" fmla="*/ 1 h 2"/>
              <a:gd name="T2" fmla="*/ 0 w 1"/>
              <a:gd name="T3" fmla="*/ 2 h 2"/>
              <a:gd name="T4" fmla="*/ 1 w 1"/>
              <a:gd name="T5" fmla="*/ 1 h 2"/>
              <a:gd name="T6" fmla="*/ 1 w 1"/>
              <a:gd name="T7" fmla="*/ 1 h 2"/>
              <a:gd name="T8" fmla="*/ 0 w 1"/>
              <a:gd name="T9" fmla="*/ 1 h 2"/>
              <a:gd name="T10" fmla="*/ 0 w 1"/>
              <a:gd name="T11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2">
                <a:moveTo>
                  <a:pt x="0" y="1"/>
                </a:moveTo>
                <a:cubicBezTo>
                  <a:pt x="0" y="1"/>
                  <a:pt x="0" y="1"/>
                  <a:pt x="0" y="2"/>
                </a:cubicBezTo>
                <a:cubicBezTo>
                  <a:pt x="1" y="2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0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10" name="Freeform 106">
            <a:extLst>
              <a:ext uri="{FF2B5EF4-FFF2-40B4-BE49-F238E27FC236}">
                <a16:creationId xmlns:a16="http://schemas.microsoft.com/office/drawing/2014/main" xmlns="" id="{DC76E17F-471D-4E0D-A75B-98B6536C85DD}"/>
              </a:ext>
            </a:extLst>
          </p:cNvPr>
          <p:cNvSpPr>
            <a:spLocks/>
          </p:cNvSpPr>
          <p:nvPr/>
        </p:nvSpPr>
        <p:spPr bwMode="auto">
          <a:xfrm>
            <a:off x="7070626" y="6481012"/>
            <a:ext cx="1843" cy="5943"/>
          </a:xfrm>
          <a:custGeom>
            <a:avLst/>
            <a:gdLst>
              <a:gd name="T0" fmla="*/ 1 w 1"/>
              <a:gd name="T1" fmla="*/ 0 h 2"/>
              <a:gd name="T2" fmla="*/ 0 w 1"/>
              <a:gd name="T3" fmla="*/ 1 h 2"/>
              <a:gd name="T4" fmla="*/ 0 w 1"/>
              <a:gd name="T5" fmla="*/ 1 h 2"/>
              <a:gd name="T6" fmla="*/ 1 w 1"/>
              <a:gd name="T7" fmla="*/ 2 h 2"/>
              <a:gd name="T8" fmla="*/ 1 w 1"/>
              <a:gd name="T9" fmla="*/ 1 h 2"/>
              <a:gd name="T10" fmla="*/ 1 w 1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2">
                <a:moveTo>
                  <a:pt x="1" y="0"/>
                </a:moveTo>
                <a:cubicBezTo>
                  <a:pt x="1" y="0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1"/>
                  <a:pt x="1" y="2"/>
                </a:cubicBezTo>
                <a:cubicBezTo>
                  <a:pt x="1" y="1"/>
                  <a:pt x="1" y="1"/>
                  <a:pt x="1" y="1"/>
                </a:cubicBezTo>
                <a:cubicBezTo>
                  <a:pt x="1" y="0"/>
                  <a:pt x="1" y="0"/>
                  <a:pt x="1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11" name="Freeform 107">
            <a:extLst>
              <a:ext uri="{FF2B5EF4-FFF2-40B4-BE49-F238E27FC236}">
                <a16:creationId xmlns:a16="http://schemas.microsoft.com/office/drawing/2014/main" xmlns="" id="{268AA1A6-F3B4-4345-A1E1-CF8DF068950D}"/>
              </a:ext>
            </a:extLst>
          </p:cNvPr>
          <p:cNvSpPr>
            <a:spLocks/>
          </p:cNvSpPr>
          <p:nvPr/>
        </p:nvSpPr>
        <p:spPr bwMode="auto">
          <a:xfrm>
            <a:off x="7066940" y="6494876"/>
            <a:ext cx="3686" cy="198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1 w 1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12" name="Freeform 108">
            <a:extLst>
              <a:ext uri="{FF2B5EF4-FFF2-40B4-BE49-F238E27FC236}">
                <a16:creationId xmlns:a16="http://schemas.microsoft.com/office/drawing/2014/main" xmlns="" id="{490FE647-FE87-4AFE-8928-4AD2E071A0BE}"/>
              </a:ext>
            </a:extLst>
          </p:cNvPr>
          <p:cNvSpPr>
            <a:spLocks/>
          </p:cNvSpPr>
          <p:nvPr/>
        </p:nvSpPr>
        <p:spPr bwMode="auto">
          <a:xfrm>
            <a:off x="7061410" y="6504779"/>
            <a:ext cx="1843" cy="198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1 h 1"/>
              <a:gd name="T6" fmla="*/ 1 w 1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1" y="1"/>
                  <a:pt x="1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13" name="Freeform 109">
            <a:extLst>
              <a:ext uri="{FF2B5EF4-FFF2-40B4-BE49-F238E27FC236}">
                <a16:creationId xmlns:a16="http://schemas.microsoft.com/office/drawing/2014/main" xmlns="" id="{3DA0FF52-7549-4AEB-B1D8-D32A8C28AE39}"/>
              </a:ext>
            </a:extLst>
          </p:cNvPr>
          <p:cNvSpPr>
            <a:spLocks/>
          </p:cNvSpPr>
          <p:nvPr/>
        </p:nvSpPr>
        <p:spPr bwMode="auto">
          <a:xfrm>
            <a:off x="7052194" y="6516663"/>
            <a:ext cx="1843" cy="3961"/>
          </a:xfrm>
          <a:custGeom>
            <a:avLst/>
            <a:gdLst>
              <a:gd name="T0" fmla="*/ 0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1 h 1"/>
              <a:gd name="T10" fmla="*/ 0 w 1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1">
                <a:moveTo>
                  <a:pt x="0" y="0"/>
                </a:moveTo>
                <a:cubicBezTo>
                  <a:pt x="0" y="0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1"/>
                  <a:pt x="1" y="1"/>
                </a:cubicBezTo>
                <a:cubicBezTo>
                  <a:pt x="1" y="1"/>
                  <a:pt x="1" y="1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14" name="Freeform 110">
            <a:extLst>
              <a:ext uri="{FF2B5EF4-FFF2-40B4-BE49-F238E27FC236}">
                <a16:creationId xmlns:a16="http://schemas.microsoft.com/office/drawing/2014/main" xmlns="" id="{8E84FDA9-4754-4884-8C16-556801FCDBB3}"/>
              </a:ext>
            </a:extLst>
          </p:cNvPr>
          <p:cNvSpPr>
            <a:spLocks/>
          </p:cNvSpPr>
          <p:nvPr/>
        </p:nvSpPr>
        <p:spPr bwMode="auto">
          <a:xfrm>
            <a:off x="7042978" y="6534488"/>
            <a:ext cx="1843" cy="1980"/>
          </a:xfrm>
          <a:custGeom>
            <a:avLst/>
            <a:gdLst>
              <a:gd name="T0" fmla="*/ 1 w 1"/>
              <a:gd name="T1" fmla="*/ 0 h 1"/>
              <a:gd name="T2" fmla="*/ 1 w 1"/>
              <a:gd name="T3" fmla="*/ 0 h 1"/>
              <a:gd name="T4" fmla="*/ 0 w 1"/>
              <a:gd name="T5" fmla="*/ 1 h 1"/>
              <a:gd name="T6" fmla="*/ 1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0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0"/>
                  <a:pt x="1" y="0"/>
                  <a:pt x="1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15" name="Freeform 111">
            <a:extLst>
              <a:ext uri="{FF2B5EF4-FFF2-40B4-BE49-F238E27FC236}">
                <a16:creationId xmlns:a16="http://schemas.microsoft.com/office/drawing/2014/main" xmlns="" id="{55B1CC0E-C53A-4382-A053-052D5C02EFA8}"/>
              </a:ext>
            </a:extLst>
          </p:cNvPr>
          <p:cNvSpPr>
            <a:spLocks/>
          </p:cNvSpPr>
          <p:nvPr/>
        </p:nvSpPr>
        <p:spPr bwMode="auto">
          <a:xfrm>
            <a:off x="6818113" y="5536222"/>
            <a:ext cx="12902" cy="5943"/>
          </a:xfrm>
          <a:custGeom>
            <a:avLst/>
            <a:gdLst>
              <a:gd name="T0" fmla="*/ 2 w 4"/>
              <a:gd name="T1" fmla="*/ 0 h 2"/>
              <a:gd name="T2" fmla="*/ 0 w 4"/>
              <a:gd name="T3" fmla="*/ 0 h 2"/>
              <a:gd name="T4" fmla="*/ 0 w 4"/>
              <a:gd name="T5" fmla="*/ 0 h 2"/>
              <a:gd name="T6" fmla="*/ 0 w 4"/>
              <a:gd name="T7" fmla="*/ 0 h 2"/>
              <a:gd name="T8" fmla="*/ 1 w 4"/>
              <a:gd name="T9" fmla="*/ 1 h 2"/>
              <a:gd name="T10" fmla="*/ 2 w 4"/>
              <a:gd name="T11" fmla="*/ 1 h 2"/>
              <a:gd name="T12" fmla="*/ 3 w 4"/>
              <a:gd name="T13" fmla="*/ 2 h 2"/>
              <a:gd name="T14" fmla="*/ 4 w 4"/>
              <a:gd name="T15" fmla="*/ 2 h 2"/>
              <a:gd name="T16" fmla="*/ 4 w 4"/>
              <a:gd name="T17" fmla="*/ 2 h 2"/>
              <a:gd name="T18" fmla="*/ 2 w 4"/>
              <a:gd name="T19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" h="2">
                <a:moveTo>
                  <a:pt x="2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2"/>
                  <a:pt x="2" y="2"/>
                  <a:pt x="3" y="2"/>
                </a:cubicBezTo>
                <a:cubicBezTo>
                  <a:pt x="3" y="2"/>
                  <a:pt x="3" y="2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1"/>
                  <a:pt x="2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16" name="Freeform 112">
            <a:extLst>
              <a:ext uri="{FF2B5EF4-FFF2-40B4-BE49-F238E27FC236}">
                <a16:creationId xmlns:a16="http://schemas.microsoft.com/office/drawing/2014/main" xmlns="" id="{E191525C-ACEC-4BFE-9F22-804EB3717076}"/>
              </a:ext>
            </a:extLst>
          </p:cNvPr>
          <p:cNvSpPr>
            <a:spLocks/>
          </p:cNvSpPr>
          <p:nvPr/>
        </p:nvSpPr>
        <p:spPr bwMode="auto">
          <a:xfrm>
            <a:off x="6965565" y="5777866"/>
            <a:ext cx="9216" cy="11884"/>
          </a:xfrm>
          <a:custGeom>
            <a:avLst/>
            <a:gdLst>
              <a:gd name="T0" fmla="*/ 3 w 3"/>
              <a:gd name="T1" fmla="*/ 2 h 4"/>
              <a:gd name="T2" fmla="*/ 1 w 3"/>
              <a:gd name="T3" fmla="*/ 0 h 4"/>
              <a:gd name="T4" fmla="*/ 1 w 3"/>
              <a:gd name="T5" fmla="*/ 0 h 4"/>
              <a:gd name="T6" fmla="*/ 0 w 3"/>
              <a:gd name="T7" fmla="*/ 3 h 4"/>
              <a:gd name="T8" fmla="*/ 0 w 3"/>
              <a:gd name="T9" fmla="*/ 4 h 4"/>
              <a:gd name="T10" fmla="*/ 2 w 3"/>
              <a:gd name="T11" fmla="*/ 4 h 4"/>
              <a:gd name="T12" fmla="*/ 2 w 3"/>
              <a:gd name="T13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" h="4">
                <a:moveTo>
                  <a:pt x="3" y="2"/>
                </a:moveTo>
                <a:cubicBezTo>
                  <a:pt x="2" y="1"/>
                  <a:pt x="2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1"/>
                  <a:pt x="0" y="2"/>
                  <a:pt x="0" y="3"/>
                </a:cubicBezTo>
                <a:cubicBezTo>
                  <a:pt x="0" y="3"/>
                  <a:pt x="0" y="3"/>
                  <a:pt x="0" y="4"/>
                </a:cubicBezTo>
                <a:cubicBezTo>
                  <a:pt x="1" y="4"/>
                  <a:pt x="2" y="4"/>
                  <a:pt x="2" y="4"/>
                </a:cubicBezTo>
                <a:cubicBezTo>
                  <a:pt x="2" y="3"/>
                  <a:pt x="2" y="2"/>
                  <a:pt x="2" y="1"/>
                </a:cubicBezTo>
              </a:path>
            </a:pathLst>
          </a:custGeom>
          <a:solidFill>
            <a:schemeClr val="tx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FE7D9E13-EE8F-4C05-9C33-C7C33B4E790A}"/>
              </a:ext>
            </a:extLst>
          </p:cNvPr>
          <p:cNvGrpSpPr>
            <a:grpSpLocks noChangeAspect="1"/>
          </p:cNvGrpSpPr>
          <p:nvPr/>
        </p:nvGrpSpPr>
        <p:grpSpPr>
          <a:xfrm>
            <a:off x="7111374" y="1278217"/>
            <a:ext cx="4557655" cy="5034432"/>
            <a:chOff x="11825289" y="4513668"/>
            <a:chExt cx="2289175" cy="2489200"/>
          </a:xfrm>
          <a:solidFill>
            <a:schemeClr val="tx1">
              <a:lumMod val="95000"/>
            </a:schemeClr>
          </a:solidFill>
        </p:grpSpPr>
        <p:sp>
          <p:nvSpPr>
            <p:cNvPr id="118" name="Freeform 77">
              <a:extLst>
                <a:ext uri="{FF2B5EF4-FFF2-40B4-BE49-F238E27FC236}">
                  <a16:creationId xmlns:a16="http://schemas.microsoft.com/office/drawing/2014/main" xmlns="" id="{86AA5DB7-A5E2-43F5-8C70-E9A21869B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0901" y="4689880"/>
              <a:ext cx="223838" cy="247650"/>
            </a:xfrm>
            <a:custGeom>
              <a:avLst/>
              <a:gdLst>
                <a:gd name="T0" fmla="*/ 45 w 282"/>
                <a:gd name="T1" fmla="*/ 24 h 313"/>
                <a:gd name="T2" fmla="*/ 40 w 282"/>
                <a:gd name="T3" fmla="*/ 28 h 313"/>
                <a:gd name="T4" fmla="*/ 35 w 282"/>
                <a:gd name="T5" fmla="*/ 31 h 313"/>
                <a:gd name="T6" fmla="*/ 30 w 282"/>
                <a:gd name="T7" fmla="*/ 40 h 313"/>
                <a:gd name="T8" fmla="*/ 23 w 282"/>
                <a:gd name="T9" fmla="*/ 49 h 313"/>
                <a:gd name="T10" fmla="*/ 14 w 282"/>
                <a:gd name="T11" fmla="*/ 59 h 313"/>
                <a:gd name="T12" fmla="*/ 13 w 282"/>
                <a:gd name="T13" fmla="*/ 73 h 313"/>
                <a:gd name="T14" fmla="*/ 9 w 282"/>
                <a:gd name="T15" fmla="*/ 101 h 313"/>
                <a:gd name="T16" fmla="*/ 6 w 282"/>
                <a:gd name="T17" fmla="*/ 116 h 313"/>
                <a:gd name="T18" fmla="*/ 2 w 282"/>
                <a:gd name="T19" fmla="*/ 142 h 313"/>
                <a:gd name="T20" fmla="*/ 9 w 282"/>
                <a:gd name="T21" fmla="*/ 173 h 313"/>
                <a:gd name="T22" fmla="*/ 13 w 282"/>
                <a:gd name="T23" fmla="*/ 182 h 313"/>
                <a:gd name="T24" fmla="*/ 14 w 282"/>
                <a:gd name="T25" fmla="*/ 206 h 313"/>
                <a:gd name="T26" fmla="*/ 19 w 282"/>
                <a:gd name="T27" fmla="*/ 218 h 313"/>
                <a:gd name="T28" fmla="*/ 30 w 282"/>
                <a:gd name="T29" fmla="*/ 232 h 313"/>
                <a:gd name="T30" fmla="*/ 40 w 282"/>
                <a:gd name="T31" fmla="*/ 237 h 313"/>
                <a:gd name="T32" fmla="*/ 66 w 282"/>
                <a:gd name="T33" fmla="*/ 242 h 313"/>
                <a:gd name="T34" fmla="*/ 75 w 282"/>
                <a:gd name="T35" fmla="*/ 256 h 313"/>
                <a:gd name="T36" fmla="*/ 94 w 282"/>
                <a:gd name="T37" fmla="*/ 265 h 313"/>
                <a:gd name="T38" fmla="*/ 108 w 282"/>
                <a:gd name="T39" fmla="*/ 270 h 313"/>
                <a:gd name="T40" fmla="*/ 118 w 282"/>
                <a:gd name="T41" fmla="*/ 282 h 313"/>
                <a:gd name="T42" fmla="*/ 128 w 282"/>
                <a:gd name="T43" fmla="*/ 287 h 313"/>
                <a:gd name="T44" fmla="*/ 147 w 282"/>
                <a:gd name="T45" fmla="*/ 294 h 313"/>
                <a:gd name="T46" fmla="*/ 153 w 282"/>
                <a:gd name="T47" fmla="*/ 306 h 313"/>
                <a:gd name="T48" fmla="*/ 154 w 282"/>
                <a:gd name="T49" fmla="*/ 313 h 313"/>
                <a:gd name="T50" fmla="*/ 175 w 282"/>
                <a:gd name="T51" fmla="*/ 310 h 313"/>
                <a:gd name="T52" fmla="*/ 196 w 282"/>
                <a:gd name="T53" fmla="*/ 308 h 313"/>
                <a:gd name="T54" fmla="*/ 201 w 282"/>
                <a:gd name="T55" fmla="*/ 294 h 313"/>
                <a:gd name="T56" fmla="*/ 206 w 282"/>
                <a:gd name="T57" fmla="*/ 284 h 313"/>
                <a:gd name="T58" fmla="*/ 211 w 282"/>
                <a:gd name="T59" fmla="*/ 272 h 313"/>
                <a:gd name="T60" fmla="*/ 220 w 282"/>
                <a:gd name="T61" fmla="*/ 256 h 313"/>
                <a:gd name="T62" fmla="*/ 230 w 282"/>
                <a:gd name="T63" fmla="*/ 239 h 313"/>
                <a:gd name="T64" fmla="*/ 239 w 282"/>
                <a:gd name="T65" fmla="*/ 234 h 313"/>
                <a:gd name="T66" fmla="*/ 242 w 282"/>
                <a:gd name="T67" fmla="*/ 229 h 313"/>
                <a:gd name="T68" fmla="*/ 258 w 282"/>
                <a:gd name="T69" fmla="*/ 216 h 313"/>
                <a:gd name="T70" fmla="*/ 279 w 282"/>
                <a:gd name="T71" fmla="*/ 203 h 313"/>
                <a:gd name="T72" fmla="*/ 275 w 282"/>
                <a:gd name="T73" fmla="*/ 194 h 313"/>
                <a:gd name="T74" fmla="*/ 260 w 282"/>
                <a:gd name="T75" fmla="*/ 173 h 313"/>
                <a:gd name="T76" fmla="*/ 246 w 282"/>
                <a:gd name="T77" fmla="*/ 149 h 313"/>
                <a:gd name="T78" fmla="*/ 211 w 282"/>
                <a:gd name="T79" fmla="*/ 128 h 313"/>
                <a:gd name="T80" fmla="*/ 194 w 282"/>
                <a:gd name="T81" fmla="*/ 114 h 313"/>
                <a:gd name="T82" fmla="*/ 182 w 282"/>
                <a:gd name="T83" fmla="*/ 101 h 313"/>
                <a:gd name="T84" fmla="*/ 165 w 282"/>
                <a:gd name="T85" fmla="*/ 87 h 313"/>
                <a:gd name="T86" fmla="*/ 156 w 282"/>
                <a:gd name="T87" fmla="*/ 59 h 313"/>
                <a:gd name="T88" fmla="*/ 140 w 282"/>
                <a:gd name="T89" fmla="*/ 31 h 313"/>
                <a:gd name="T90" fmla="*/ 127 w 282"/>
                <a:gd name="T91" fmla="*/ 38 h 313"/>
                <a:gd name="T92" fmla="*/ 106 w 282"/>
                <a:gd name="T93" fmla="*/ 28 h 313"/>
                <a:gd name="T94" fmla="*/ 96 w 282"/>
                <a:gd name="T95" fmla="*/ 0 h 313"/>
                <a:gd name="T96" fmla="*/ 87 w 282"/>
                <a:gd name="T97" fmla="*/ 11 h 313"/>
                <a:gd name="T98" fmla="*/ 77 w 282"/>
                <a:gd name="T99" fmla="*/ 0 h 313"/>
                <a:gd name="T100" fmla="*/ 63 w 282"/>
                <a:gd name="T101" fmla="*/ 12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2" h="313">
                  <a:moveTo>
                    <a:pt x="54" y="17"/>
                  </a:moveTo>
                  <a:lnTo>
                    <a:pt x="45" y="24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2" y="35"/>
                  </a:lnTo>
                  <a:lnTo>
                    <a:pt x="30" y="40"/>
                  </a:lnTo>
                  <a:lnTo>
                    <a:pt x="26" y="45"/>
                  </a:lnTo>
                  <a:lnTo>
                    <a:pt x="23" y="49"/>
                  </a:lnTo>
                  <a:lnTo>
                    <a:pt x="18" y="54"/>
                  </a:lnTo>
                  <a:lnTo>
                    <a:pt x="14" y="59"/>
                  </a:lnTo>
                  <a:lnTo>
                    <a:pt x="13" y="62"/>
                  </a:lnTo>
                  <a:lnTo>
                    <a:pt x="13" y="73"/>
                  </a:lnTo>
                  <a:lnTo>
                    <a:pt x="13" y="85"/>
                  </a:lnTo>
                  <a:lnTo>
                    <a:pt x="9" y="101"/>
                  </a:lnTo>
                  <a:lnTo>
                    <a:pt x="7" y="111"/>
                  </a:lnTo>
                  <a:lnTo>
                    <a:pt x="6" y="116"/>
                  </a:lnTo>
                  <a:lnTo>
                    <a:pt x="6" y="132"/>
                  </a:lnTo>
                  <a:lnTo>
                    <a:pt x="2" y="142"/>
                  </a:lnTo>
                  <a:lnTo>
                    <a:pt x="0" y="159"/>
                  </a:lnTo>
                  <a:lnTo>
                    <a:pt x="9" y="173"/>
                  </a:lnTo>
                  <a:lnTo>
                    <a:pt x="7" y="180"/>
                  </a:lnTo>
                  <a:lnTo>
                    <a:pt x="13" y="182"/>
                  </a:lnTo>
                  <a:lnTo>
                    <a:pt x="14" y="192"/>
                  </a:lnTo>
                  <a:lnTo>
                    <a:pt x="14" y="206"/>
                  </a:lnTo>
                  <a:lnTo>
                    <a:pt x="14" y="211"/>
                  </a:lnTo>
                  <a:lnTo>
                    <a:pt x="19" y="218"/>
                  </a:lnTo>
                  <a:lnTo>
                    <a:pt x="26" y="223"/>
                  </a:lnTo>
                  <a:lnTo>
                    <a:pt x="30" y="232"/>
                  </a:lnTo>
                  <a:lnTo>
                    <a:pt x="33" y="235"/>
                  </a:lnTo>
                  <a:lnTo>
                    <a:pt x="40" y="237"/>
                  </a:lnTo>
                  <a:lnTo>
                    <a:pt x="61" y="235"/>
                  </a:lnTo>
                  <a:lnTo>
                    <a:pt x="66" y="242"/>
                  </a:lnTo>
                  <a:lnTo>
                    <a:pt x="70" y="249"/>
                  </a:lnTo>
                  <a:lnTo>
                    <a:pt x="75" y="256"/>
                  </a:lnTo>
                  <a:lnTo>
                    <a:pt x="82" y="261"/>
                  </a:lnTo>
                  <a:lnTo>
                    <a:pt x="94" y="265"/>
                  </a:lnTo>
                  <a:lnTo>
                    <a:pt x="104" y="268"/>
                  </a:lnTo>
                  <a:lnTo>
                    <a:pt x="108" y="270"/>
                  </a:lnTo>
                  <a:lnTo>
                    <a:pt x="111" y="277"/>
                  </a:lnTo>
                  <a:lnTo>
                    <a:pt x="118" y="282"/>
                  </a:lnTo>
                  <a:lnTo>
                    <a:pt x="125" y="284"/>
                  </a:lnTo>
                  <a:lnTo>
                    <a:pt x="128" y="287"/>
                  </a:lnTo>
                  <a:lnTo>
                    <a:pt x="137" y="289"/>
                  </a:lnTo>
                  <a:lnTo>
                    <a:pt x="147" y="294"/>
                  </a:lnTo>
                  <a:lnTo>
                    <a:pt x="151" y="301"/>
                  </a:lnTo>
                  <a:lnTo>
                    <a:pt x="153" y="306"/>
                  </a:lnTo>
                  <a:lnTo>
                    <a:pt x="153" y="310"/>
                  </a:lnTo>
                  <a:lnTo>
                    <a:pt x="154" y="313"/>
                  </a:lnTo>
                  <a:lnTo>
                    <a:pt x="161" y="313"/>
                  </a:lnTo>
                  <a:lnTo>
                    <a:pt x="175" y="310"/>
                  </a:lnTo>
                  <a:lnTo>
                    <a:pt x="185" y="310"/>
                  </a:lnTo>
                  <a:lnTo>
                    <a:pt x="196" y="308"/>
                  </a:lnTo>
                  <a:lnTo>
                    <a:pt x="199" y="305"/>
                  </a:lnTo>
                  <a:lnTo>
                    <a:pt x="201" y="294"/>
                  </a:lnTo>
                  <a:lnTo>
                    <a:pt x="204" y="293"/>
                  </a:lnTo>
                  <a:lnTo>
                    <a:pt x="206" y="284"/>
                  </a:lnTo>
                  <a:lnTo>
                    <a:pt x="208" y="275"/>
                  </a:lnTo>
                  <a:lnTo>
                    <a:pt x="211" y="272"/>
                  </a:lnTo>
                  <a:lnTo>
                    <a:pt x="217" y="265"/>
                  </a:lnTo>
                  <a:lnTo>
                    <a:pt x="220" y="256"/>
                  </a:lnTo>
                  <a:lnTo>
                    <a:pt x="225" y="248"/>
                  </a:lnTo>
                  <a:lnTo>
                    <a:pt x="230" y="239"/>
                  </a:lnTo>
                  <a:lnTo>
                    <a:pt x="234" y="235"/>
                  </a:lnTo>
                  <a:lnTo>
                    <a:pt x="239" y="234"/>
                  </a:lnTo>
                  <a:lnTo>
                    <a:pt x="241" y="230"/>
                  </a:lnTo>
                  <a:lnTo>
                    <a:pt x="242" y="229"/>
                  </a:lnTo>
                  <a:lnTo>
                    <a:pt x="253" y="222"/>
                  </a:lnTo>
                  <a:lnTo>
                    <a:pt x="258" y="216"/>
                  </a:lnTo>
                  <a:lnTo>
                    <a:pt x="265" y="211"/>
                  </a:lnTo>
                  <a:lnTo>
                    <a:pt x="279" y="203"/>
                  </a:lnTo>
                  <a:lnTo>
                    <a:pt x="282" y="203"/>
                  </a:lnTo>
                  <a:lnTo>
                    <a:pt x="275" y="194"/>
                  </a:lnTo>
                  <a:lnTo>
                    <a:pt x="270" y="180"/>
                  </a:lnTo>
                  <a:lnTo>
                    <a:pt x="260" y="173"/>
                  </a:lnTo>
                  <a:lnTo>
                    <a:pt x="246" y="170"/>
                  </a:lnTo>
                  <a:lnTo>
                    <a:pt x="246" y="149"/>
                  </a:lnTo>
                  <a:lnTo>
                    <a:pt x="225" y="128"/>
                  </a:lnTo>
                  <a:lnTo>
                    <a:pt x="211" y="128"/>
                  </a:lnTo>
                  <a:lnTo>
                    <a:pt x="204" y="121"/>
                  </a:lnTo>
                  <a:lnTo>
                    <a:pt x="194" y="114"/>
                  </a:lnTo>
                  <a:lnTo>
                    <a:pt x="194" y="101"/>
                  </a:lnTo>
                  <a:lnTo>
                    <a:pt x="182" y="101"/>
                  </a:lnTo>
                  <a:lnTo>
                    <a:pt x="175" y="90"/>
                  </a:lnTo>
                  <a:lnTo>
                    <a:pt x="165" y="87"/>
                  </a:lnTo>
                  <a:lnTo>
                    <a:pt x="168" y="66"/>
                  </a:lnTo>
                  <a:lnTo>
                    <a:pt x="156" y="59"/>
                  </a:lnTo>
                  <a:lnTo>
                    <a:pt x="158" y="35"/>
                  </a:lnTo>
                  <a:lnTo>
                    <a:pt x="140" y="31"/>
                  </a:lnTo>
                  <a:lnTo>
                    <a:pt x="137" y="42"/>
                  </a:lnTo>
                  <a:lnTo>
                    <a:pt x="127" y="38"/>
                  </a:lnTo>
                  <a:lnTo>
                    <a:pt x="118" y="31"/>
                  </a:lnTo>
                  <a:lnTo>
                    <a:pt x="106" y="28"/>
                  </a:lnTo>
                  <a:lnTo>
                    <a:pt x="102" y="7"/>
                  </a:lnTo>
                  <a:lnTo>
                    <a:pt x="96" y="0"/>
                  </a:lnTo>
                  <a:lnTo>
                    <a:pt x="87" y="0"/>
                  </a:lnTo>
                  <a:lnTo>
                    <a:pt x="87" y="11"/>
                  </a:lnTo>
                  <a:lnTo>
                    <a:pt x="75" y="11"/>
                  </a:lnTo>
                  <a:lnTo>
                    <a:pt x="77" y="0"/>
                  </a:lnTo>
                  <a:lnTo>
                    <a:pt x="66" y="4"/>
                  </a:lnTo>
                  <a:lnTo>
                    <a:pt x="63" y="12"/>
                  </a:lnTo>
                  <a:lnTo>
                    <a:pt x="54" y="17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19" name="Freeform 78">
              <a:extLst>
                <a:ext uri="{FF2B5EF4-FFF2-40B4-BE49-F238E27FC236}">
                  <a16:creationId xmlns:a16="http://schemas.microsoft.com/office/drawing/2014/main" xmlns="" id="{3B774870-60AF-423A-9F1C-415560B98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28514" y="4513668"/>
              <a:ext cx="554038" cy="428625"/>
            </a:xfrm>
            <a:custGeom>
              <a:avLst/>
              <a:gdLst>
                <a:gd name="T0" fmla="*/ 109 w 696"/>
                <a:gd name="T1" fmla="*/ 195 h 539"/>
                <a:gd name="T2" fmla="*/ 79 w 696"/>
                <a:gd name="T3" fmla="*/ 185 h 539"/>
                <a:gd name="T4" fmla="*/ 40 w 696"/>
                <a:gd name="T5" fmla="*/ 147 h 539"/>
                <a:gd name="T6" fmla="*/ 10 w 696"/>
                <a:gd name="T7" fmla="*/ 138 h 539"/>
                <a:gd name="T8" fmla="*/ 5 w 696"/>
                <a:gd name="T9" fmla="*/ 81 h 539"/>
                <a:gd name="T10" fmla="*/ 24 w 696"/>
                <a:gd name="T11" fmla="*/ 67 h 539"/>
                <a:gd name="T12" fmla="*/ 41 w 696"/>
                <a:gd name="T13" fmla="*/ 88 h 539"/>
                <a:gd name="T14" fmla="*/ 53 w 696"/>
                <a:gd name="T15" fmla="*/ 62 h 539"/>
                <a:gd name="T16" fmla="*/ 81 w 696"/>
                <a:gd name="T17" fmla="*/ 38 h 539"/>
                <a:gd name="T18" fmla="*/ 121 w 696"/>
                <a:gd name="T19" fmla="*/ 29 h 539"/>
                <a:gd name="T20" fmla="*/ 181 w 696"/>
                <a:gd name="T21" fmla="*/ 24 h 539"/>
                <a:gd name="T22" fmla="*/ 200 w 696"/>
                <a:gd name="T23" fmla="*/ 8 h 539"/>
                <a:gd name="T24" fmla="*/ 228 w 696"/>
                <a:gd name="T25" fmla="*/ 10 h 539"/>
                <a:gd name="T26" fmla="*/ 244 w 696"/>
                <a:gd name="T27" fmla="*/ 0 h 539"/>
                <a:gd name="T28" fmla="*/ 263 w 696"/>
                <a:gd name="T29" fmla="*/ 22 h 539"/>
                <a:gd name="T30" fmla="*/ 285 w 696"/>
                <a:gd name="T31" fmla="*/ 46 h 539"/>
                <a:gd name="T32" fmla="*/ 295 w 696"/>
                <a:gd name="T33" fmla="*/ 71 h 539"/>
                <a:gd name="T34" fmla="*/ 311 w 696"/>
                <a:gd name="T35" fmla="*/ 78 h 539"/>
                <a:gd name="T36" fmla="*/ 342 w 696"/>
                <a:gd name="T37" fmla="*/ 81 h 539"/>
                <a:gd name="T38" fmla="*/ 361 w 696"/>
                <a:gd name="T39" fmla="*/ 110 h 539"/>
                <a:gd name="T40" fmla="*/ 382 w 696"/>
                <a:gd name="T41" fmla="*/ 133 h 539"/>
                <a:gd name="T42" fmla="*/ 394 w 696"/>
                <a:gd name="T43" fmla="*/ 161 h 539"/>
                <a:gd name="T44" fmla="*/ 461 w 696"/>
                <a:gd name="T45" fmla="*/ 180 h 539"/>
                <a:gd name="T46" fmla="*/ 510 w 696"/>
                <a:gd name="T47" fmla="*/ 178 h 539"/>
                <a:gd name="T48" fmla="*/ 531 w 696"/>
                <a:gd name="T49" fmla="*/ 168 h 539"/>
                <a:gd name="T50" fmla="*/ 567 w 696"/>
                <a:gd name="T51" fmla="*/ 157 h 539"/>
                <a:gd name="T52" fmla="*/ 586 w 696"/>
                <a:gd name="T53" fmla="*/ 131 h 539"/>
                <a:gd name="T54" fmla="*/ 620 w 696"/>
                <a:gd name="T55" fmla="*/ 138 h 539"/>
                <a:gd name="T56" fmla="*/ 638 w 696"/>
                <a:gd name="T57" fmla="*/ 162 h 539"/>
                <a:gd name="T58" fmla="*/ 665 w 696"/>
                <a:gd name="T59" fmla="*/ 150 h 539"/>
                <a:gd name="T60" fmla="*/ 684 w 696"/>
                <a:gd name="T61" fmla="*/ 155 h 539"/>
                <a:gd name="T62" fmla="*/ 696 w 696"/>
                <a:gd name="T63" fmla="*/ 190 h 539"/>
                <a:gd name="T64" fmla="*/ 683 w 696"/>
                <a:gd name="T65" fmla="*/ 256 h 539"/>
                <a:gd name="T66" fmla="*/ 658 w 696"/>
                <a:gd name="T67" fmla="*/ 297 h 539"/>
                <a:gd name="T68" fmla="*/ 631 w 696"/>
                <a:gd name="T69" fmla="*/ 318 h 539"/>
                <a:gd name="T70" fmla="*/ 619 w 696"/>
                <a:gd name="T71" fmla="*/ 354 h 539"/>
                <a:gd name="T72" fmla="*/ 584 w 696"/>
                <a:gd name="T73" fmla="*/ 349 h 539"/>
                <a:gd name="T74" fmla="*/ 575 w 696"/>
                <a:gd name="T75" fmla="*/ 420 h 539"/>
                <a:gd name="T76" fmla="*/ 608 w 696"/>
                <a:gd name="T77" fmla="*/ 439 h 539"/>
                <a:gd name="T78" fmla="*/ 619 w 696"/>
                <a:gd name="T79" fmla="*/ 467 h 539"/>
                <a:gd name="T80" fmla="*/ 627 w 696"/>
                <a:gd name="T81" fmla="*/ 501 h 539"/>
                <a:gd name="T82" fmla="*/ 603 w 696"/>
                <a:gd name="T83" fmla="*/ 533 h 539"/>
                <a:gd name="T84" fmla="*/ 572 w 696"/>
                <a:gd name="T85" fmla="*/ 533 h 539"/>
                <a:gd name="T86" fmla="*/ 550 w 696"/>
                <a:gd name="T87" fmla="*/ 505 h 539"/>
                <a:gd name="T88" fmla="*/ 517 w 696"/>
                <a:gd name="T89" fmla="*/ 517 h 539"/>
                <a:gd name="T90" fmla="*/ 467 w 696"/>
                <a:gd name="T91" fmla="*/ 477 h 539"/>
                <a:gd name="T92" fmla="*/ 451 w 696"/>
                <a:gd name="T93" fmla="*/ 472 h 539"/>
                <a:gd name="T94" fmla="*/ 399 w 696"/>
                <a:gd name="T95" fmla="*/ 470 h 539"/>
                <a:gd name="T96" fmla="*/ 366 w 696"/>
                <a:gd name="T97" fmla="*/ 424 h 539"/>
                <a:gd name="T98" fmla="*/ 342 w 696"/>
                <a:gd name="T99" fmla="*/ 415 h 539"/>
                <a:gd name="T100" fmla="*/ 311 w 696"/>
                <a:gd name="T101" fmla="*/ 391 h 539"/>
                <a:gd name="T102" fmla="*/ 276 w 696"/>
                <a:gd name="T103" fmla="*/ 347 h 539"/>
                <a:gd name="T104" fmla="*/ 245 w 696"/>
                <a:gd name="T105" fmla="*/ 322 h 539"/>
                <a:gd name="T106" fmla="*/ 223 w 696"/>
                <a:gd name="T107" fmla="*/ 280 h 539"/>
                <a:gd name="T108" fmla="*/ 192 w 696"/>
                <a:gd name="T109" fmla="*/ 259 h 539"/>
                <a:gd name="T110" fmla="*/ 161 w 696"/>
                <a:gd name="T111" fmla="*/ 221 h 539"/>
                <a:gd name="T112" fmla="*/ 142 w 696"/>
                <a:gd name="T113" fmla="*/ 221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96" h="539">
                  <a:moveTo>
                    <a:pt x="119" y="238"/>
                  </a:moveTo>
                  <a:lnTo>
                    <a:pt x="119" y="225"/>
                  </a:lnTo>
                  <a:lnTo>
                    <a:pt x="112" y="207"/>
                  </a:lnTo>
                  <a:lnTo>
                    <a:pt x="109" y="195"/>
                  </a:lnTo>
                  <a:lnTo>
                    <a:pt x="105" y="192"/>
                  </a:lnTo>
                  <a:lnTo>
                    <a:pt x="91" y="192"/>
                  </a:lnTo>
                  <a:lnTo>
                    <a:pt x="84" y="192"/>
                  </a:lnTo>
                  <a:lnTo>
                    <a:pt x="79" y="185"/>
                  </a:lnTo>
                  <a:lnTo>
                    <a:pt x="72" y="176"/>
                  </a:lnTo>
                  <a:lnTo>
                    <a:pt x="60" y="169"/>
                  </a:lnTo>
                  <a:lnTo>
                    <a:pt x="53" y="157"/>
                  </a:lnTo>
                  <a:lnTo>
                    <a:pt x="40" y="147"/>
                  </a:lnTo>
                  <a:lnTo>
                    <a:pt x="33" y="145"/>
                  </a:lnTo>
                  <a:lnTo>
                    <a:pt x="27" y="145"/>
                  </a:lnTo>
                  <a:lnTo>
                    <a:pt x="17" y="145"/>
                  </a:lnTo>
                  <a:lnTo>
                    <a:pt x="10" y="138"/>
                  </a:lnTo>
                  <a:lnTo>
                    <a:pt x="5" y="128"/>
                  </a:lnTo>
                  <a:lnTo>
                    <a:pt x="1" y="124"/>
                  </a:lnTo>
                  <a:lnTo>
                    <a:pt x="0" y="91"/>
                  </a:lnTo>
                  <a:lnTo>
                    <a:pt x="5" y="81"/>
                  </a:lnTo>
                  <a:lnTo>
                    <a:pt x="7" y="71"/>
                  </a:lnTo>
                  <a:lnTo>
                    <a:pt x="7" y="57"/>
                  </a:lnTo>
                  <a:lnTo>
                    <a:pt x="17" y="60"/>
                  </a:lnTo>
                  <a:lnTo>
                    <a:pt x="24" y="67"/>
                  </a:lnTo>
                  <a:lnTo>
                    <a:pt x="29" y="74"/>
                  </a:lnTo>
                  <a:lnTo>
                    <a:pt x="31" y="79"/>
                  </a:lnTo>
                  <a:lnTo>
                    <a:pt x="33" y="86"/>
                  </a:lnTo>
                  <a:lnTo>
                    <a:pt x="41" y="88"/>
                  </a:lnTo>
                  <a:lnTo>
                    <a:pt x="48" y="86"/>
                  </a:lnTo>
                  <a:lnTo>
                    <a:pt x="50" y="79"/>
                  </a:lnTo>
                  <a:lnTo>
                    <a:pt x="50" y="74"/>
                  </a:lnTo>
                  <a:lnTo>
                    <a:pt x="53" y="62"/>
                  </a:lnTo>
                  <a:lnTo>
                    <a:pt x="60" y="50"/>
                  </a:lnTo>
                  <a:lnTo>
                    <a:pt x="67" y="45"/>
                  </a:lnTo>
                  <a:lnTo>
                    <a:pt x="78" y="41"/>
                  </a:lnTo>
                  <a:lnTo>
                    <a:pt x="81" y="38"/>
                  </a:lnTo>
                  <a:lnTo>
                    <a:pt x="86" y="34"/>
                  </a:lnTo>
                  <a:lnTo>
                    <a:pt x="91" y="33"/>
                  </a:lnTo>
                  <a:lnTo>
                    <a:pt x="110" y="33"/>
                  </a:lnTo>
                  <a:lnTo>
                    <a:pt x="121" y="29"/>
                  </a:lnTo>
                  <a:lnTo>
                    <a:pt x="124" y="29"/>
                  </a:lnTo>
                  <a:lnTo>
                    <a:pt x="148" y="26"/>
                  </a:lnTo>
                  <a:lnTo>
                    <a:pt x="167" y="27"/>
                  </a:lnTo>
                  <a:lnTo>
                    <a:pt x="181" y="24"/>
                  </a:lnTo>
                  <a:lnTo>
                    <a:pt x="186" y="20"/>
                  </a:lnTo>
                  <a:lnTo>
                    <a:pt x="190" y="12"/>
                  </a:lnTo>
                  <a:lnTo>
                    <a:pt x="195" y="10"/>
                  </a:lnTo>
                  <a:lnTo>
                    <a:pt x="200" y="8"/>
                  </a:lnTo>
                  <a:lnTo>
                    <a:pt x="212" y="14"/>
                  </a:lnTo>
                  <a:lnTo>
                    <a:pt x="216" y="14"/>
                  </a:lnTo>
                  <a:lnTo>
                    <a:pt x="223" y="12"/>
                  </a:lnTo>
                  <a:lnTo>
                    <a:pt x="228" y="10"/>
                  </a:lnTo>
                  <a:lnTo>
                    <a:pt x="231" y="7"/>
                  </a:lnTo>
                  <a:lnTo>
                    <a:pt x="233" y="3"/>
                  </a:lnTo>
                  <a:lnTo>
                    <a:pt x="238" y="0"/>
                  </a:lnTo>
                  <a:lnTo>
                    <a:pt x="244" y="0"/>
                  </a:lnTo>
                  <a:lnTo>
                    <a:pt x="247" y="1"/>
                  </a:lnTo>
                  <a:lnTo>
                    <a:pt x="254" y="7"/>
                  </a:lnTo>
                  <a:lnTo>
                    <a:pt x="261" y="14"/>
                  </a:lnTo>
                  <a:lnTo>
                    <a:pt x="263" y="22"/>
                  </a:lnTo>
                  <a:lnTo>
                    <a:pt x="266" y="31"/>
                  </a:lnTo>
                  <a:lnTo>
                    <a:pt x="266" y="40"/>
                  </a:lnTo>
                  <a:lnTo>
                    <a:pt x="278" y="43"/>
                  </a:lnTo>
                  <a:lnTo>
                    <a:pt x="285" y="46"/>
                  </a:lnTo>
                  <a:lnTo>
                    <a:pt x="287" y="50"/>
                  </a:lnTo>
                  <a:lnTo>
                    <a:pt x="290" y="52"/>
                  </a:lnTo>
                  <a:lnTo>
                    <a:pt x="290" y="62"/>
                  </a:lnTo>
                  <a:lnTo>
                    <a:pt x="295" y="71"/>
                  </a:lnTo>
                  <a:lnTo>
                    <a:pt x="297" y="72"/>
                  </a:lnTo>
                  <a:lnTo>
                    <a:pt x="302" y="74"/>
                  </a:lnTo>
                  <a:lnTo>
                    <a:pt x="306" y="76"/>
                  </a:lnTo>
                  <a:lnTo>
                    <a:pt x="311" y="78"/>
                  </a:lnTo>
                  <a:lnTo>
                    <a:pt x="327" y="76"/>
                  </a:lnTo>
                  <a:lnTo>
                    <a:pt x="335" y="76"/>
                  </a:lnTo>
                  <a:lnTo>
                    <a:pt x="339" y="78"/>
                  </a:lnTo>
                  <a:lnTo>
                    <a:pt x="342" y="81"/>
                  </a:lnTo>
                  <a:lnTo>
                    <a:pt x="344" y="85"/>
                  </a:lnTo>
                  <a:lnTo>
                    <a:pt x="346" y="88"/>
                  </a:lnTo>
                  <a:lnTo>
                    <a:pt x="352" y="98"/>
                  </a:lnTo>
                  <a:lnTo>
                    <a:pt x="361" y="110"/>
                  </a:lnTo>
                  <a:lnTo>
                    <a:pt x="370" y="121"/>
                  </a:lnTo>
                  <a:lnTo>
                    <a:pt x="378" y="128"/>
                  </a:lnTo>
                  <a:lnTo>
                    <a:pt x="378" y="131"/>
                  </a:lnTo>
                  <a:lnTo>
                    <a:pt x="382" y="133"/>
                  </a:lnTo>
                  <a:lnTo>
                    <a:pt x="382" y="138"/>
                  </a:lnTo>
                  <a:lnTo>
                    <a:pt x="385" y="145"/>
                  </a:lnTo>
                  <a:lnTo>
                    <a:pt x="387" y="150"/>
                  </a:lnTo>
                  <a:lnTo>
                    <a:pt x="394" y="161"/>
                  </a:lnTo>
                  <a:lnTo>
                    <a:pt x="403" y="171"/>
                  </a:lnTo>
                  <a:lnTo>
                    <a:pt x="404" y="178"/>
                  </a:lnTo>
                  <a:lnTo>
                    <a:pt x="409" y="181"/>
                  </a:lnTo>
                  <a:lnTo>
                    <a:pt x="461" y="180"/>
                  </a:lnTo>
                  <a:lnTo>
                    <a:pt x="468" y="183"/>
                  </a:lnTo>
                  <a:lnTo>
                    <a:pt x="484" y="185"/>
                  </a:lnTo>
                  <a:lnTo>
                    <a:pt x="499" y="181"/>
                  </a:lnTo>
                  <a:lnTo>
                    <a:pt x="510" y="178"/>
                  </a:lnTo>
                  <a:lnTo>
                    <a:pt x="517" y="174"/>
                  </a:lnTo>
                  <a:lnTo>
                    <a:pt x="520" y="169"/>
                  </a:lnTo>
                  <a:lnTo>
                    <a:pt x="524" y="166"/>
                  </a:lnTo>
                  <a:lnTo>
                    <a:pt x="531" y="168"/>
                  </a:lnTo>
                  <a:lnTo>
                    <a:pt x="536" y="171"/>
                  </a:lnTo>
                  <a:lnTo>
                    <a:pt x="562" y="173"/>
                  </a:lnTo>
                  <a:lnTo>
                    <a:pt x="565" y="168"/>
                  </a:lnTo>
                  <a:lnTo>
                    <a:pt x="567" y="157"/>
                  </a:lnTo>
                  <a:lnTo>
                    <a:pt x="570" y="145"/>
                  </a:lnTo>
                  <a:lnTo>
                    <a:pt x="574" y="138"/>
                  </a:lnTo>
                  <a:lnTo>
                    <a:pt x="577" y="133"/>
                  </a:lnTo>
                  <a:lnTo>
                    <a:pt x="586" y="131"/>
                  </a:lnTo>
                  <a:lnTo>
                    <a:pt x="596" y="133"/>
                  </a:lnTo>
                  <a:lnTo>
                    <a:pt x="603" y="136"/>
                  </a:lnTo>
                  <a:lnTo>
                    <a:pt x="612" y="138"/>
                  </a:lnTo>
                  <a:lnTo>
                    <a:pt x="620" y="138"/>
                  </a:lnTo>
                  <a:lnTo>
                    <a:pt x="624" y="147"/>
                  </a:lnTo>
                  <a:lnTo>
                    <a:pt x="626" y="152"/>
                  </a:lnTo>
                  <a:lnTo>
                    <a:pt x="629" y="157"/>
                  </a:lnTo>
                  <a:lnTo>
                    <a:pt x="638" y="162"/>
                  </a:lnTo>
                  <a:lnTo>
                    <a:pt x="645" y="162"/>
                  </a:lnTo>
                  <a:lnTo>
                    <a:pt x="655" y="157"/>
                  </a:lnTo>
                  <a:lnTo>
                    <a:pt x="658" y="154"/>
                  </a:lnTo>
                  <a:lnTo>
                    <a:pt x="665" y="150"/>
                  </a:lnTo>
                  <a:lnTo>
                    <a:pt x="671" y="147"/>
                  </a:lnTo>
                  <a:lnTo>
                    <a:pt x="676" y="150"/>
                  </a:lnTo>
                  <a:lnTo>
                    <a:pt x="677" y="154"/>
                  </a:lnTo>
                  <a:lnTo>
                    <a:pt x="684" y="155"/>
                  </a:lnTo>
                  <a:lnTo>
                    <a:pt x="693" y="159"/>
                  </a:lnTo>
                  <a:lnTo>
                    <a:pt x="693" y="166"/>
                  </a:lnTo>
                  <a:lnTo>
                    <a:pt x="695" y="180"/>
                  </a:lnTo>
                  <a:lnTo>
                    <a:pt x="696" y="190"/>
                  </a:lnTo>
                  <a:lnTo>
                    <a:pt x="693" y="197"/>
                  </a:lnTo>
                  <a:lnTo>
                    <a:pt x="683" y="206"/>
                  </a:lnTo>
                  <a:lnTo>
                    <a:pt x="683" y="211"/>
                  </a:lnTo>
                  <a:lnTo>
                    <a:pt x="683" y="256"/>
                  </a:lnTo>
                  <a:lnTo>
                    <a:pt x="681" y="264"/>
                  </a:lnTo>
                  <a:lnTo>
                    <a:pt x="665" y="287"/>
                  </a:lnTo>
                  <a:lnTo>
                    <a:pt x="664" y="294"/>
                  </a:lnTo>
                  <a:lnTo>
                    <a:pt x="658" y="297"/>
                  </a:lnTo>
                  <a:lnTo>
                    <a:pt x="645" y="299"/>
                  </a:lnTo>
                  <a:lnTo>
                    <a:pt x="636" y="302"/>
                  </a:lnTo>
                  <a:lnTo>
                    <a:pt x="629" y="311"/>
                  </a:lnTo>
                  <a:lnTo>
                    <a:pt x="631" y="318"/>
                  </a:lnTo>
                  <a:lnTo>
                    <a:pt x="634" y="325"/>
                  </a:lnTo>
                  <a:lnTo>
                    <a:pt x="634" y="335"/>
                  </a:lnTo>
                  <a:lnTo>
                    <a:pt x="627" y="347"/>
                  </a:lnTo>
                  <a:lnTo>
                    <a:pt x="619" y="354"/>
                  </a:lnTo>
                  <a:lnTo>
                    <a:pt x="610" y="351"/>
                  </a:lnTo>
                  <a:lnTo>
                    <a:pt x="603" y="346"/>
                  </a:lnTo>
                  <a:lnTo>
                    <a:pt x="593" y="346"/>
                  </a:lnTo>
                  <a:lnTo>
                    <a:pt x="584" y="349"/>
                  </a:lnTo>
                  <a:lnTo>
                    <a:pt x="577" y="356"/>
                  </a:lnTo>
                  <a:lnTo>
                    <a:pt x="570" y="365"/>
                  </a:lnTo>
                  <a:lnTo>
                    <a:pt x="572" y="413"/>
                  </a:lnTo>
                  <a:lnTo>
                    <a:pt x="575" y="420"/>
                  </a:lnTo>
                  <a:lnTo>
                    <a:pt x="584" y="425"/>
                  </a:lnTo>
                  <a:lnTo>
                    <a:pt x="589" y="429"/>
                  </a:lnTo>
                  <a:lnTo>
                    <a:pt x="601" y="434"/>
                  </a:lnTo>
                  <a:lnTo>
                    <a:pt x="608" y="439"/>
                  </a:lnTo>
                  <a:lnTo>
                    <a:pt x="610" y="444"/>
                  </a:lnTo>
                  <a:lnTo>
                    <a:pt x="617" y="453"/>
                  </a:lnTo>
                  <a:lnTo>
                    <a:pt x="617" y="463"/>
                  </a:lnTo>
                  <a:lnTo>
                    <a:pt x="619" y="467"/>
                  </a:lnTo>
                  <a:lnTo>
                    <a:pt x="620" y="470"/>
                  </a:lnTo>
                  <a:lnTo>
                    <a:pt x="624" y="477"/>
                  </a:lnTo>
                  <a:lnTo>
                    <a:pt x="629" y="489"/>
                  </a:lnTo>
                  <a:lnTo>
                    <a:pt x="627" y="501"/>
                  </a:lnTo>
                  <a:lnTo>
                    <a:pt x="624" y="508"/>
                  </a:lnTo>
                  <a:lnTo>
                    <a:pt x="617" y="512"/>
                  </a:lnTo>
                  <a:lnTo>
                    <a:pt x="610" y="520"/>
                  </a:lnTo>
                  <a:lnTo>
                    <a:pt x="603" y="533"/>
                  </a:lnTo>
                  <a:lnTo>
                    <a:pt x="601" y="536"/>
                  </a:lnTo>
                  <a:lnTo>
                    <a:pt x="591" y="539"/>
                  </a:lnTo>
                  <a:lnTo>
                    <a:pt x="581" y="538"/>
                  </a:lnTo>
                  <a:lnTo>
                    <a:pt x="572" y="533"/>
                  </a:lnTo>
                  <a:lnTo>
                    <a:pt x="569" y="527"/>
                  </a:lnTo>
                  <a:lnTo>
                    <a:pt x="562" y="519"/>
                  </a:lnTo>
                  <a:lnTo>
                    <a:pt x="558" y="512"/>
                  </a:lnTo>
                  <a:lnTo>
                    <a:pt x="550" y="505"/>
                  </a:lnTo>
                  <a:lnTo>
                    <a:pt x="537" y="498"/>
                  </a:lnTo>
                  <a:lnTo>
                    <a:pt x="518" y="503"/>
                  </a:lnTo>
                  <a:lnTo>
                    <a:pt x="518" y="503"/>
                  </a:lnTo>
                  <a:lnTo>
                    <a:pt x="517" y="517"/>
                  </a:lnTo>
                  <a:lnTo>
                    <a:pt x="517" y="517"/>
                  </a:lnTo>
                  <a:lnTo>
                    <a:pt x="498" y="507"/>
                  </a:lnTo>
                  <a:lnTo>
                    <a:pt x="484" y="496"/>
                  </a:lnTo>
                  <a:lnTo>
                    <a:pt x="467" y="477"/>
                  </a:lnTo>
                  <a:lnTo>
                    <a:pt x="461" y="475"/>
                  </a:lnTo>
                  <a:lnTo>
                    <a:pt x="454" y="475"/>
                  </a:lnTo>
                  <a:lnTo>
                    <a:pt x="451" y="474"/>
                  </a:lnTo>
                  <a:lnTo>
                    <a:pt x="451" y="472"/>
                  </a:lnTo>
                  <a:lnTo>
                    <a:pt x="442" y="472"/>
                  </a:lnTo>
                  <a:lnTo>
                    <a:pt x="434" y="472"/>
                  </a:lnTo>
                  <a:lnTo>
                    <a:pt x="429" y="470"/>
                  </a:lnTo>
                  <a:lnTo>
                    <a:pt x="399" y="470"/>
                  </a:lnTo>
                  <a:lnTo>
                    <a:pt x="378" y="443"/>
                  </a:lnTo>
                  <a:lnTo>
                    <a:pt x="377" y="437"/>
                  </a:lnTo>
                  <a:lnTo>
                    <a:pt x="373" y="432"/>
                  </a:lnTo>
                  <a:lnTo>
                    <a:pt x="366" y="424"/>
                  </a:lnTo>
                  <a:lnTo>
                    <a:pt x="359" y="424"/>
                  </a:lnTo>
                  <a:lnTo>
                    <a:pt x="349" y="424"/>
                  </a:lnTo>
                  <a:lnTo>
                    <a:pt x="349" y="424"/>
                  </a:lnTo>
                  <a:lnTo>
                    <a:pt x="342" y="415"/>
                  </a:lnTo>
                  <a:lnTo>
                    <a:pt x="342" y="415"/>
                  </a:lnTo>
                  <a:lnTo>
                    <a:pt x="333" y="401"/>
                  </a:lnTo>
                  <a:lnTo>
                    <a:pt x="323" y="394"/>
                  </a:lnTo>
                  <a:lnTo>
                    <a:pt x="311" y="391"/>
                  </a:lnTo>
                  <a:lnTo>
                    <a:pt x="311" y="370"/>
                  </a:lnTo>
                  <a:lnTo>
                    <a:pt x="290" y="349"/>
                  </a:lnTo>
                  <a:lnTo>
                    <a:pt x="278" y="349"/>
                  </a:lnTo>
                  <a:lnTo>
                    <a:pt x="276" y="347"/>
                  </a:lnTo>
                  <a:lnTo>
                    <a:pt x="269" y="342"/>
                  </a:lnTo>
                  <a:lnTo>
                    <a:pt x="259" y="335"/>
                  </a:lnTo>
                  <a:lnTo>
                    <a:pt x="259" y="322"/>
                  </a:lnTo>
                  <a:lnTo>
                    <a:pt x="245" y="322"/>
                  </a:lnTo>
                  <a:lnTo>
                    <a:pt x="240" y="311"/>
                  </a:lnTo>
                  <a:lnTo>
                    <a:pt x="230" y="308"/>
                  </a:lnTo>
                  <a:lnTo>
                    <a:pt x="233" y="287"/>
                  </a:lnTo>
                  <a:lnTo>
                    <a:pt x="223" y="280"/>
                  </a:lnTo>
                  <a:lnTo>
                    <a:pt x="223" y="256"/>
                  </a:lnTo>
                  <a:lnTo>
                    <a:pt x="205" y="252"/>
                  </a:lnTo>
                  <a:lnTo>
                    <a:pt x="202" y="263"/>
                  </a:lnTo>
                  <a:lnTo>
                    <a:pt x="192" y="259"/>
                  </a:lnTo>
                  <a:lnTo>
                    <a:pt x="183" y="252"/>
                  </a:lnTo>
                  <a:lnTo>
                    <a:pt x="171" y="249"/>
                  </a:lnTo>
                  <a:lnTo>
                    <a:pt x="167" y="230"/>
                  </a:lnTo>
                  <a:lnTo>
                    <a:pt x="161" y="221"/>
                  </a:lnTo>
                  <a:lnTo>
                    <a:pt x="150" y="221"/>
                  </a:lnTo>
                  <a:lnTo>
                    <a:pt x="152" y="232"/>
                  </a:lnTo>
                  <a:lnTo>
                    <a:pt x="140" y="232"/>
                  </a:lnTo>
                  <a:lnTo>
                    <a:pt x="142" y="221"/>
                  </a:lnTo>
                  <a:lnTo>
                    <a:pt x="129" y="225"/>
                  </a:lnTo>
                  <a:lnTo>
                    <a:pt x="128" y="233"/>
                  </a:lnTo>
                  <a:lnTo>
                    <a:pt x="119" y="238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20" name="Freeform 79">
              <a:extLst>
                <a:ext uri="{FF2B5EF4-FFF2-40B4-BE49-F238E27FC236}">
                  <a16:creationId xmlns:a16="http://schemas.microsoft.com/office/drawing/2014/main" xmlns="" id="{021A3AF4-971C-47FA-B85D-DDB33E30C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50914" y="5116918"/>
              <a:ext cx="463550" cy="260350"/>
            </a:xfrm>
            <a:custGeom>
              <a:avLst/>
              <a:gdLst>
                <a:gd name="T0" fmla="*/ 444 w 584"/>
                <a:gd name="T1" fmla="*/ 3 h 327"/>
                <a:gd name="T2" fmla="*/ 453 w 584"/>
                <a:gd name="T3" fmla="*/ 43 h 327"/>
                <a:gd name="T4" fmla="*/ 458 w 584"/>
                <a:gd name="T5" fmla="*/ 107 h 327"/>
                <a:gd name="T6" fmla="*/ 467 w 584"/>
                <a:gd name="T7" fmla="*/ 135 h 327"/>
                <a:gd name="T8" fmla="*/ 484 w 584"/>
                <a:gd name="T9" fmla="*/ 138 h 327"/>
                <a:gd name="T10" fmla="*/ 505 w 584"/>
                <a:gd name="T11" fmla="*/ 130 h 327"/>
                <a:gd name="T12" fmla="*/ 524 w 584"/>
                <a:gd name="T13" fmla="*/ 138 h 327"/>
                <a:gd name="T14" fmla="*/ 560 w 584"/>
                <a:gd name="T15" fmla="*/ 144 h 327"/>
                <a:gd name="T16" fmla="*/ 584 w 584"/>
                <a:gd name="T17" fmla="*/ 157 h 327"/>
                <a:gd name="T18" fmla="*/ 577 w 584"/>
                <a:gd name="T19" fmla="*/ 169 h 327"/>
                <a:gd name="T20" fmla="*/ 539 w 584"/>
                <a:gd name="T21" fmla="*/ 197 h 327"/>
                <a:gd name="T22" fmla="*/ 534 w 584"/>
                <a:gd name="T23" fmla="*/ 214 h 327"/>
                <a:gd name="T24" fmla="*/ 541 w 584"/>
                <a:gd name="T25" fmla="*/ 242 h 327"/>
                <a:gd name="T26" fmla="*/ 546 w 584"/>
                <a:gd name="T27" fmla="*/ 270 h 327"/>
                <a:gd name="T28" fmla="*/ 498 w 584"/>
                <a:gd name="T29" fmla="*/ 275 h 327"/>
                <a:gd name="T30" fmla="*/ 458 w 584"/>
                <a:gd name="T31" fmla="*/ 270 h 327"/>
                <a:gd name="T32" fmla="*/ 437 w 584"/>
                <a:gd name="T33" fmla="*/ 275 h 327"/>
                <a:gd name="T34" fmla="*/ 423 w 584"/>
                <a:gd name="T35" fmla="*/ 284 h 327"/>
                <a:gd name="T36" fmla="*/ 394 w 584"/>
                <a:gd name="T37" fmla="*/ 296 h 327"/>
                <a:gd name="T38" fmla="*/ 370 w 584"/>
                <a:gd name="T39" fmla="*/ 304 h 327"/>
                <a:gd name="T40" fmla="*/ 347 w 584"/>
                <a:gd name="T41" fmla="*/ 282 h 327"/>
                <a:gd name="T42" fmla="*/ 372 w 584"/>
                <a:gd name="T43" fmla="*/ 254 h 327"/>
                <a:gd name="T44" fmla="*/ 387 w 584"/>
                <a:gd name="T45" fmla="*/ 235 h 327"/>
                <a:gd name="T46" fmla="*/ 420 w 584"/>
                <a:gd name="T47" fmla="*/ 230 h 327"/>
                <a:gd name="T48" fmla="*/ 427 w 584"/>
                <a:gd name="T49" fmla="*/ 195 h 327"/>
                <a:gd name="T50" fmla="*/ 417 w 584"/>
                <a:gd name="T51" fmla="*/ 169 h 327"/>
                <a:gd name="T52" fmla="*/ 398 w 584"/>
                <a:gd name="T53" fmla="*/ 169 h 327"/>
                <a:gd name="T54" fmla="*/ 342 w 584"/>
                <a:gd name="T55" fmla="*/ 176 h 327"/>
                <a:gd name="T56" fmla="*/ 327 w 584"/>
                <a:gd name="T57" fmla="*/ 190 h 327"/>
                <a:gd name="T58" fmla="*/ 289 w 584"/>
                <a:gd name="T59" fmla="*/ 190 h 327"/>
                <a:gd name="T60" fmla="*/ 270 w 584"/>
                <a:gd name="T61" fmla="*/ 201 h 327"/>
                <a:gd name="T62" fmla="*/ 259 w 584"/>
                <a:gd name="T63" fmla="*/ 218 h 327"/>
                <a:gd name="T64" fmla="*/ 238 w 584"/>
                <a:gd name="T65" fmla="*/ 227 h 327"/>
                <a:gd name="T66" fmla="*/ 213 w 584"/>
                <a:gd name="T67" fmla="*/ 242 h 327"/>
                <a:gd name="T68" fmla="*/ 197 w 584"/>
                <a:gd name="T69" fmla="*/ 265 h 327"/>
                <a:gd name="T70" fmla="*/ 188 w 584"/>
                <a:gd name="T71" fmla="*/ 275 h 327"/>
                <a:gd name="T72" fmla="*/ 154 w 584"/>
                <a:gd name="T73" fmla="*/ 280 h 327"/>
                <a:gd name="T74" fmla="*/ 142 w 584"/>
                <a:gd name="T75" fmla="*/ 291 h 327"/>
                <a:gd name="T76" fmla="*/ 55 w 584"/>
                <a:gd name="T77" fmla="*/ 294 h 327"/>
                <a:gd name="T78" fmla="*/ 24 w 584"/>
                <a:gd name="T79" fmla="*/ 320 h 327"/>
                <a:gd name="T80" fmla="*/ 19 w 584"/>
                <a:gd name="T81" fmla="*/ 313 h 327"/>
                <a:gd name="T82" fmla="*/ 26 w 584"/>
                <a:gd name="T83" fmla="*/ 301 h 327"/>
                <a:gd name="T84" fmla="*/ 10 w 584"/>
                <a:gd name="T85" fmla="*/ 292 h 327"/>
                <a:gd name="T86" fmla="*/ 2 w 584"/>
                <a:gd name="T87" fmla="*/ 277 h 327"/>
                <a:gd name="T88" fmla="*/ 12 w 584"/>
                <a:gd name="T89" fmla="*/ 239 h 327"/>
                <a:gd name="T90" fmla="*/ 38 w 584"/>
                <a:gd name="T91" fmla="*/ 227 h 327"/>
                <a:gd name="T92" fmla="*/ 59 w 584"/>
                <a:gd name="T93" fmla="*/ 216 h 327"/>
                <a:gd name="T94" fmla="*/ 92 w 584"/>
                <a:gd name="T95" fmla="*/ 197 h 327"/>
                <a:gd name="T96" fmla="*/ 112 w 584"/>
                <a:gd name="T97" fmla="*/ 182 h 327"/>
                <a:gd name="T98" fmla="*/ 133 w 584"/>
                <a:gd name="T99" fmla="*/ 175 h 327"/>
                <a:gd name="T100" fmla="*/ 142 w 584"/>
                <a:gd name="T101" fmla="*/ 157 h 327"/>
                <a:gd name="T102" fmla="*/ 159 w 584"/>
                <a:gd name="T103" fmla="*/ 126 h 327"/>
                <a:gd name="T104" fmla="*/ 206 w 584"/>
                <a:gd name="T105" fmla="*/ 114 h 327"/>
                <a:gd name="T106" fmla="*/ 226 w 584"/>
                <a:gd name="T107" fmla="*/ 100 h 327"/>
                <a:gd name="T108" fmla="*/ 233 w 584"/>
                <a:gd name="T109" fmla="*/ 62 h 327"/>
                <a:gd name="T110" fmla="*/ 259 w 584"/>
                <a:gd name="T111" fmla="*/ 50 h 327"/>
                <a:gd name="T112" fmla="*/ 273 w 584"/>
                <a:gd name="T113" fmla="*/ 48 h 327"/>
                <a:gd name="T114" fmla="*/ 296 w 584"/>
                <a:gd name="T115" fmla="*/ 64 h 327"/>
                <a:gd name="T116" fmla="*/ 354 w 584"/>
                <a:gd name="T117" fmla="*/ 62 h 327"/>
                <a:gd name="T118" fmla="*/ 366 w 584"/>
                <a:gd name="T119" fmla="*/ 29 h 327"/>
                <a:gd name="T120" fmla="*/ 404 w 584"/>
                <a:gd name="T121" fmla="*/ 21 h 327"/>
                <a:gd name="T122" fmla="*/ 417 w 584"/>
                <a:gd name="T123" fmla="*/ 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4" h="327">
                  <a:moveTo>
                    <a:pt x="432" y="0"/>
                  </a:moveTo>
                  <a:lnTo>
                    <a:pt x="436" y="0"/>
                  </a:lnTo>
                  <a:lnTo>
                    <a:pt x="437" y="2"/>
                  </a:lnTo>
                  <a:lnTo>
                    <a:pt x="444" y="3"/>
                  </a:lnTo>
                  <a:lnTo>
                    <a:pt x="448" y="9"/>
                  </a:lnTo>
                  <a:lnTo>
                    <a:pt x="451" y="14"/>
                  </a:lnTo>
                  <a:lnTo>
                    <a:pt x="453" y="19"/>
                  </a:lnTo>
                  <a:lnTo>
                    <a:pt x="453" y="43"/>
                  </a:lnTo>
                  <a:lnTo>
                    <a:pt x="451" y="71"/>
                  </a:lnTo>
                  <a:lnTo>
                    <a:pt x="451" y="85"/>
                  </a:lnTo>
                  <a:lnTo>
                    <a:pt x="455" y="97"/>
                  </a:lnTo>
                  <a:lnTo>
                    <a:pt x="458" y="107"/>
                  </a:lnTo>
                  <a:lnTo>
                    <a:pt x="458" y="119"/>
                  </a:lnTo>
                  <a:lnTo>
                    <a:pt x="458" y="128"/>
                  </a:lnTo>
                  <a:lnTo>
                    <a:pt x="460" y="131"/>
                  </a:lnTo>
                  <a:lnTo>
                    <a:pt x="467" y="135"/>
                  </a:lnTo>
                  <a:lnTo>
                    <a:pt x="468" y="135"/>
                  </a:lnTo>
                  <a:lnTo>
                    <a:pt x="472" y="138"/>
                  </a:lnTo>
                  <a:lnTo>
                    <a:pt x="479" y="140"/>
                  </a:lnTo>
                  <a:lnTo>
                    <a:pt x="484" y="138"/>
                  </a:lnTo>
                  <a:lnTo>
                    <a:pt x="491" y="135"/>
                  </a:lnTo>
                  <a:lnTo>
                    <a:pt x="494" y="135"/>
                  </a:lnTo>
                  <a:lnTo>
                    <a:pt x="500" y="131"/>
                  </a:lnTo>
                  <a:lnTo>
                    <a:pt x="505" y="130"/>
                  </a:lnTo>
                  <a:lnTo>
                    <a:pt x="510" y="130"/>
                  </a:lnTo>
                  <a:lnTo>
                    <a:pt x="513" y="131"/>
                  </a:lnTo>
                  <a:lnTo>
                    <a:pt x="520" y="135"/>
                  </a:lnTo>
                  <a:lnTo>
                    <a:pt x="524" y="138"/>
                  </a:lnTo>
                  <a:lnTo>
                    <a:pt x="527" y="142"/>
                  </a:lnTo>
                  <a:lnTo>
                    <a:pt x="532" y="142"/>
                  </a:lnTo>
                  <a:lnTo>
                    <a:pt x="539" y="144"/>
                  </a:lnTo>
                  <a:lnTo>
                    <a:pt x="560" y="144"/>
                  </a:lnTo>
                  <a:lnTo>
                    <a:pt x="572" y="147"/>
                  </a:lnTo>
                  <a:lnTo>
                    <a:pt x="579" y="150"/>
                  </a:lnTo>
                  <a:lnTo>
                    <a:pt x="581" y="150"/>
                  </a:lnTo>
                  <a:lnTo>
                    <a:pt x="584" y="157"/>
                  </a:lnTo>
                  <a:lnTo>
                    <a:pt x="584" y="163"/>
                  </a:lnTo>
                  <a:lnTo>
                    <a:pt x="584" y="166"/>
                  </a:lnTo>
                  <a:lnTo>
                    <a:pt x="579" y="168"/>
                  </a:lnTo>
                  <a:lnTo>
                    <a:pt x="577" y="169"/>
                  </a:lnTo>
                  <a:lnTo>
                    <a:pt x="572" y="176"/>
                  </a:lnTo>
                  <a:lnTo>
                    <a:pt x="558" y="187"/>
                  </a:lnTo>
                  <a:lnTo>
                    <a:pt x="541" y="195"/>
                  </a:lnTo>
                  <a:lnTo>
                    <a:pt x="539" y="197"/>
                  </a:lnTo>
                  <a:lnTo>
                    <a:pt x="539" y="197"/>
                  </a:lnTo>
                  <a:lnTo>
                    <a:pt x="538" y="206"/>
                  </a:lnTo>
                  <a:lnTo>
                    <a:pt x="538" y="211"/>
                  </a:lnTo>
                  <a:lnTo>
                    <a:pt x="534" y="214"/>
                  </a:lnTo>
                  <a:lnTo>
                    <a:pt x="538" y="220"/>
                  </a:lnTo>
                  <a:lnTo>
                    <a:pt x="538" y="227"/>
                  </a:lnTo>
                  <a:lnTo>
                    <a:pt x="539" y="232"/>
                  </a:lnTo>
                  <a:lnTo>
                    <a:pt x="541" y="242"/>
                  </a:lnTo>
                  <a:lnTo>
                    <a:pt x="545" y="251"/>
                  </a:lnTo>
                  <a:lnTo>
                    <a:pt x="548" y="254"/>
                  </a:lnTo>
                  <a:lnTo>
                    <a:pt x="548" y="265"/>
                  </a:lnTo>
                  <a:lnTo>
                    <a:pt x="546" y="270"/>
                  </a:lnTo>
                  <a:lnTo>
                    <a:pt x="545" y="273"/>
                  </a:lnTo>
                  <a:lnTo>
                    <a:pt x="541" y="275"/>
                  </a:lnTo>
                  <a:lnTo>
                    <a:pt x="520" y="273"/>
                  </a:lnTo>
                  <a:lnTo>
                    <a:pt x="498" y="275"/>
                  </a:lnTo>
                  <a:lnTo>
                    <a:pt x="484" y="277"/>
                  </a:lnTo>
                  <a:lnTo>
                    <a:pt x="472" y="275"/>
                  </a:lnTo>
                  <a:lnTo>
                    <a:pt x="467" y="270"/>
                  </a:lnTo>
                  <a:lnTo>
                    <a:pt x="458" y="270"/>
                  </a:lnTo>
                  <a:lnTo>
                    <a:pt x="451" y="270"/>
                  </a:lnTo>
                  <a:lnTo>
                    <a:pt x="444" y="270"/>
                  </a:lnTo>
                  <a:lnTo>
                    <a:pt x="441" y="270"/>
                  </a:lnTo>
                  <a:lnTo>
                    <a:pt x="437" y="275"/>
                  </a:lnTo>
                  <a:lnTo>
                    <a:pt x="436" y="277"/>
                  </a:lnTo>
                  <a:lnTo>
                    <a:pt x="432" y="282"/>
                  </a:lnTo>
                  <a:lnTo>
                    <a:pt x="429" y="284"/>
                  </a:lnTo>
                  <a:lnTo>
                    <a:pt x="423" y="284"/>
                  </a:lnTo>
                  <a:lnTo>
                    <a:pt x="418" y="285"/>
                  </a:lnTo>
                  <a:lnTo>
                    <a:pt x="413" y="287"/>
                  </a:lnTo>
                  <a:lnTo>
                    <a:pt x="404" y="292"/>
                  </a:lnTo>
                  <a:lnTo>
                    <a:pt x="394" y="296"/>
                  </a:lnTo>
                  <a:lnTo>
                    <a:pt x="391" y="296"/>
                  </a:lnTo>
                  <a:lnTo>
                    <a:pt x="375" y="303"/>
                  </a:lnTo>
                  <a:lnTo>
                    <a:pt x="373" y="303"/>
                  </a:lnTo>
                  <a:lnTo>
                    <a:pt x="370" y="304"/>
                  </a:lnTo>
                  <a:lnTo>
                    <a:pt x="368" y="303"/>
                  </a:lnTo>
                  <a:lnTo>
                    <a:pt x="363" y="299"/>
                  </a:lnTo>
                  <a:lnTo>
                    <a:pt x="347" y="284"/>
                  </a:lnTo>
                  <a:lnTo>
                    <a:pt x="347" y="282"/>
                  </a:lnTo>
                  <a:lnTo>
                    <a:pt x="358" y="275"/>
                  </a:lnTo>
                  <a:lnTo>
                    <a:pt x="361" y="270"/>
                  </a:lnTo>
                  <a:lnTo>
                    <a:pt x="368" y="263"/>
                  </a:lnTo>
                  <a:lnTo>
                    <a:pt x="372" y="254"/>
                  </a:lnTo>
                  <a:lnTo>
                    <a:pt x="375" y="246"/>
                  </a:lnTo>
                  <a:lnTo>
                    <a:pt x="380" y="239"/>
                  </a:lnTo>
                  <a:lnTo>
                    <a:pt x="384" y="235"/>
                  </a:lnTo>
                  <a:lnTo>
                    <a:pt x="387" y="235"/>
                  </a:lnTo>
                  <a:lnTo>
                    <a:pt x="401" y="233"/>
                  </a:lnTo>
                  <a:lnTo>
                    <a:pt x="411" y="233"/>
                  </a:lnTo>
                  <a:lnTo>
                    <a:pt x="415" y="232"/>
                  </a:lnTo>
                  <a:lnTo>
                    <a:pt x="420" y="230"/>
                  </a:lnTo>
                  <a:lnTo>
                    <a:pt x="423" y="228"/>
                  </a:lnTo>
                  <a:lnTo>
                    <a:pt x="425" y="223"/>
                  </a:lnTo>
                  <a:lnTo>
                    <a:pt x="425" y="223"/>
                  </a:lnTo>
                  <a:lnTo>
                    <a:pt x="427" y="195"/>
                  </a:lnTo>
                  <a:lnTo>
                    <a:pt x="427" y="190"/>
                  </a:lnTo>
                  <a:lnTo>
                    <a:pt x="423" y="185"/>
                  </a:lnTo>
                  <a:lnTo>
                    <a:pt x="418" y="173"/>
                  </a:lnTo>
                  <a:lnTo>
                    <a:pt x="417" y="169"/>
                  </a:lnTo>
                  <a:lnTo>
                    <a:pt x="413" y="168"/>
                  </a:lnTo>
                  <a:lnTo>
                    <a:pt x="408" y="166"/>
                  </a:lnTo>
                  <a:lnTo>
                    <a:pt x="404" y="168"/>
                  </a:lnTo>
                  <a:lnTo>
                    <a:pt x="398" y="169"/>
                  </a:lnTo>
                  <a:lnTo>
                    <a:pt x="389" y="175"/>
                  </a:lnTo>
                  <a:lnTo>
                    <a:pt x="385" y="176"/>
                  </a:lnTo>
                  <a:lnTo>
                    <a:pt x="375" y="176"/>
                  </a:lnTo>
                  <a:lnTo>
                    <a:pt x="342" y="176"/>
                  </a:lnTo>
                  <a:lnTo>
                    <a:pt x="337" y="180"/>
                  </a:lnTo>
                  <a:lnTo>
                    <a:pt x="334" y="183"/>
                  </a:lnTo>
                  <a:lnTo>
                    <a:pt x="330" y="187"/>
                  </a:lnTo>
                  <a:lnTo>
                    <a:pt x="327" y="190"/>
                  </a:lnTo>
                  <a:lnTo>
                    <a:pt x="323" y="194"/>
                  </a:lnTo>
                  <a:lnTo>
                    <a:pt x="318" y="195"/>
                  </a:lnTo>
                  <a:lnTo>
                    <a:pt x="294" y="195"/>
                  </a:lnTo>
                  <a:lnTo>
                    <a:pt x="289" y="190"/>
                  </a:lnTo>
                  <a:lnTo>
                    <a:pt x="282" y="190"/>
                  </a:lnTo>
                  <a:lnTo>
                    <a:pt x="277" y="190"/>
                  </a:lnTo>
                  <a:lnTo>
                    <a:pt x="273" y="195"/>
                  </a:lnTo>
                  <a:lnTo>
                    <a:pt x="270" y="201"/>
                  </a:lnTo>
                  <a:lnTo>
                    <a:pt x="266" y="208"/>
                  </a:lnTo>
                  <a:lnTo>
                    <a:pt x="261" y="211"/>
                  </a:lnTo>
                  <a:lnTo>
                    <a:pt x="259" y="213"/>
                  </a:lnTo>
                  <a:lnTo>
                    <a:pt x="259" y="218"/>
                  </a:lnTo>
                  <a:lnTo>
                    <a:pt x="259" y="220"/>
                  </a:lnTo>
                  <a:lnTo>
                    <a:pt x="254" y="223"/>
                  </a:lnTo>
                  <a:lnTo>
                    <a:pt x="247" y="223"/>
                  </a:lnTo>
                  <a:lnTo>
                    <a:pt x="238" y="227"/>
                  </a:lnTo>
                  <a:lnTo>
                    <a:pt x="230" y="230"/>
                  </a:lnTo>
                  <a:lnTo>
                    <a:pt x="225" y="232"/>
                  </a:lnTo>
                  <a:lnTo>
                    <a:pt x="218" y="237"/>
                  </a:lnTo>
                  <a:lnTo>
                    <a:pt x="213" y="242"/>
                  </a:lnTo>
                  <a:lnTo>
                    <a:pt x="207" y="247"/>
                  </a:lnTo>
                  <a:lnTo>
                    <a:pt x="204" y="254"/>
                  </a:lnTo>
                  <a:lnTo>
                    <a:pt x="199" y="259"/>
                  </a:lnTo>
                  <a:lnTo>
                    <a:pt x="197" y="265"/>
                  </a:lnTo>
                  <a:lnTo>
                    <a:pt x="195" y="268"/>
                  </a:lnTo>
                  <a:lnTo>
                    <a:pt x="195" y="270"/>
                  </a:lnTo>
                  <a:lnTo>
                    <a:pt x="192" y="273"/>
                  </a:lnTo>
                  <a:lnTo>
                    <a:pt x="188" y="275"/>
                  </a:lnTo>
                  <a:lnTo>
                    <a:pt x="181" y="277"/>
                  </a:lnTo>
                  <a:lnTo>
                    <a:pt x="164" y="277"/>
                  </a:lnTo>
                  <a:lnTo>
                    <a:pt x="154" y="280"/>
                  </a:lnTo>
                  <a:lnTo>
                    <a:pt x="154" y="280"/>
                  </a:lnTo>
                  <a:lnTo>
                    <a:pt x="154" y="284"/>
                  </a:lnTo>
                  <a:lnTo>
                    <a:pt x="152" y="285"/>
                  </a:lnTo>
                  <a:lnTo>
                    <a:pt x="145" y="289"/>
                  </a:lnTo>
                  <a:lnTo>
                    <a:pt x="142" y="291"/>
                  </a:lnTo>
                  <a:lnTo>
                    <a:pt x="135" y="292"/>
                  </a:lnTo>
                  <a:lnTo>
                    <a:pt x="111" y="292"/>
                  </a:lnTo>
                  <a:lnTo>
                    <a:pt x="66" y="294"/>
                  </a:lnTo>
                  <a:lnTo>
                    <a:pt x="55" y="294"/>
                  </a:lnTo>
                  <a:lnTo>
                    <a:pt x="53" y="298"/>
                  </a:lnTo>
                  <a:lnTo>
                    <a:pt x="47" y="306"/>
                  </a:lnTo>
                  <a:lnTo>
                    <a:pt x="38" y="313"/>
                  </a:lnTo>
                  <a:lnTo>
                    <a:pt x="24" y="320"/>
                  </a:lnTo>
                  <a:lnTo>
                    <a:pt x="5" y="327"/>
                  </a:lnTo>
                  <a:lnTo>
                    <a:pt x="3" y="323"/>
                  </a:lnTo>
                  <a:lnTo>
                    <a:pt x="5" y="323"/>
                  </a:lnTo>
                  <a:lnTo>
                    <a:pt x="19" y="313"/>
                  </a:lnTo>
                  <a:lnTo>
                    <a:pt x="28" y="306"/>
                  </a:lnTo>
                  <a:lnTo>
                    <a:pt x="19" y="308"/>
                  </a:lnTo>
                  <a:lnTo>
                    <a:pt x="24" y="304"/>
                  </a:lnTo>
                  <a:lnTo>
                    <a:pt x="26" y="301"/>
                  </a:lnTo>
                  <a:lnTo>
                    <a:pt x="26" y="299"/>
                  </a:lnTo>
                  <a:lnTo>
                    <a:pt x="24" y="298"/>
                  </a:lnTo>
                  <a:lnTo>
                    <a:pt x="19" y="296"/>
                  </a:lnTo>
                  <a:lnTo>
                    <a:pt x="10" y="292"/>
                  </a:lnTo>
                  <a:lnTo>
                    <a:pt x="5" y="291"/>
                  </a:lnTo>
                  <a:lnTo>
                    <a:pt x="2" y="287"/>
                  </a:lnTo>
                  <a:lnTo>
                    <a:pt x="0" y="282"/>
                  </a:lnTo>
                  <a:lnTo>
                    <a:pt x="2" y="277"/>
                  </a:lnTo>
                  <a:lnTo>
                    <a:pt x="2" y="246"/>
                  </a:lnTo>
                  <a:lnTo>
                    <a:pt x="3" y="244"/>
                  </a:lnTo>
                  <a:lnTo>
                    <a:pt x="7" y="240"/>
                  </a:lnTo>
                  <a:lnTo>
                    <a:pt x="12" y="239"/>
                  </a:lnTo>
                  <a:lnTo>
                    <a:pt x="19" y="237"/>
                  </a:lnTo>
                  <a:lnTo>
                    <a:pt x="24" y="237"/>
                  </a:lnTo>
                  <a:lnTo>
                    <a:pt x="26" y="233"/>
                  </a:lnTo>
                  <a:lnTo>
                    <a:pt x="38" y="227"/>
                  </a:lnTo>
                  <a:lnTo>
                    <a:pt x="48" y="223"/>
                  </a:lnTo>
                  <a:lnTo>
                    <a:pt x="53" y="221"/>
                  </a:lnTo>
                  <a:lnTo>
                    <a:pt x="55" y="218"/>
                  </a:lnTo>
                  <a:lnTo>
                    <a:pt x="59" y="216"/>
                  </a:lnTo>
                  <a:lnTo>
                    <a:pt x="64" y="214"/>
                  </a:lnTo>
                  <a:lnTo>
                    <a:pt x="85" y="206"/>
                  </a:lnTo>
                  <a:lnTo>
                    <a:pt x="88" y="202"/>
                  </a:lnTo>
                  <a:lnTo>
                    <a:pt x="92" y="197"/>
                  </a:lnTo>
                  <a:lnTo>
                    <a:pt x="95" y="194"/>
                  </a:lnTo>
                  <a:lnTo>
                    <a:pt x="100" y="190"/>
                  </a:lnTo>
                  <a:lnTo>
                    <a:pt x="105" y="185"/>
                  </a:lnTo>
                  <a:lnTo>
                    <a:pt x="112" y="182"/>
                  </a:lnTo>
                  <a:lnTo>
                    <a:pt x="121" y="180"/>
                  </a:lnTo>
                  <a:lnTo>
                    <a:pt x="126" y="180"/>
                  </a:lnTo>
                  <a:lnTo>
                    <a:pt x="131" y="176"/>
                  </a:lnTo>
                  <a:lnTo>
                    <a:pt x="133" y="175"/>
                  </a:lnTo>
                  <a:lnTo>
                    <a:pt x="135" y="169"/>
                  </a:lnTo>
                  <a:lnTo>
                    <a:pt x="138" y="168"/>
                  </a:lnTo>
                  <a:lnTo>
                    <a:pt x="138" y="164"/>
                  </a:lnTo>
                  <a:lnTo>
                    <a:pt x="142" y="157"/>
                  </a:lnTo>
                  <a:lnTo>
                    <a:pt x="143" y="147"/>
                  </a:lnTo>
                  <a:lnTo>
                    <a:pt x="143" y="142"/>
                  </a:lnTo>
                  <a:lnTo>
                    <a:pt x="152" y="133"/>
                  </a:lnTo>
                  <a:lnTo>
                    <a:pt x="159" y="126"/>
                  </a:lnTo>
                  <a:lnTo>
                    <a:pt x="173" y="123"/>
                  </a:lnTo>
                  <a:lnTo>
                    <a:pt x="190" y="123"/>
                  </a:lnTo>
                  <a:lnTo>
                    <a:pt x="199" y="118"/>
                  </a:lnTo>
                  <a:lnTo>
                    <a:pt x="206" y="114"/>
                  </a:lnTo>
                  <a:lnTo>
                    <a:pt x="211" y="111"/>
                  </a:lnTo>
                  <a:lnTo>
                    <a:pt x="218" y="109"/>
                  </a:lnTo>
                  <a:lnTo>
                    <a:pt x="219" y="104"/>
                  </a:lnTo>
                  <a:lnTo>
                    <a:pt x="226" y="100"/>
                  </a:lnTo>
                  <a:lnTo>
                    <a:pt x="226" y="97"/>
                  </a:lnTo>
                  <a:lnTo>
                    <a:pt x="226" y="93"/>
                  </a:lnTo>
                  <a:lnTo>
                    <a:pt x="230" y="69"/>
                  </a:lnTo>
                  <a:lnTo>
                    <a:pt x="233" y="62"/>
                  </a:lnTo>
                  <a:lnTo>
                    <a:pt x="238" y="55"/>
                  </a:lnTo>
                  <a:lnTo>
                    <a:pt x="242" y="50"/>
                  </a:lnTo>
                  <a:lnTo>
                    <a:pt x="247" y="50"/>
                  </a:lnTo>
                  <a:lnTo>
                    <a:pt x="259" y="50"/>
                  </a:lnTo>
                  <a:lnTo>
                    <a:pt x="261" y="48"/>
                  </a:lnTo>
                  <a:lnTo>
                    <a:pt x="266" y="47"/>
                  </a:lnTo>
                  <a:lnTo>
                    <a:pt x="270" y="47"/>
                  </a:lnTo>
                  <a:lnTo>
                    <a:pt x="273" y="48"/>
                  </a:lnTo>
                  <a:lnTo>
                    <a:pt x="280" y="50"/>
                  </a:lnTo>
                  <a:lnTo>
                    <a:pt x="289" y="60"/>
                  </a:lnTo>
                  <a:lnTo>
                    <a:pt x="292" y="64"/>
                  </a:lnTo>
                  <a:lnTo>
                    <a:pt x="296" y="64"/>
                  </a:lnTo>
                  <a:lnTo>
                    <a:pt x="299" y="64"/>
                  </a:lnTo>
                  <a:lnTo>
                    <a:pt x="347" y="67"/>
                  </a:lnTo>
                  <a:lnTo>
                    <a:pt x="351" y="64"/>
                  </a:lnTo>
                  <a:lnTo>
                    <a:pt x="354" y="62"/>
                  </a:lnTo>
                  <a:lnTo>
                    <a:pt x="360" y="50"/>
                  </a:lnTo>
                  <a:lnTo>
                    <a:pt x="360" y="38"/>
                  </a:lnTo>
                  <a:lnTo>
                    <a:pt x="361" y="35"/>
                  </a:lnTo>
                  <a:lnTo>
                    <a:pt x="366" y="29"/>
                  </a:lnTo>
                  <a:lnTo>
                    <a:pt x="375" y="24"/>
                  </a:lnTo>
                  <a:lnTo>
                    <a:pt x="384" y="21"/>
                  </a:lnTo>
                  <a:lnTo>
                    <a:pt x="394" y="22"/>
                  </a:lnTo>
                  <a:lnTo>
                    <a:pt x="404" y="21"/>
                  </a:lnTo>
                  <a:lnTo>
                    <a:pt x="408" y="19"/>
                  </a:lnTo>
                  <a:lnTo>
                    <a:pt x="410" y="14"/>
                  </a:lnTo>
                  <a:lnTo>
                    <a:pt x="413" y="9"/>
                  </a:lnTo>
                  <a:lnTo>
                    <a:pt x="417" y="7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21" name="Freeform 80">
              <a:extLst>
                <a:ext uri="{FF2B5EF4-FFF2-40B4-BE49-F238E27FC236}">
                  <a16:creationId xmlns:a16="http://schemas.microsoft.com/office/drawing/2014/main" xmlns="" id="{415BDBF8-EBDA-4A82-BD2B-7A579EDE1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4864" y="5250268"/>
              <a:ext cx="482600" cy="350838"/>
            </a:xfrm>
            <a:custGeom>
              <a:avLst/>
              <a:gdLst>
                <a:gd name="T0" fmla="*/ 605 w 606"/>
                <a:gd name="T1" fmla="*/ 17 h 443"/>
                <a:gd name="T2" fmla="*/ 605 w 606"/>
                <a:gd name="T3" fmla="*/ 62 h 443"/>
                <a:gd name="T4" fmla="*/ 568 w 606"/>
                <a:gd name="T5" fmla="*/ 69 h 443"/>
                <a:gd name="T6" fmla="*/ 549 w 606"/>
                <a:gd name="T7" fmla="*/ 97 h 443"/>
                <a:gd name="T8" fmla="*/ 525 w 606"/>
                <a:gd name="T9" fmla="*/ 121 h 443"/>
                <a:gd name="T10" fmla="*/ 517 w 606"/>
                <a:gd name="T11" fmla="*/ 137 h 443"/>
                <a:gd name="T12" fmla="*/ 485 w 606"/>
                <a:gd name="T13" fmla="*/ 154 h 443"/>
                <a:gd name="T14" fmla="*/ 473 w 606"/>
                <a:gd name="T15" fmla="*/ 178 h 443"/>
                <a:gd name="T16" fmla="*/ 437 w 606"/>
                <a:gd name="T17" fmla="*/ 180 h 443"/>
                <a:gd name="T18" fmla="*/ 421 w 606"/>
                <a:gd name="T19" fmla="*/ 194 h 443"/>
                <a:gd name="T20" fmla="*/ 408 w 606"/>
                <a:gd name="T21" fmla="*/ 239 h 443"/>
                <a:gd name="T22" fmla="*/ 389 w 606"/>
                <a:gd name="T23" fmla="*/ 265 h 443"/>
                <a:gd name="T24" fmla="*/ 363 w 606"/>
                <a:gd name="T25" fmla="*/ 275 h 443"/>
                <a:gd name="T26" fmla="*/ 368 w 606"/>
                <a:gd name="T27" fmla="*/ 303 h 443"/>
                <a:gd name="T28" fmla="*/ 371 w 606"/>
                <a:gd name="T29" fmla="*/ 329 h 443"/>
                <a:gd name="T30" fmla="*/ 361 w 606"/>
                <a:gd name="T31" fmla="*/ 355 h 443"/>
                <a:gd name="T32" fmla="*/ 342 w 606"/>
                <a:gd name="T33" fmla="*/ 394 h 443"/>
                <a:gd name="T34" fmla="*/ 316 w 606"/>
                <a:gd name="T35" fmla="*/ 420 h 443"/>
                <a:gd name="T36" fmla="*/ 294 w 606"/>
                <a:gd name="T37" fmla="*/ 415 h 443"/>
                <a:gd name="T38" fmla="*/ 269 w 606"/>
                <a:gd name="T39" fmla="*/ 434 h 443"/>
                <a:gd name="T40" fmla="*/ 254 w 606"/>
                <a:gd name="T41" fmla="*/ 420 h 443"/>
                <a:gd name="T42" fmla="*/ 257 w 606"/>
                <a:gd name="T43" fmla="*/ 367 h 443"/>
                <a:gd name="T44" fmla="*/ 285 w 606"/>
                <a:gd name="T45" fmla="*/ 322 h 443"/>
                <a:gd name="T46" fmla="*/ 278 w 606"/>
                <a:gd name="T47" fmla="*/ 289 h 443"/>
                <a:gd name="T48" fmla="*/ 256 w 606"/>
                <a:gd name="T49" fmla="*/ 282 h 443"/>
                <a:gd name="T50" fmla="*/ 216 w 606"/>
                <a:gd name="T51" fmla="*/ 261 h 443"/>
                <a:gd name="T52" fmla="*/ 173 w 606"/>
                <a:gd name="T53" fmla="*/ 261 h 443"/>
                <a:gd name="T54" fmla="*/ 150 w 606"/>
                <a:gd name="T55" fmla="*/ 282 h 443"/>
                <a:gd name="T56" fmla="*/ 134 w 606"/>
                <a:gd name="T57" fmla="*/ 266 h 443"/>
                <a:gd name="T58" fmla="*/ 107 w 606"/>
                <a:gd name="T59" fmla="*/ 268 h 443"/>
                <a:gd name="T60" fmla="*/ 88 w 606"/>
                <a:gd name="T61" fmla="*/ 275 h 443"/>
                <a:gd name="T62" fmla="*/ 67 w 606"/>
                <a:gd name="T63" fmla="*/ 261 h 443"/>
                <a:gd name="T64" fmla="*/ 45 w 606"/>
                <a:gd name="T65" fmla="*/ 275 h 443"/>
                <a:gd name="T66" fmla="*/ 10 w 606"/>
                <a:gd name="T67" fmla="*/ 261 h 443"/>
                <a:gd name="T68" fmla="*/ 0 w 606"/>
                <a:gd name="T69" fmla="*/ 247 h 443"/>
                <a:gd name="T70" fmla="*/ 8 w 606"/>
                <a:gd name="T71" fmla="*/ 221 h 443"/>
                <a:gd name="T72" fmla="*/ 27 w 606"/>
                <a:gd name="T73" fmla="*/ 196 h 443"/>
                <a:gd name="T74" fmla="*/ 55 w 606"/>
                <a:gd name="T75" fmla="*/ 180 h 443"/>
                <a:gd name="T76" fmla="*/ 134 w 606"/>
                <a:gd name="T77" fmla="*/ 182 h 443"/>
                <a:gd name="T78" fmla="*/ 174 w 606"/>
                <a:gd name="T79" fmla="*/ 159 h 443"/>
                <a:gd name="T80" fmla="*/ 219 w 606"/>
                <a:gd name="T81" fmla="*/ 147 h 443"/>
                <a:gd name="T82" fmla="*/ 292 w 606"/>
                <a:gd name="T83" fmla="*/ 126 h 443"/>
                <a:gd name="T84" fmla="*/ 335 w 606"/>
                <a:gd name="T85" fmla="*/ 118 h 443"/>
                <a:gd name="T86" fmla="*/ 368 w 606"/>
                <a:gd name="T87" fmla="*/ 109 h 443"/>
                <a:gd name="T88" fmla="*/ 380 w 606"/>
                <a:gd name="T89" fmla="*/ 93 h 443"/>
                <a:gd name="T90" fmla="*/ 406 w 606"/>
                <a:gd name="T91" fmla="*/ 64 h 443"/>
                <a:gd name="T92" fmla="*/ 441 w 606"/>
                <a:gd name="T93" fmla="*/ 55 h 443"/>
                <a:gd name="T94" fmla="*/ 451 w 606"/>
                <a:gd name="T95" fmla="*/ 35 h 443"/>
                <a:gd name="T96" fmla="*/ 475 w 606"/>
                <a:gd name="T97" fmla="*/ 29 h 443"/>
                <a:gd name="T98" fmla="*/ 515 w 606"/>
                <a:gd name="T99" fmla="*/ 17 h 443"/>
                <a:gd name="T100" fmla="*/ 570 w 606"/>
                <a:gd name="T101" fmla="*/ 9 h 443"/>
                <a:gd name="T102" fmla="*/ 587 w 606"/>
                <a:gd name="T103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06" h="443">
                  <a:moveTo>
                    <a:pt x="587" y="0"/>
                  </a:moveTo>
                  <a:lnTo>
                    <a:pt x="594" y="2"/>
                  </a:lnTo>
                  <a:lnTo>
                    <a:pt x="598" y="3"/>
                  </a:lnTo>
                  <a:lnTo>
                    <a:pt x="600" y="9"/>
                  </a:lnTo>
                  <a:lnTo>
                    <a:pt x="605" y="17"/>
                  </a:lnTo>
                  <a:lnTo>
                    <a:pt x="606" y="24"/>
                  </a:lnTo>
                  <a:lnTo>
                    <a:pt x="606" y="29"/>
                  </a:lnTo>
                  <a:lnTo>
                    <a:pt x="606" y="57"/>
                  </a:lnTo>
                  <a:lnTo>
                    <a:pt x="606" y="57"/>
                  </a:lnTo>
                  <a:lnTo>
                    <a:pt x="605" y="62"/>
                  </a:lnTo>
                  <a:lnTo>
                    <a:pt x="601" y="64"/>
                  </a:lnTo>
                  <a:lnTo>
                    <a:pt x="596" y="64"/>
                  </a:lnTo>
                  <a:lnTo>
                    <a:pt x="593" y="67"/>
                  </a:lnTo>
                  <a:lnTo>
                    <a:pt x="581" y="67"/>
                  </a:lnTo>
                  <a:lnTo>
                    <a:pt x="568" y="69"/>
                  </a:lnTo>
                  <a:lnTo>
                    <a:pt x="565" y="69"/>
                  </a:lnTo>
                  <a:lnTo>
                    <a:pt x="562" y="71"/>
                  </a:lnTo>
                  <a:lnTo>
                    <a:pt x="556" y="80"/>
                  </a:lnTo>
                  <a:lnTo>
                    <a:pt x="553" y="88"/>
                  </a:lnTo>
                  <a:lnTo>
                    <a:pt x="549" y="97"/>
                  </a:lnTo>
                  <a:lnTo>
                    <a:pt x="541" y="104"/>
                  </a:lnTo>
                  <a:lnTo>
                    <a:pt x="539" y="109"/>
                  </a:lnTo>
                  <a:lnTo>
                    <a:pt x="529" y="116"/>
                  </a:lnTo>
                  <a:lnTo>
                    <a:pt x="529" y="118"/>
                  </a:lnTo>
                  <a:lnTo>
                    <a:pt x="525" y="121"/>
                  </a:lnTo>
                  <a:lnTo>
                    <a:pt x="522" y="121"/>
                  </a:lnTo>
                  <a:lnTo>
                    <a:pt x="522" y="126"/>
                  </a:lnTo>
                  <a:lnTo>
                    <a:pt x="518" y="132"/>
                  </a:lnTo>
                  <a:lnTo>
                    <a:pt x="518" y="135"/>
                  </a:lnTo>
                  <a:lnTo>
                    <a:pt x="517" y="137"/>
                  </a:lnTo>
                  <a:lnTo>
                    <a:pt x="510" y="137"/>
                  </a:lnTo>
                  <a:lnTo>
                    <a:pt x="499" y="140"/>
                  </a:lnTo>
                  <a:lnTo>
                    <a:pt x="494" y="144"/>
                  </a:lnTo>
                  <a:lnTo>
                    <a:pt x="491" y="149"/>
                  </a:lnTo>
                  <a:lnTo>
                    <a:pt x="485" y="154"/>
                  </a:lnTo>
                  <a:lnTo>
                    <a:pt x="484" y="159"/>
                  </a:lnTo>
                  <a:lnTo>
                    <a:pt x="480" y="168"/>
                  </a:lnTo>
                  <a:lnTo>
                    <a:pt x="475" y="176"/>
                  </a:lnTo>
                  <a:lnTo>
                    <a:pt x="475" y="178"/>
                  </a:lnTo>
                  <a:lnTo>
                    <a:pt x="473" y="178"/>
                  </a:lnTo>
                  <a:lnTo>
                    <a:pt x="470" y="180"/>
                  </a:lnTo>
                  <a:lnTo>
                    <a:pt x="466" y="180"/>
                  </a:lnTo>
                  <a:lnTo>
                    <a:pt x="447" y="178"/>
                  </a:lnTo>
                  <a:lnTo>
                    <a:pt x="441" y="178"/>
                  </a:lnTo>
                  <a:lnTo>
                    <a:pt x="437" y="180"/>
                  </a:lnTo>
                  <a:lnTo>
                    <a:pt x="434" y="182"/>
                  </a:lnTo>
                  <a:lnTo>
                    <a:pt x="428" y="183"/>
                  </a:lnTo>
                  <a:lnTo>
                    <a:pt x="428" y="183"/>
                  </a:lnTo>
                  <a:lnTo>
                    <a:pt x="421" y="189"/>
                  </a:lnTo>
                  <a:lnTo>
                    <a:pt x="421" y="194"/>
                  </a:lnTo>
                  <a:lnTo>
                    <a:pt x="421" y="225"/>
                  </a:lnTo>
                  <a:lnTo>
                    <a:pt x="420" y="230"/>
                  </a:lnTo>
                  <a:lnTo>
                    <a:pt x="420" y="234"/>
                  </a:lnTo>
                  <a:lnTo>
                    <a:pt x="415" y="235"/>
                  </a:lnTo>
                  <a:lnTo>
                    <a:pt x="408" y="239"/>
                  </a:lnTo>
                  <a:lnTo>
                    <a:pt x="399" y="242"/>
                  </a:lnTo>
                  <a:lnTo>
                    <a:pt x="397" y="244"/>
                  </a:lnTo>
                  <a:lnTo>
                    <a:pt x="394" y="256"/>
                  </a:lnTo>
                  <a:lnTo>
                    <a:pt x="392" y="261"/>
                  </a:lnTo>
                  <a:lnTo>
                    <a:pt x="389" y="265"/>
                  </a:lnTo>
                  <a:lnTo>
                    <a:pt x="385" y="268"/>
                  </a:lnTo>
                  <a:lnTo>
                    <a:pt x="375" y="268"/>
                  </a:lnTo>
                  <a:lnTo>
                    <a:pt x="368" y="272"/>
                  </a:lnTo>
                  <a:lnTo>
                    <a:pt x="366" y="273"/>
                  </a:lnTo>
                  <a:lnTo>
                    <a:pt x="363" y="275"/>
                  </a:lnTo>
                  <a:lnTo>
                    <a:pt x="363" y="280"/>
                  </a:lnTo>
                  <a:lnTo>
                    <a:pt x="363" y="285"/>
                  </a:lnTo>
                  <a:lnTo>
                    <a:pt x="363" y="298"/>
                  </a:lnTo>
                  <a:lnTo>
                    <a:pt x="366" y="301"/>
                  </a:lnTo>
                  <a:lnTo>
                    <a:pt x="368" y="303"/>
                  </a:lnTo>
                  <a:lnTo>
                    <a:pt x="373" y="308"/>
                  </a:lnTo>
                  <a:lnTo>
                    <a:pt x="375" y="315"/>
                  </a:lnTo>
                  <a:lnTo>
                    <a:pt x="380" y="322"/>
                  </a:lnTo>
                  <a:lnTo>
                    <a:pt x="378" y="322"/>
                  </a:lnTo>
                  <a:lnTo>
                    <a:pt x="371" y="329"/>
                  </a:lnTo>
                  <a:lnTo>
                    <a:pt x="368" y="327"/>
                  </a:lnTo>
                  <a:lnTo>
                    <a:pt x="366" y="329"/>
                  </a:lnTo>
                  <a:lnTo>
                    <a:pt x="363" y="330"/>
                  </a:lnTo>
                  <a:lnTo>
                    <a:pt x="363" y="353"/>
                  </a:lnTo>
                  <a:lnTo>
                    <a:pt x="361" y="355"/>
                  </a:lnTo>
                  <a:lnTo>
                    <a:pt x="356" y="360"/>
                  </a:lnTo>
                  <a:lnTo>
                    <a:pt x="352" y="362"/>
                  </a:lnTo>
                  <a:lnTo>
                    <a:pt x="347" y="365"/>
                  </a:lnTo>
                  <a:lnTo>
                    <a:pt x="342" y="369"/>
                  </a:lnTo>
                  <a:lnTo>
                    <a:pt x="342" y="394"/>
                  </a:lnTo>
                  <a:lnTo>
                    <a:pt x="339" y="401"/>
                  </a:lnTo>
                  <a:lnTo>
                    <a:pt x="335" y="412"/>
                  </a:lnTo>
                  <a:lnTo>
                    <a:pt x="332" y="415"/>
                  </a:lnTo>
                  <a:lnTo>
                    <a:pt x="321" y="426"/>
                  </a:lnTo>
                  <a:lnTo>
                    <a:pt x="316" y="420"/>
                  </a:lnTo>
                  <a:lnTo>
                    <a:pt x="316" y="419"/>
                  </a:lnTo>
                  <a:lnTo>
                    <a:pt x="314" y="415"/>
                  </a:lnTo>
                  <a:lnTo>
                    <a:pt x="306" y="415"/>
                  </a:lnTo>
                  <a:lnTo>
                    <a:pt x="299" y="414"/>
                  </a:lnTo>
                  <a:lnTo>
                    <a:pt x="294" y="415"/>
                  </a:lnTo>
                  <a:lnTo>
                    <a:pt x="290" y="415"/>
                  </a:lnTo>
                  <a:lnTo>
                    <a:pt x="287" y="420"/>
                  </a:lnTo>
                  <a:lnTo>
                    <a:pt x="281" y="426"/>
                  </a:lnTo>
                  <a:lnTo>
                    <a:pt x="275" y="431"/>
                  </a:lnTo>
                  <a:lnTo>
                    <a:pt x="269" y="434"/>
                  </a:lnTo>
                  <a:lnTo>
                    <a:pt x="254" y="443"/>
                  </a:lnTo>
                  <a:lnTo>
                    <a:pt x="252" y="438"/>
                  </a:lnTo>
                  <a:lnTo>
                    <a:pt x="250" y="429"/>
                  </a:lnTo>
                  <a:lnTo>
                    <a:pt x="252" y="426"/>
                  </a:lnTo>
                  <a:lnTo>
                    <a:pt x="254" y="420"/>
                  </a:lnTo>
                  <a:lnTo>
                    <a:pt x="254" y="372"/>
                  </a:lnTo>
                  <a:lnTo>
                    <a:pt x="256" y="372"/>
                  </a:lnTo>
                  <a:lnTo>
                    <a:pt x="257" y="369"/>
                  </a:lnTo>
                  <a:lnTo>
                    <a:pt x="262" y="369"/>
                  </a:lnTo>
                  <a:lnTo>
                    <a:pt x="257" y="367"/>
                  </a:lnTo>
                  <a:lnTo>
                    <a:pt x="261" y="355"/>
                  </a:lnTo>
                  <a:lnTo>
                    <a:pt x="268" y="349"/>
                  </a:lnTo>
                  <a:lnTo>
                    <a:pt x="275" y="341"/>
                  </a:lnTo>
                  <a:lnTo>
                    <a:pt x="281" y="334"/>
                  </a:lnTo>
                  <a:lnTo>
                    <a:pt x="285" y="322"/>
                  </a:lnTo>
                  <a:lnTo>
                    <a:pt x="288" y="313"/>
                  </a:lnTo>
                  <a:lnTo>
                    <a:pt x="288" y="303"/>
                  </a:lnTo>
                  <a:lnTo>
                    <a:pt x="287" y="296"/>
                  </a:lnTo>
                  <a:lnTo>
                    <a:pt x="281" y="292"/>
                  </a:lnTo>
                  <a:lnTo>
                    <a:pt x="278" y="289"/>
                  </a:lnTo>
                  <a:lnTo>
                    <a:pt x="273" y="287"/>
                  </a:lnTo>
                  <a:lnTo>
                    <a:pt x="269" y="285"/>
                  </a:lnTo>
                  <a:lnTo>
                    <a:pt x="262" y="284"/>
                  </a:lnTo>
                  <a:lnTo>
                    <a:pt x="259" y="282"/>
                  </a:lnTo>
                  <a:lnTo>
                    <a:pt x="256" y="282"/>
                  </a:lnTo>
                  <a:lnTo>
                    <a:pt x="254" y="275"/>
                  </a:lnTo>
                  <a:lnTo>
                    <a:pt x="249" y="268"/>
                  </a:lnTo>
                  <a:lnTo>
                    <a:pt x="242" y="265"/>
                  </a:lnTo>
                  <a:lnTo>
                    <a:pt x="228" y="261"/>
                  </a:lnTo>
                  <a:lnTo>
                    <a:pt x="216" y="261"/>
                  </a:lnTo>
                  <a:lnTo>
                    <a:pt x="204" y="261"/>
                  </a:lnTo>
                  <a:lnTo>
                    <a:pt x="190" y="260"/>
                  </a:lnTo>
                  <a:lnTo>
                    <a:pt x="188" y="260"/>
                  </a:lnTo>
                  <a:lnTo>
                    <a:pt x="179" y="256"/>
                  </a:lnTo>
                  <a:lnTo>
                    <a:pt x="173" y="261"/>
                  </a:lnTo>
                  <a:lnTo>
                    <a:pt x="169" y="265"/>
                  </a:lnTo>
                  <a:lnTo>
                    <a:pt x="164" y="273"/>
                  </a:lnTo>
                  <a:lnTo>
                    <a:pt x="157" y="279"/>
                  </a:lnTo>
                  <a:lnTo>
                    <a:pt x="155" y="280"/>
                  </a:lnTo>
                  <a:lnTo>
                    <a:pt x="150" y="282"/>
                  </a:lnTo>
                  <a:lnTo>
                    <a:pt x="147" y="280"/>
                  </a:lnTo>
                  <a:lnTo>
                    <a:pt x="143" y="275"/>
                  </a:lnTo>
                  <a:lnTo>
                    <a:pt x="140" y="273"/>
                  </a:lnTo>
                  <a:lnTo>
                    <a:pt x="138" y="268"/>
                  </a:lnTo>
                  <a:lnTo>
                    <a:pt x="134" y="266"/>
                  </a:lnTo>
                  <a:lnTo>
                    <a:pt x="129" y="261"/>
                  </a:lnTo>
                  <a:lnTo>
                    <a:pt x="117" y="261"/>
                  </a:lnTo>
                  <a:lnTo>
                    <a:pt x="110" y="265"/>
                  </a:lnTo>
                  <a:lnTo>
                    <a:pt x="109" y="266"/>
                  </a:lnTo>
                  <a:lnTo>
                    <a:pt x="107" y="268"/>
                  </a:lnTo>
                  <a:lnTo>
                    <a:pt x="102" y="279"/>
                  </a:lnTo>
                  <a:lnTo>
                    <a:pt x="100" y="280"/>
                  </a:lnTo>
                  <a:lnTo>
                    <a:pt x="96" y="280"/>
                  </a:lnTo>
                  <a:lnTo>
                    <a:pt x="93" y="279"/>
                  </a:lnTo>
                  <a:lnTo>
                    <a:pt x="88" y="275"/>
                  </a:lnTo>
                  <a:lnTo>
                    <a:pt x="84" y="273"/>
                  </a:lnTo>
                  <a:lnTo>
                    <a:pt x="79" y="268"/>
                  </a:lnTo>
                  <a:lnTo>
                    <a:pt x="76" y="265"/>
                  </a:lnTo>
                  <a:lnTo>
                    <a:pt x="74" y="261"/>
                  </a:lnTo>
                  <a:lnTo>
                    <a:pt x="67" y="261"/>
                  </a:lnTo>
                  <a:lnTo>
                    <a:pt x="60" y="260"/>
                  </a:lnTo>
                  <a:lnTo>
                    <a:pt x="50" y="261"/>
                  </a:lnTo>
                  <a:lnTo>
                    <a:pt x="48" y="266"/>
                  </a:lnTo>
                  <a:lnTo>
                    <a:pt x="46" y="272"/>
                  </a:lnTo>
                  <a:lnTo>
                    <a:pt x="45" y="275"/>
                  </a:lnTo>
                  <a:lnTo>
                    <a:pt x="39" y="279"/>
                  </a:lnTo>
                  <a:lnTo>
                    <a:pt x="20" y="279"/>
                  </a:lnTo>
                  <a:lnTo>
                    <a:pt x="17" y="275"/>
                  </a:lnTo>
                  <a:lnTo>
                    <a:pt x="13" y="268"/>
                  </a:lnTo>
                  <a:lnTo>
                    <a:pt x="10" y="261"/>
                  </a:lnTo>
                  <a:lnTo>
                    <a:pt x="10" y="260"/>
                  </a:lnTo>
                  <a:lnTo>
                    <a:pt x="8" y="256"/>
                  </a:lnTo>
                  <a:lnTo>
                    <a:pt x="7" y="253"/>
                  </a:lnTo>
                  <a:lnTo>
                    <a:pt x="3" y="247"/>
                  </a:lnTo>
                  <a:lnTo>
                    <a:pt x="0" y="247"/>
                  </a:lnTo>
                  <a:lnTo>
                    <a:pt x="0" y="246"/>
                  </a:lnTo>
                  <a:lnTo>
                    <a:pt x="3" y="230"/>
                  </a:lnTo>
                  <a:lnTo>
                    <a:pt x="3" y="228"/>
                  </a:lnTo>
                  <a:lnTo>
                    <a:pt x="3" y="225"/>
                  </a:lnTo>
                  <a:lnTo>
                    <a:pt x="8" y="221"/>
                  </a:lnTo>
                  <a:lnTo>
                    <a:pt x="13" y="215"/>
                  </a:lnTo>
                  <a:lnTo>
                    <a:pt x="19" y="209"/>
                  </a:lnTo>
                  <a:lnTo>
                    <a:pt x="24" y="204"/>
                  </a:lnTo>
                  <a:lnTo>
                    <a:pt x="27" y="197"/>
                  </a:lnTo>
                  <a:lnTo>
                    <a:pt x="27" y="196"/>
                  </a:lnTo>
                  <a:lnTo>
                    <a:pt x="29" y="196"/>
                  </a:lnTo>
                  <a:lnTo>
                    <a:pt x="39" y="189"/>
                  </a:lnTo>
                  <a:lnTo>
                    <a:pt x="46" y="183"/>
                  </a:lnTo>
                  <a:lnTo>
                    <a:pt x="50" y="182"/>
                  </a:lnTo>
                  <a:lnTo>
                    <a:pt x="55" y="180"/>
                  </a:lnTo>
                  <a:lnTo>
                    <a:pt x="65" y="180"/>
                  </a:lnTo>
                  <a:lnTo>
                    <a:pt x="74" y="183"/>
                  </a:lnTo>
                  <a:lnTo>
                    <a:pt x="83" y="183"/>
                  </a:lnTo>
                  <a:lnTo>
                    <a:pt x="110" y="183"/>
                  </a:lnTo>
                  <a:lnTo>
                    <a:pt x="134" y="182"/>
                  </a:lnTo>
                  <a:lnTo>
                    <a:pt x="141" y="178"/>
                  </a:lnTo>
                  <a:lnTo>
                    <a:pt x="150" y="168"/>
                  </a:lnTo>
                  <a:lnTo>
                    <a:pt x="157" y="164"/>
                  </a:lnTo>
                  <a:lnTo>
                    <a:pt x="166" y="161"/>
                  </a:lnTo>
                  <a:lnTo>
                    <a:pt x="174" y="159"/>
                  </a:lnTo>
                  <a:lnTo>
                    <a:pt x="181" y="157"/>
                  </a:lnTo>
                  <a:lnTo>
                    <a:pt x="185" y="161"/>
                  </a:lnTo>
                  <a:lnTo>
                    <a:pt x="188" y="161"/>
                  </a:lnTo>
                  <a:lnTo>
                    <a:pt x="205" y="154"/>
                  </a:lnTo>
                  <a:lnTo>
                    <a:pt x="219" y="147"/>
                  </a:lnTo>
                  <a:lnTo>
                    <a:pt x="228" y="140"/>
                  </a:lnTo>
                  <a:lnTo>
                    <a:pt x="235" y="132"/>
                  </a:lnTo>
                  <a:lnTo>
                    <a:pt x="236" y="128"/>
                  </a:lnTo>
                  <a:lnTo>
                    <a:pt x="247" y="128"/>
                  </a:lnTo>
                  <a:lnTo>
                    <a:pt x="292" y="126"/>
                  </a:lnTo>
                  <a:lnTo>
                    <a:pt x="316" y="126"/>
                  </a:lnTo>
                  <a:lnTo>
                    <a:pt x="321" y="125"/>
                  </a:lnTo>
                  <a:lnTo>
                    <a:pt x="328" y="121"/>
                  </a:lnTo>
                  <a:lnTo>
                    <a:pt x="333" y="119"/>
                  </a:lnTo>
                  <a:lnTo>
                    <a:pt x="335" y="118"/>
                  </a:lnTo>
                  <a:lnTo>
                    <a:pt x="335" y="114"/>
                  </a:lnTo>
                  <a:lnTo>
                    <a:pt x="337" y="114"/>
                  </a:lnTo>
                  <a:lnTo>
                    <a:pt x="345" y="111"/>
                  </a:lnTo>
                  <a:lnTo>
                    <a:pt x="363" y="111"/>
                  </a:lnTo>
                  <a:lnTo>
                    <a:pt x="368" y="109"/>
                  </a:lnTo>
                  <a:lnTo>
                    <a:pt x="373" y="107"/>
                  </a:lnTo>
                  <a:lnTo>
                    <a:pt x="375" y="104"/>
                  </a:lnTo>
                  <a:lnTo>
                    <a:pt x="375" y="102"/>
                  </a:lnTo>
                  <a:lnTo>
                    <a:pt x="378" y="99"/>
                  </a:lnTo>
                  <a:lnTo>
                    <a:pt x="380" y="93"/>
                  </a:lnTo>
                  <a:lnTo>
                    <a:pt x="385" y="88"/>
                  </a:lnTo>
                  <a:lnTo>
                    <a:pt x="390" y="81"/>
                  </a:lnTo>
                  <a:lnTo>
                    <a:pt x="394" y="76"/>
                  </a:lnTo>
                  <a:lnTo>
                    <a:pt x="399" y="71"/>
                  </a:lnTo>
                  <a:lnTo>
                    <a:pt x="406" y="64"/>
                  </a:lnTo>
                  <a:lnTo>
                    <a:pt x="411" y="64"/>
                  </a:lnTo>
                  <a:lnTo>
                    <a:pt x="420" y="61"/>
                  </a:lnTo>
                  <a:lnTo>
                    <a:pt x="428" y="57"/>
                  </a:lnTo>
                  <a:lnTo>
                    <a:pt x="435" y="57"/>
                  </a:lnTo>
                  <a:lnTo>
                    <a:pt x="441" y="55"/>
                  </a:lnTo>
                  <a:lnTo>
                    <a:pt x="441" y="52"/>
                  </a:lnTo>
                  <a:lnTo>
                    <a:pt x="441" y="47"/>
                  </a:lnTo>
                  <a:lnTo>
                    <a:pt x="444" y="43"/>
                  </a:lnTo>
                  <a:lnTo>
                    <a:pt x="447" y="42"/>
                  </a:lnTo>
                  <a:lnTo>
                    <a:pt x="451" y="35"/>
                  </a:lnTo>
                  <a:lnTo>
                    <a:pt x="454" y="29"/>
                  </a:lnTo>
                  <a:lnTo>
                    <a:pt x="458" y="24"/>
                  </a:lnTo>
                  <a:lnTo>
                    <a:pt x="461" y="24"/>
                  </a:lnTo>
                  <a:lnTo>
                    <a:pt x="470" y="24"/>
                  </a:lnTo>
                  <a:lnTo>
                    <a:pt x="475" y="29"/>
                  </a:lnTo>
                  <a:lnTo>
                    <a:pt x="499" y="29"/>
                  </a:lnTo>
                  <a:lnTo>
                    <a:pt x="504" y="28"/>
                  </a:lnTo>
                  <a:lnTo>
                    <a:pt x="508" y="24"/>
                  </a:lnTo>
                  <a:lnTo>
                    <a:pt x="511" y="21"/>
                  </a:lnTo>
                  <a:lnTo>
                    <a:pt x="515" y="17"/>
                  </a:lnTo>
                  <a:lnTo>
                    <a:pt x="518" y="14"/>
                  </a:lnTo>
                  <a:lnTo>
                    <a:pt x="522" y="10"/>
                  </a:lnTo>
                  <a:lnTo>
                    <a:pt x="556" y="10"/>
                  </a:lnTo>
                  <a:lnTo>
                    <a:pt x="567" y="10"/>
                  </a:lnTo>
                  <a:lnTo>
                    <a:pt x="570" y="9"/>
                  </a:lnTo>
                  <a:lnTo>
                    <a:pt x="577" y="3"/>
                  </a:lnTo>
                  <a:lnTo>
                    <a:pt x="584" y="2"/>
                  </a:lnTo>
                  <a:lnTo>
                    <a:pt x="587" y="0"/>
                  </a:lnTo>
                  <a:lnTo>
                    <a:pt x="587" y="0"/>
                  </a:lnTo>
                  <a:lnTo>
                    <a:pt x="587" y="0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22" name="Freeform 81">
              <a:extLst>
                <a:ext uri="{FF2B5EF4-FFF2-40B4-BE49-F238E27FC236}">
                  <a16:creationId xmlns:a16="http://schemas.microsoft.com/office/drawing/2014/main" xmlns="" id="{C88E3DD5-EEFC-4599-A6C2-FF7AC7104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4389" y="5453468"/>
              <a:ext cx="220663" cy="98425"/>
            </a:xfrm>
            <a:custGeom>
              <a:avLst/>
              <a:gdLst>
                <a:gd name="T0" fmla="*/ 178 w 276"/>
                <a:gd name="T1" fmla="*/ 4 h 125"/>
                <a:gd name="T2" fmla="*/ 192 w 276"/>
                <a:gd name="T3" fmla="*/ 5 h 125"/>
                <a:gd name="T4" fmla="*/ 218 w 276"/>
                <a:gd name="T5" fmla="*/ 5 h 125"/>
                <a:gd name="T6" fmla="*/ 237 w 276"/>
                <a:gd name="T7" fmla="*/ 10 h 125"/>
                <a:gd name="T8" fmla="*/ 244 w 276"/>
                <a:gd name="T9" fmla="*/ 26 h 125"/>
                <a:gd name="T10" fmla="*/ 252 w 276"/>
                <a:gd name="T11" fmla="*/ 26 h 125"/>
                <a:gd name="T12" fmla="*/ 261 w 276"/>
                <a:gd name="T13" fmla="*/ 31 h 125"/>
                <a:gd name="T14" fmla="*/ 269 w 276"/>
                <a:gd name="T15" fmla="*/ 36 h 125"/>
                <a:gd name="T16" fmla="*/ 276 w 276"/>
                <a:gd name="T17" fmla="*/ 47 h 125"/>
                <a:gd name="T18" fmla="*/ 273 w 276"/>
                <a:gd name="T19" fmla="*/ 66 h 125"/>
                <a:gd name="T20" fmla="*/ 263 w 276"/>
                <a:gd name="T21" fmla="*/ 85 h 125"/>
                <a:gd name="T22" fmla="*/ 249 w 276"/>
                <a:gd name="T23" fmla="*/ 100 h 125"/>
                <a:gd name="T24" fmla="*/ 244 w 276"/>
                <a:gd name="T25" fmla="*/ 111 h 125"/>
                <a:gd name="T26" fmla="*/ 242 w 276"/>
                <a:gd name="T27" fmla="*/ 113 h 125"/>
                <a:gd name="T28" fmla="*/ 209 w 276"/>
                <a:gd name="T29" fmla="*/ 111 h 125"/>
                <a:gd name="T30" fmla="*/ 180 w 276"/>
                <a:gd name="T31" fmla="*/ 111 h 125"/>
                <a:gd name="T32" fmla="*/ 162 w 276"/>
                <a:gd name="T33" fmla="*/ 114 h 125"/>
                <a:gd name="T34" fmla="*/ 148 w 276"/>
                <a:gd name="T35" fmla="*/ 119 h 125"/>
                <a:gd name="T36" fmla="*/ 122 w 276"/>
                <a:gd name="T37" fmla="*/ 121 h 125"/>
                <a:gd name="T38" fmla="*/ 93 w 276"/>
                <a:gd name="T39" fmla="*/ 125 h 125"/>
                <a:gd name="T40" fmla="*/ 79 w 276"/>
                <a:gd name="T41" fmla="*/ 119 h 125"/>
                <a:gd name="T42" fmla="*/ 33 w 276"/>
                <a:gd name="T43" fmla="*/ 114 h 125"/>
                <a:gd name="T44" fmla="*/ 29 w 276"/>
                <a:gd name="T45" fmla="*/ 113 h 125"/>
                <a:gd name="T46" fmla="*/ 19 w 276"/>
                <a:gd name="T47" fmla="*/ 106 h 125"/>
                <a:gd name="T48" fmla="*/ 7 w 276"/>
                <a:gd name="T49" fmla="*/ 93 h 125"/>
                <a:gd name="T50" fmla="*/ 3 w 276"/>
                <a:gd name="T51" fmla="*/ 74 h 125"/>
                <a:gd name="T52" fmla="*/ 0 w 276"/>
                <a:gd name="T53" fmla="*/ 36 h 125"/>
                <a:gd name="T54" fmla="*/ 3 w 276"/>
                <a:gd name="T55" fmla="*/ 10 h 125"/>
                <a:gd name="T56" fmla="*/ 10 w 276"/>
                <a:gd name="T57" fmla="*/ 23 h 125"/>
                <a:gd name="T58" fmla="*/ 33 w 276"/>
                <a:gd name="T59" fmla="*/ 19 h 125"/>
                <a:gd name="T60" fmla="*/ 38 w 276"/>
                <a:gd name="T61" fmla="*/ 10 h 125"/>
                <a:gd name="T62" fmla="*/ 50 w 276"/>
                <a:gd name="T63" fmla="*/ 4 h 125"/>
                <a:gd name="T64" fmla="*/ 64 w 276"/>
                <a:gd name="T65" fmla="*/ 5 h 125"/>
                <a:gd name="T66" fmla="*/ 67 w 276"/>
                <a:gd name="T67" fmla="*/ 10 h 125"/>
                <a:gd name="T68" fmla="*/ 76 w 276"/>
                <a:gd name="T69" fmla="*/ 19 h 125"/>
                <a:gd name="T70" fmla="*/ 86 w 276"/>
                <a:gd name="T71" fmla="*/ 23 h 125"/>
                <a:gd name="T72" fmla="*/ 91 w 276"/>
                <a:gd name="T73" fmla="*/ 23 h 125"/>
                <a:gd name="T74" fmla="*/ 97 w 276"/>
                <a:gd name="T75" fmla="*/ 10 h 125"/>
                <a:gd name="T76" fmla="*/ 105 w 276"/>
                <a:gd name="T77" fmla="*/ 4 h 125"/>
                <a:gd name="T78" fmla="*/ 122 w 276"/>
                <a:gd name="T79" fmla="*/ 10 h 125"/>
                <a:gd name="T80" fmla="*/ 128 w 276"/>
                <a:gd name="T81" fmla="*/ 17 h 125"/>
                <a:gd name="T82" fmla="*/ 135 w 276"/>
                <a:gd name="T83" fmla="*/ 23 h 125"/>
                <a:gd name="T84" fmla="*/ 143 w 276"/>
                <a:gd name="T85" fmla="*/ 23 h 125"/>
                <a:gd name="T86" fmla="*/ 152 w 276"/>
                <a:gd name="T87" fmla="*/ 17 h 125"/>
                <a:gd name="T88" fmla="*/ 161 w 276"/>
                <a:gd name="T89" fmla="*/ 4 h 125"/>
                <a:gd name="T90" fmla="*/ 169 w 276"/>
                <a:gd name="T91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76" h="125">
                  <a:moveTo>
                    <a:pt x="169" y="0"/>
                  </a:moveTo>
                  <a:lnTo>
                    <a:pt x="178" y="4"/>
                  </a:lnTo>
                  <a:lnTo>
                    <a:pt x="180" y="4"/>
                  </a:lnTo>
                  <a:lnTo>
                    <a:pt x="192" y="5"/>
                  </a:lnTo>
                  <a:lnTo>
                    <a:pt x="204" y="4"/>
                  </a:lnTo>
                  <a:lnTo>
                    <a:pt x="218" y="5"/>
                  </a:lnTo>
                  <a:lnTo>
                    <a:pt x="230" y="7"/>
                  </a:lnTo>
                  <a:lnTo>
                    <a:pt x="237" y="10"/>
                  </a:lnTo>
                  <a:lnTo>
                    <a:pt x="242" y="19"/>
                  </a:lnTo>
                  <a:lnTo>
                    <a:pt x="244" y="26"/>
                  </a:lnTo>
                  <a:lnTo>
                    <a:pt x="247" y="26"/>
                  </a:lnTo>
                  <a:lnTo>
                    <a:pt x="252" y="26"/>
                  </a:lnTo>
                  <a:lnTo>
                    <a:pt x="257" y="29"/>
                  </a:lnTo>
                  <a:lnTo>
                    <a:pt x="261" y="31"/>
                  </a:lnTo>
                  <a:lnTo>
                    <a:pt x="264" y="33"/>
                  </a:lnTo>
                  <a:lnTo>
                    <a:pt x="269" y="36"/>
                  </a:lnTo>
                  <a:lnTo>
                    <a:pt x="275" y="38"/>
                  </a:lnTo>
                  <a:lnTo>
                    <a:pt x="276" y="47"/>
                  </a:lnTo>
                  <a:lnTo>
                    <a:pt x="276" y="57"/>
                  </a:lnTo>
                  <a:lnTo>
                    <a:pt x="273" y="66"/>
                  </a:lnTo>
                  <a:lnTo>
                    <a:pt x="269" y="78"/>
                  </a:lnTo>
                  <a:lnTo>
                    <a:pt x="263" y="85"/>
                  </a:lnTo>
                  <a:lnTo>
                    <a:pt x="256" y="93"/>
                  </a:lnTo>
                  <a:lnTo>
                    <a:pt x="249" y="100"/>
                  </a:lnTo>
                  <a:lnTo>
                    <a:pt x="245" y="113"/>
                  </a:lnTo>
                  <a:lnTo>
                    <a:pt x="244" y="111"/>
                  </a:lnTo>
                  <a:lnTo>
                    <a:pt x="242" y="100"/>
                  </a:lnTo>
                  <a:lnTo>
                    <a:pt x="242" y="113"/>
                  </a:lnTo>
                  <a:lnTo>
                    <a:pt x="242" y="113"/>
                  </a:lnTo>
                  <a:lnTo>
                    <a:pt x="209" y="111"/>
                  </a:lnTo>
                  <a:lnTo>
                    <a:pt x="188" y="107"/>
                  </a:lnTo>
                  <a:lnTo>
                    <a:pt x="180" y="111"/>
                  </a:lnTo>
                  <a:lnTo>
                    <a:pt x="173" y="113"/>
                  </a:lnTo>
                  <a:lnTo>
                    <a:pt x="162" y="114"/>
                  </a:lnTo>
                  <a:lnTo>
                    <a:pt x="157" y="118"/>
                  </a:lnTo>
                  <a:lnTo>
                    <a:pt x="148" y="119"/>
                  </a:lnTo>
                  <a:lnTo>
                    <a:pt x="142" y="119"/>
                  </a:lnTo>
                  <a:lnTo>
                    <a:pt x="122" y="121"/>
                  </a:lnTo>
                  <a:lnTo>
                    <a:pt x="103" y="125"/>
                  </a:lnTo>
                  <a:lnTo>
                    <a:pt x="93" y="125"/>
                  </a:lnTo>
                  <a:lnTo>
                    <a:pt x="84" y="121"/>
                  </a:lnTo>
                  <a:lnTo>
                    <a:pt x="79" y="119"/>
                  </a:lnTo>
                  <a:lnTo>
                    <a:pt x="57" y="119"/>
                  </a:lnTo>
                  <a:lnTo>
                    <a:pt x="33" y="114"/>
                  </a:lnTo>
                  <a:lnTo>
                    <a:pt x="33" y="113"/>
                  </a:lnTo>
                  <a:lnTo>
                    <a:pt x="29" y="113"/>
                  </a:lnTo>
                  <a:lnTo>
                    <a:pt x="24" y="107"/>
                  </a:lnTo>
                  <a:lnTo>
                    <a:pt x="19" y="106"/>
                  </a:lnTo>
                  <a:lnTo>
                    <a:pt x="12" y="104"/>
                  </a:lnTo>
                  <a:lnTo>
                    <a:pt x="7" y="93"/>
                  </a:lnTo>
                  <a:lnTo>
                    <a:pt x="3" y="83"/>
                  </a:lnTo>
                  <a:lnTo>
                    <a:pt x="3" y="74"/>
                  </a:lnTo>
                  <a:lnTo>
                    <a:pt x="0" y="64"/>
                  </a:lnTo>
                  <a:lnTo>
                    <a:pt x="0" y="36"/>
                  </a:lnTo>
                  <a:lnTo>
                    <a:pt x="0" y="4"/>
                  </a:lnTo>
                  <a:lnTo>
                    <a:pt x="3" y="10"/>
                  </a:lnTo>
                  <a:lnTo>
                    <a:pt x="7" y="19"/>
                  </a:lnTo>
                  <a:lnTo>
                    <a:pt x="10" y="23"/>
                  </a:lnTo>
                  <a:lnTo>
                    <a:pt x="29" y="23"/>
                  </a:lnTo>
                  <a:lnTo>
                    <a:pt x="33" y="19"/>
                  </a:lnTo>
                  <a:lnTo>
                    <a:pt x="36" y="14"/>
                  </a:lnTo>
                  <a:lnTo>
                    <a:pt x="38" y="10"/>
                  </a:lnTo>
                  <a:lnTo>
                    <a:pt x="41" y="5"/>
                  </a:lnTo>
                  <a:lnTo>
                    <a:pt x="50" y="4"/>
                  </a:lnTo>
                  <a:lnTo>
                    <a:pt x="57" y="4"/>
                  </a:lnTo>
                  <a:lnTo>
                    <a:pt x="64" y="5"/>
                  </a:lnTo>
                  <a:lnTo>
                    <a:pt x="65" y="7"/>
                  </a:lnTo>
                  <a:lnTo>
                    <a:pt x="67" y="10"/>
                  </a:lnTo>
                  <a:lnTo>
                    <a:pt x="72" y="17"/>
                  </a:lnTo>
                  <a:lnTo>
                    <a:pt x="76" y="19"/>
                  </a:lnTo>
                  <a:lnTo>
                    <a:pt x="83" y="23"/>
                  </a:lnTo>
                  <a:lnTo>
                    <a:pt x="86" y="23"/>
                  </a:lnTo>
                  <a:lnTo>
                    <a:pt x="88" y="23"/>
                  </a:lnTo>
                  <a:lnTo>
                    <a:pt x="91" y="23"/>
                  </a:lnTo>
                  <a:lnTo>
                    <a:pt x="95" y="12"/>
                  </a:lnTo>
                  <a:lnTo>
                    <a:pt x="97" y="10"/>
                  </a:lnTo>
                  <a:lnTo>
                    <a:pt x="100" y="7"/>
                  </a:lnTo>
                  <a:lnTo>
                    <a:pt x="105" y="4"/>
                  </a:lnTo>
                  <a:lnTo>
                    <a:pt x="117" y="4"/>
                  </a:lnTo>
                  <a:lnTo>
                    <a:pt x="122" y="10"/>
                  </a:lnTo>
                  <a:lnTo>
                    <a:pt x="126" y="12"/>
                  </a:lnTo>
                  <a:lnTo>
                    <a:pt x="128" y="17"/>
                  </a:lnTo>
                  <a:lnTo>
                    <a:pt x="131" y="19"/>
                  </a:lnTo>
                  <a:lnTo>
                    <a:pt x="135" y="23"/>
                  </a:lnTo>
                  <a:lnTo>
                    <a:pt x="140" y="26"/>
                  </a:lnTo>
                  <a:lnTo>
                    <a:pt x="143" y="23"/>
                  </a:lnTo>
                  <a:lnTo>
                    <a:pt x="147" y="23"/>
                  </a:lnTo>
                  <a:lnTo>
                    <a:pt x="152" y="17"/>
                  </a:lnTo>
                  <a:lnTo>
                    <a:pt x="157" y="7"/>
                  </a:lnTo>
                  <a:lnTo>
                    <a:pt x="161" y="4"/>
                  </a:lnTo>
                  <a:lnTo>
                    <a:pt x="169" y="0"/>
                  </a:lnTo>
                  <a:lnTo>
                    <a:pt x="169" y="0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23" name="Freeform 82">
              <a:extLst>
                <a:ext uri="{FF2B5EF4-FFF2-40B4-BE49-F238E27FC236}">
                  <a16:creationId xmlns:a16="http://schemas.microsoft.com/office/drawing/2014/main" xmlns="" id="{551E988C-21AD-4AC4-8DF9-33A96689E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3789" y="5342343"/>
              <a:ext cx="150813" cy="163513"/>
            </a:xfrm>
            <a:custGeom>
              <a:avLst/>
              <a:gdLst>
                <a:gd name="T0" fmla="*/ 181 w 190"/>
                <a:gd name="T1" fmla="*/ 15 h 206"/>
                <a:gd name="T2" fmla="*/ 188 w 190"/>
                <a:gd name="T3" fmla="*/ 19 h 206"/>
                <a:gd name="T4" fmla="*/ 181 w 190"/>
                <a:gd name="T5" fmla="*/ 34 h 206"/>
                <a:gd name="T6" fmla="*/ 176 w 190"/>
                <a:gd name="T7" fmla="*/ 43 h 206"/>
                <a:gd name="T8" fmla="*/ 162 w 190"/>
                <a:gd name="T9" fmla="*/ 45 h 206"/>
                <a:gd name="T10" fmla="*/ 155 w 190"/>
                <a:gd name="T11" fmla="*/ 52 h 206"/>
                <a:gd name="T12" fmla="*/ 152 w 190"/>
                <a:gd name="T13" fmla="*/ 71 h 206"/>
                <a:gd name="T14" fmla="*/ 155 w 190"/>
                <a:gd name="T15" fmla="*/ 102 h 206"/>
                <a:gd name="T16" fmla="*/ 157 w 190"/>
                <a:gd name="T17" fmla="*/ 122 h 206"/>
                <a:gd name="T18" fmla="*/ 148 w 190"/>
                <a:gd name="T19" fmla="*/ 138 h 206"/>
                <a:gd name="T20" fmla="*/ 121 w 190"/>
                <a:gd name="T21" fmla="*/ 164 h 206"/>
                <a:gd name="T22" fmla="*/ 107 w 190"/>
                <a:gd name="T23" fmla="*/ 181 h 206"/>
                <a:gd name="T24" fmla="*/ 98 w 190"/>
                <a:gd name="T25" fmla="*/ 185 h 206"/>
                <a:gd name="T26" fmla="*/ 83 w 190"/>
                <a:gd name="T27" fmla="*/ 181 h 206"/>
                <a:gd name="T28" fmla="*/ 72 w 190"/>
                <a:gd name="T29" fmla="*/ 176 h 206"/>
                <a:gd name="T30" fmla="*/ 64 w 190"/>
                <a:gd name="T31" fmla="*/ 171 h 206"/>
                <a:gd name="T32" fmla="*/ 50 w 190"/>
                <a:gd name="T33" fmla="*/ 176 h 206"/>
                <a:gd name="T34" fmla="*/ 39 w 190"/>
                <a:gd name="T35" fmla="*/ 180 h 206"/>
                <a:gd name="T36" fmla="*/ 33 w 190"/>
                <a:gd name="T37" fmla="*/ 192 h 206"/>
                <a:gd name="T38" fmla="*/ 26 w 190"/>
                <a:gd name="T39" fmla="*/ 204 h 206"/>
                <a:gd name="T40" fmla="*/ 17 w 190"/>
                <a:gd name="T41" fmla="*/ 206 h 206"/>
                <a:gd name="T42" fmla="*/ 12 w 190"/>
                <a:gd name="T43" fmla="*/ 192 h 206"/>
                <a:gd name="T44" fmla="*/ 5 w 190"/>
                <a:gd name="T45" fmla="*/ 185 h 206"/>
                <a:gd name="T46" fmla="*/ 0 w 190"/>
                <a:gd name="T47" fmla="*/ 169 h 206"/>
                <a:gd name="T48" fmla="*/ 1 w 190"/>
                <a:gd name="T49" fmla="*/ 159 h 206"/>
                <a:gd name="T50" fmla="*/ 7 w 190"/>
                <a:gd name="T51" fmla="*/ 154 h 206"/>
                <a:gd name="T52" fmla="*/ 24 w 190"/>
                <a:gd name="T53" fmla="*/ 150 h 206"/>
                <a:gd name="T54" fmla="*/ 31 w 190"/>
                <a:gd name="T55" fmla="*/ 143 h 206"/>
                <a:gd name="T56" fmla="*/ 34 w 190"/>
                <a:gd name="T57" fmla="*/ 126 h 206"/>
                <a:gd name="T58" fmla="*/ 45 w 190"/>
                <a:gd name="T59" fmla="*/ 122 h 206"/>
                <a:gd name="T60" fmla="*/ 57 w 190"/>
                <a:gd name="T61" fmla="*/ 116 h 206"/>
                <a:gd name="T62" fmla="*/ 58 w 190"/>
                <a:gd name="T63" fmla="*/ 107 h 206"/>
                <a:gd name="T64" fmla="*/ 60 w 190"/>
                <a:gd name="T65" fmla="*/ 71 h 206"/>
                <a:gd name="T66" fmla="*/ 67 w 190"/>
                <a:gd name="T67" fmla="*/ 67 h 206"/>
                <a:gd name="T68" fmla="*/ 72 w 190"/>
                <a:gd name="T69" fmla="*/ 62 h 206"/>
                <a:gd name="T70" fmla="*/ 84 w 190"/>
                <a:gd name="T71" fmla="*/ 60 h 206"/>
                <a:gd name="T72" fmla="*/ 107 w 190"/>
                <a:gd name="T73" fmla="*/ 62 h 206"/>
                <a:gd name="T74" fmla="*/ 112 w 190"/>
                <a:gd name="T75" fmla="*/ 60 h 206"/>
                <a:gd name="T76" fmla="*/ 117 w 190"/>
                <a:gd name="T77" fmla="*/ 52 h 206"/>
                <a:gd name="T78" fmla="*/ 122 w 190"/>
                <a:gd name="T79" fmla="*/ 36 h 206"/>
                <a:gd name="T80" fmla="*/ 131 w 190"/>
                <a:gd name="T81" fmla="*/ 26 h 206"/>
                <a:gd name="T82" fmla="*/ 147 w 190"/>
                <a:gd name="T83" fmla="*/ 19 h 206"/>
                <a:gd name="T84" fmla="*/ 155 w 190"/>
                <a:gd name="T85" fmla="*/ 17 h 206"/>
                <a:gd name="T86" fmla="*/ 159 w 190"/>
                <a:gd name="T87" fmla="*/ 8 h 206"/>
                <a:gd name="T88" fmla="*/ 162 w 190"/>
                <a:gd name="T89" fmla="*/ 3 h 206"/>
                <a:gd name="T90" fmla="*/ 166 w 190"/>
                <a:gd name="T91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90" h="206">
                  <a:moveTo>
                    <a:pt x="166" y="0"/>
                  </a:moveTo>
                  <a:lnTo>
                    <a:pt x="181" y="15"/>
                  </a:lnTo>
                  <a:lnTo>
                    <a:pt x="185" y="19"/>
                  </a:lnTo>
                  <a:lnTo>
                    <a:pt x="188" y="19"/>
                  </a:lnTo>
                  <a:lnTo>
                    <a:pt x="190" y="19"/>
                  </a:lnTo>
                  <a:lnTo>
                    <a:pt x="181" y="34"/>
                  </a:lnTo>
                  <a:lnTo>
                    <a:pt x="178" y="39"/>
                  </a:lnTo>
                  <a:lnTo>
                    <a:pt x="176" y="43"/>
                  </a:lnTo>
                  <a:lnTo>
                    <a:pt x="169" y="45"/>
                  </a:lnTo>
                  <a:lnTo>
                    <a:pt x="162" y="45"/>
                  </a:lnTo>
                  <a:lnTo>
                    <a:pt x="157" y="46"/>
                  </a:lnTo>
                  <a:lnTo>
                    <a:pt x="155" y="52"/>
                  </a:lnTo>
                  <a:lnTo>
                    <a:pt x="154" y="57"/>
                  </a:lnTo>
                  <a:lnTo>
                    <a:pt x="152" y="71"/>
                  </a:lnTo>
                  <a:lnTo>
                    <a:pt x="154" y="86"/>
                  </a:lnTo>
                  <a:lnTo>
                    <a:pt x="155" y="102"/>
                  </a:lnTo>
                  <a:lnTo>
                    <a:pt x="157" y="110"/>
                  </a:lnTo>
                  <a:lnTo>
                    <a:pt x="157" y="122"/>
                  </a:lnTo>
                  <a:lnTo>
                    <a:pt x="154" y="131"/>
                  </a:lnTo>
                  <a:lnTo>
                    <a:pt x="148" y="138"/>
                  </a:lnTo>
                  <a:lnTo>
                    <a:pt x="124" y="159"/>
                  </a:lnTo>
                  <a:lnTo>
                    <a:pt x="121" y="164"/>
                  </a:lnTo>
                  <a:lnTo>
                    <a:pt x="114" y="173"/>
                  </a:lnTo>
                  <a:lnTo>
                    <a:pt x="107" y="181"/>
                  </a:lnTo>
                  <a:lnTo>
                    <a:pt x="105" y="185"/>
                  </a:lnTo>
                  <a:lnTo>
                    <a:pt x="98" y="185"/>
                  </a:lnTo>
                  <a:lnTo>
                    <a:pt x="86" y="185"/>
                  </a:lnTo>
                  <a:lnTo>
                    <a:pt x="83" y="181"/>
                  </a:lnTo>
                  <a:lnTo>
                    <a:pt x="79" y="178"/>
                  </a:lnTo>
                  <a:lnTo>
                    <a:pt x="72" y="176"/>
                  </a:lnTo>
                  <a:lnTo>
                    <a:pt x="67" y="173"/>
                  </a:lnTo>
                  <a:lnTo>
                    <a:pt x="64" y="171"/>
                  </a:lnTo>
                  <a:lnTo>
                    <a:pt x="53" y="171"/>
                  </a:lnTo>
                  <a:lnTo>
                    <a:pt x="50" y="176"/>
                  </a:lnTo>
                  <a:lnTo>
                    <a:pt x="45" y="176"/>
                  </a:lnTo>
                  <a:lnTo>
                    <a:pt x="39" y="180"/>
                  </a:lnTo>
                  <a:lnTo>
                    <a:pt x="34" y="187"/>
                  </a:lnTo>
                  <a:lnTo>
                    <a:pt x="33" y="192"/>
                  </a:lnTo>
                  <a:lnTo>
                    <a:pt x="27" y="197"/>
                  </a:lnTo>
                  <a:lnTo>
                    <a:pt x="26" y="204"/>
                  </a:lnTo>
                  <a:lnTo>
                    <a:pt x="24" y="204"/>
                  </a:lnTo>
                  <a:lnTo>
                    <a:pt x="17" y="206"/>
                  </a:lnTo>
                  <a:lnTo>
                    <a:pt x="14" y="197"/>
                  </a:lnTo>
                  <a:lnTo>
                    <a:pt x="12" y="192"/>
                  </a:lnTo>
                  <a:lnTo>
                    <a:pt x="7" y="187"/>
                  </a:lnTo>
                  <a:lnTo>
                    <a:pt x="5" y="185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64"/>
                  </a:lnTo>
                  <a:lnTo>
                    <a:pt x="1" y="159"/>
                  </a:lnTo>
                  <a:lnTo>
                    <a:pt x="5" y="155"/>
                  </a:lnTo>
                  <a:lnTo>
                    <a:pt x="7" y="154"/>
                  </a:lnTo>
                  <a:lnTo>
                    <a:pt x="14" y="152"/>
                  </a:lnTo>
                  <a:lnTo>
                    <a:pt x="24" y="150"/>
                  </a:lnTo>
                  <a:lnTo>
                    <a:pt x="26" y="147"/>
                  </a:lnTo>
                  <a:lnTo>
                    <a:pt x="31" y="143"/>
                  </a:lnTo>
                  <a:lnTo>
                    <a:pt x="33" y="138"/>
                  </a:lnTo>
                  <a:lnTo>
                    <a:pt x="34" y="126"/>
                  </a:lnTo>
                  <a:lnTo>
                    <a:pt x="38" y="124"/>
                  </a:lnTo>
                  <a:lnTo>
                    <a:pt x="45" y="122"/>
                  </a:lnTo>
                  <a:lnTo>
                    <a:pt x="53" y="117"/>
                  </a:lnTo>
                  <a:lnTo>
                    <a:pt x="57" y="116"/>
                  </a:lnTo>
                  <a:lnTo>
                    <a:pt x="57" y="112"/>
                  </a:lnTo>
                  <a:lnTo>
                    <a:pt x="58" y="107"/>
                  </a:lnTo>
                  <a:lnTo>
                    <a:pt x="58" y="76"/>
                  </a:lnTo>
                  <a:lnTo>
                    <a:pt x="60" y="71"/>
                  </a:lnTo>
                  <a:lnTo>
                    <a:pt x="65" y="67"/>
                  </a:lnTo>
                  <a:lnTo>
                    <a:pt x="67" y="67"/>
                  </a:lnTo>
                  <a:lnTo>
                    <a:pt x="72" y="64"/>
                  </a:lnTo>
                  <a:lnTo>
                    <a:pt x="72" y="62"/>
                  </a:lnTo>
                  <a:lnTo>
                    <a:pt x="79" y="60"/>
                  </a:lnTo>
                  <a:lnTo>
                    <a:pt x="84" y="60"/>
                  </a:lnTo>
                  <a:lnTo>
                    <a:pt x="103" y="62"/>
                  </a:lnTo>
                  <a:lnTo>
                    <a:pt x="107" y="62"/>
                  </a:lnTo>
                  <a:lnTo>
                    <a:pt x="110" y="60"/>
                  </a:lnTo>
                  <a:lnTo>
                    <a:pt x="112" y="60"/>
                  </a:lnTo>
                  <a:lnTo>
                    <a:pt x="114" y="58"/>
                  </a:lnTo>
                  <a:lnTo>
                    <a:pt x="117" y="52"/>
                  </a:lnTo>
                  <a:lnTo>
                    <a:pt x="121" y="41"/>
                  </a:lnTo>
                  <a:lnTo>
                    <a:pt x="122" y="36"/>
                  </a:lnTo>
                  <a:lnTo>
                    <a:pt x="128" y="31"/>
                  </a:lnTo>
                  <a:lnTo>
                    <a:pt x="131" y="26"/>
                  </a:lnTo>
                  <a:lnTo>
                    <a:pt x="136" y="22"/>
                  </a:lnTo>
                  <a:lnTo>
                    <a:pt x="147" y="19"/>
                  </a:lnTo>
                  <a:lnTo>
                    <a:pt x="154" y="19"/>
                  </a:lnTo>
                  <a:lnTo>
                    <a:pt x="155" y="17"/>
                  </a:lnTo>
                  <a:lnTo>
                    <a:pt x="155" y="14"/>
                  </a:lnTo>
                  <a:lnTo>
                    <a:pt x="159" y="8"/>
                  </a:lnTo>
                  <a:lnTo>
                    <a:pt x="159" y="5"/>
                  </a:lnTo>
                  <a:lnTo>
                    <a:pt x="162" y="3"/>
                  </a:lnTo>
                  <a:lnTo>
                    <a:pt x="166" y="0"/>
                  </a:lnTo>
                  <a:lnTo>
                    <a:pt x="166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24" name="Freeform 83">
              <a:extLst>
                <a:ext uri="{FF2B5EF4-FFF2-40B4-BE49-F238E27FC236}">
                  <a16:creationId xmlns:a16="http://schemas.microsoft.com/office/drawing/2014/main" xmlns="" id="{DD72A7E6-FA95-4A9C-987A-49F77B371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0451" y="5477280"/>
              <a:ext cx="134938" cy="152400"/>
            </a:xfrm>
            <a:custGeom>
              <a:avLst/>
              <a:gdLst>
                <a:gd name="T0" fmla="*/ 107 w 170"/>
                <a:gd name="T1" fmla="*/ 0 h 192"/>
                <a:gd name="T2" fmla="*/ 114 w 170"/>
                <a:gd name="T3" fmla="*/ 5 h 192"/>
                <a:gd name="T4" fmla="*/ 125 w 170"/>
                <a:gd name="T5" fmla="*/ 12 h 192"/>
                <a:gd name="T6" fmla="*/ 140 w 170"/>
                <a:gd name="T7" fmla="*/ 12 h 192"/>
                <a:gd name="T8" fmla="*/ 147 w 170"/>
                <a:gd name="T9" fmla="*/ 16 h 192"/>
                <a:gd name="T10" fmla="*/ 151 w 170"/>
                <a:gd name="T11" fmla="*/ 21 h 192"/>
                <a:gd name="T12" fmla="*/ 154 w 170"/>
                <a:gd name="T13" fmla="*/ 40 h 192"/>
                <a:gd name="T14" fmla="*/ 163 w 170"/>
                <a:gd name="T15" fmla="*/ 56 h 192"/>
                <a:gd name="T16" fmla="*/ 170 w 170"/>
                <a:gd name="T17" fmla="*/ 75 h 192"/>
                <a:gd name="T18" fmla="*/ 161 w 170"/>
                <a:gd name="T19" fmla="*/ 87 h 192"/>
                <a:gd name="T20" fmla="*/ 159 w 170"/>
                <a:gd name="T21" fmla="*/ 99 h 192"/>
                <a:gd name="T22" fmla="*/ 147 w 170"/>
                <a:gd name="T23" fmla="*/ 107 h 192"/>
                <a:gd name="T24" fmla="*/ 147 w 170"/>
                <a:gd name="T25" fmla="*/ 132 h 192"/>
                <a:gd name="T26" fmla="*/ 140 w 170"/>
                <a:gd name="T27" fmla="*/ 140 h 192"/>
                <a:gd name="T28" fmla="*/ 113 w 170"/>
                <a:gd name="T29" fmla="*/ 156 h 192"/>
                <a:gd name="T30" fmla="*/ 100 w 170"/>
                <a:gd name="T31" fmla="*/ 166 h 192"/>
                <a:gd name="T32" fmla="*/ 88 w 170"/>
                <a:gd name="T33" fmla="*/ 175 h 192"/>
                <a:gd name="T34" fmla="*/ 47 w 170"/>
                <a:gd name="T35" fmla="*/ 192 h 192"/>
                <a:gd name="T36" fmla="*/ 37 w 170"/>
                <a:gd name="T37" fmla="*/ 171 h 192"/>
                <a:gd name="T38" fmla="*/ 26 w 170"/>
                <a:gd name="T39" fmla="*/ 163 h 192"/>
                <a:gd name="T40" fmla="*/ 7 w 170"/>
                <a:gd name="T41" fmla="*/ 159 h 192"/>
                <a:gd name="T42" fmla="*/ 4 w 170"/>
                <a:gd name="T43" fmla="*/ 142 h 192"/>
                <a:gd name="T44" fmla="*/ 11 w 170"/>
                <a:gd name="T45" fmla="*/ 128 h 192"/>
                <a:gd name="T46" fmla="*/ 19 w 170"/>
                <a:gd name="T47" fmla="*/ 114 h 192"/>
                <a:gd name="T48" fmla="*/ 21 w 170"/>
                <a:gd name="T49" fmla="*/ 82 h 192"/>
                <a:gd name="T50" fmla="*/ 31 w 170"/>
                <a:gd name="T51" fmla="*/ 75 h 192"/>
                <a:gd name="T52" fmla="*/ 40 w 170"/>
                <a:gd name="T53" fmla="*/ 68 h 192"/>
                <a:gd name="T54" fmla="*/ 42 w 170"/>
                <a:gd name="T55" fmla="*/ 42 h 192"/>
                <a:gd name="T56" fmla="*/ 49 w 170"/>
                <a:gd name="T57" fmla="*/ 40 h 192"/>
                <a:gd name="T58" fmla="*/ 57 w 170"/>
                <a:gd name="T59" fmla="*/ 35 h 192"/>
                <a:gd name="T60" fmla="*/ 62 w 170"/>
                <a:gd name="T61" fmla="*/ 38 h 192"/>
                <a:gd name="T62" fmla="*/ 66 w 170"/>
                <a:gd name="T63" fmla="*/ 33 h 192"/>
                <a:gd name="T64" fmla="*/ 69 w 170"/>
                <a:gd name="T65" fmla="*/ 26 h 192"/>
                <a:gd name="T66" fmla="*/ 76 w 170"/>
                <a:gd name="T67" fmla="*/ 16 h 192"/>
                <a:gd name="T68" fmla="*/ 87 w 170"/>
                <a:gd name="T69" fmla="*/ 5 h 192"/>
                <a:gd name="T70" fmla="*/ 95 w 170"/>
                <a:gd name="T71" fmla="*/ 0 h 192"/>
                <a:gd name="T72" fmla="*/ 95 w 170"/>
                <a:gd name="T73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0" h="192">
                  <a:moveTo>
                    <a:pt x="95" y="0"/>
                  </a:moveTo>
                  <a:lnTo>
                    <a:pt x="107" y="0"/>
                  </a:lnTo>
                  <a:lnTo>
                    <a:pt x="109" y="2"/>
                  </a:lnTo>
                  <a:lnTo>
                    <a:pt x="114" y="5"/>
                  </a:lnTo>
                  <a:lnTo>
                    <a:pt x="120" y="7"/>
                  </a:lnTo>
                  <a:lnTo>
                    <a:pt x="125" y="12"/>
                  </a:lnTo>
                  <a:lnTo>
                    <a:pt x="128" y="12"/>
                  </a:lnTo>
                  <a:lnTo>
                    <a:pt x="140" y="12"/>
                  </a:lnTo>
                  <a:lnTo>
                    <a:pt x="147" y="14"/>
                  </a:lnTo>
                  <a:lnTo>
                    <a:pt x="147" y="16"/>
                  </a:lnTo>
                  <a:lnTo>
                    <a:pt x="149" y="18"/>
                  </a:lnTo>
                  <a:lnTo>
                    <a:pt x="151" y="21"/>
                  </a:lnTo>
                  <a:lnTo>
                    <a:pt x="154" y="23"/>
                  </a:lnTo>
                  <a:lnTo>
                    <a:pt x="154" y="40"/>
                  </a:lnTo>
                  <a:lnTo>
                    <a:pt x="159" y="47"/>
                  </a:lnTo>
                  <a:lnTo>
                    <a:pt x="163" y="56"/>
                  </a:lnTo>
                  <a:lnTo>
                    <a:pt x="166" y="68"/>
                  </a:lnTo>
                  <a:lnTo>
                    <a:pt x="170" y="75"/>
                  </a:lnTo>
                  <a:lnTo>
                    <a:pt x="166" y="78"/>
                  </a:lnTo>
                  <a:lnTo>
                    <a:pt x="161" y="87"/>
                  </a:lnTo>
                  <a:lnTo>
                    <a:pt x="159" y="94"/>
                  </a:lnTo>
                  <a:lnTo>
                    <a:pt x="159" y="99"/>
                  </a:lnTo>
                  <a:lnTo>
                    <a:pt x="154" y="102"/>
                  </a:lnTo>
                  <a:lnTo>
                    <a:pt x="147" y="107"/>
                  </a:lnTo>
                  <a:lnTo>
                    <a:pt x="147" y="109"/>
                  </a:lnTo>
                  <a:lnTo>
                    <a:pt x="147" y="132"/>
                  </a:lnTo>
                  <a:lnTo>
                    <a:pt x="145" y="135"/>
                  </a:lnTo>
                  <a:lnTo>
                    <a:pt x="140" y="140"/>
                  </a:lnTo>
                  <a:lnTo>
                    <a:pt x="126" y="147"/>
                  </a:lnTo>
                  <a:lnTo>
                    <a:pt x="113" y="156"/>
                  </a:lnTo>
                  <a:lnTo>
                    <a:pt x="107" y="159"/>
                  </a:lnTo>
                  <a:lnTo>
                    <a:pt x="100" y="166"/>
                  </a:lnTo>
                  <a:lnTo>
                    <a:pt x="92" y="175"/>
                  </a:lnTo>
                  <a:lnTo>
                    <a:pt x="88" y="175"/>
                  </a:lnTo>
                  <a:lnTo>
                    <a:pt x="49" y="191"/>
                  </a:lnTo>
                  <a:lnTo>
                    <a:pt x="47" y="192"/>
                  </a:lnTo>
                  <a:lnTo>
                    <a:pt x="40" y="175"/>
                  </a:lnTo>
                  <a:lnTo>
                    <a:pt x="37" y="171"/>
                  </a:lnTo>
                  <a:lnTo>
                    <a:pt x="31" y="166"/>
                  </a:lnTo>
                  <a:lnTo>
                    <a:pt x="26" y="163"/>
                  </a:lnTo>
                  <a:lnTo>
                    <a:pt x="21" y="159"/>
                  </a:lnTo>
                  <a:lnTo>
                    <a:pt x="7" y="159"/>
                  </a:lnTo>
                  <a:lnTo>
                    <a:pt x="7" y="147"/>
                  </a:lnTo>
                  <a:lnTo>
                    <a:pt x="4" y="142"/>
                  </a:lnTo>
                  <a:lnTo>
                    <a:pt x="0" y="139"/>
                  </a:lnTo>
                  <a:lnTo>
                    <a:pt x="11" y="128"/>
                  </a:lnTo>
                  <a:lnTo>
                    <a:pt x="14" y="125"/>
                  </a:lnTo>
                  <a:lnTo>
                    <a:pt x="19" y="114"/>
                  </a:lnTo>
                  <a:lnTo>
                    <a:pt x="21" y="107"/>
                  </a:lnTo>
                  <a:lnTo>
                    <a:pt x="21" y="82"/>
                  </a:lnTo>
                  <a:lnTo>
                    <a:pt x="26" y="78"/>
                  </a:lnTo>
                  <a:lnTo>
                    <a:pt x="31" y="75"/>
                  </a:lnTo>
                  <a:lnTo>
                    <a:pt x="37" y="71"/>
                  </a:lnTo>
                  <a:lnTo>
                    <a:pt x="40" y="68"/>
                  </a:lnTo>
                  <a:lnTo>
                    <a:pt x="42" y="66"/>
                  </a:lnTo>
                  <a:lnTo>
                    <a:pt x="42" y="42"/>
                  </a:lnTo>
                  <a:lnTo>
                    <a:pt x="45" y="40"/>
                  </a:lnTo>
                  <a:lnTo>
                    <a:pt x="49" y="40"/>
                  </a:lnTo>
                  <a:lnTo>
                    <a:pt x="50" y="40"/>
                  </a:lnTo>
                  <a:lnTo>
                    <a:pt x="57" y="35"/>
                  </a:lnTo>
                  <a:lnTo>
                    <a:pt x="61" y="40"/>
                  </a:lnTo>
                  <a:lnTo>
                    <a:pt x="62" y="38"/>
                  </a:lnTo>
                  <a:lnTo>
                    <a:pt x="66" y="35"/>
                  </a:lnTo>
                  <a:lnTo>
                    <a:pt x="66" y="33"/>
                  </a:lnTo>
                  <a:lnTo>
                    <a:pt x="68" y="33"/>
                  </a:lnTo>
                  <a:lnTo>
                    <a:pt x="69" y="26"/>
                  </a:lnTo>
                  <a:lnTo>
                    <a:pt x="73" y="21"/>
                  </a:lnTo>
                  <a:lnTo>
                    <a:pt x="76" y="16"/>
                  </a:lnTo>
                  <a:lnTo>
                    <a:pt x="80" y="9"/>
                  </a:lnTo>
                  <a:lnTo>
                    <a:pt x="87" y="5"/>
                  </a:lnTo>
                  <a:lnTo>
                    <a:pt x="92" y="5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25" name="Freeform 84">
              <a:extLst>
                <a:ext uri="{FF2B5EF4-FFF2-40B4-BE49-F238E27FC236}">
                  <a16:creationId xmlns:a16="http://schemas.microsoft.com/office/drawing/2014/main" xmlns="" id="{AA5B1492-EFDC-49C8-A818-005D121BB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1714" y="5577293"/>
              <a:ext cx="101600" cy="196850"/>
            </a:xfrm>
            <a:custGeom>
              <a:avLst/>
              <a:gdLst>
                <a:gd name="T0" fmla="*/ 60 w 128"/>
                <a:gd name="T1" fmla="*/ 1 h 247"/>
                <a:gd name="T2" fmla="*/ 69 w 128"/>
                <a:gd name="T3" fmla="*/ 5 h 247"/>
                <a:gd name="T4" fmla="*/ 76 w 128"/>
                <a:gd name="T5" fmla="*/ 12 h 247"/>
                <a:gd name="T6" fmla="*/ 81 w 128"/>
                <a:gd name="T7" fmla="*/ 22 h 247"/>
                <a:gd name="T8" fmla="*/ 95 w 128"/>
                <a:gd name="T9" fmla="*/ 34 h 247"/>
                <a:gd name="T10" fmla="*/ 105 w 128"/>
                <a:gd name="T11" fmla="*/ 39 h 247"/>
                <a:gd name="T12" fmla="*/ 114 w 128"/>
                <a:gd name="T13" fmla="*/ 50 h 247"/>
                <a:gd name="T14" fmla="*/ 126 w 128"/>
                <a:gd name="T15" fmla="*/ 69 h 247"/>
                <a:gd name="T16" fmla="*/ 128 w 128"/>
                <a:gd name="T17" fmla="*/ 98 h 247"/>
                <a:gd name="T18" fmla="*/ 128 w 128"/>
                <a:gd name="T19" fmla="*/ 153 h 247"/>
                <a:gd name="T20" fmla="*/ 121 w 128"/>
                <a:gd name="T21" fmla="*/ 173 h 247"/>
                <a:gd name="T22" fmla="*/ 117 w 128"/>
                <a:gd name="T23" fmla="*/ 179 h 247"/>
                <a:gd name="T24" fmla="*/ 116 w 128"/>
                <a:gd name="T25" fmla="*/ 207 h 247"/>
                <a:gd name="T26" fmla="*/ 114 w 128"/>
                <a:gd name="T27" fmla="*/ 228 h 247"/>
                <a:gd name="T28" fmla="*/ 100 w 128"/>
                <a:gd name="T29" fmla="*/ 240 h 247"/>
                <a:gd name="T30" fmla="*/ 97 w 128"/>
                <a:gd name="T31" fmla="*/ 242 h 247"/>
                <a:gd name="T32" fmla="*/ 93 w 128"/>
                <a:gd name="T33" fmla="*/ 247 h 247"/>
                <a:gd name="T34" fmla="*/ 83 w 128"/>
                <a:gd name="T35" fmla="*/ 245 h 247"/>
                <a:gd name="T36" fmla="*/ 67 w 128"/>
                <a:gd name="T37" fmla="*/ 235 h 247"/>
                <a:gd name="T38" fmla="*/ 48 w 128"/>
                <a:gd name="T39" fmla="*/ 228 h 247"/>
                <a:gd name="T40" fmla="*/ 41 w 128"/>
                <a:gd name="T41" fmla="*/ 221 h 247"/>
                <a:gd name="T42" fmla="*/ 36 w 128"/>
                <a:gd name="T43" fmla="*/ 192 h 247"/>
                <a:gd name="T44" fmla="*/ 34 w 128"/>
                <a:gd name="T45" fmla="*/ 167 h 247"/>
                <a:gd name="T46" fmla="*/ 17 w 128"/>
                <a:gd name="T47" fmla="*/ 152 h 247"/>
                <a:gd name="T48" fmla="*/ 2 w 128"/>
                <a:gd name="T49" fmla="*/ 128 h 247"/>
                <a:gd name="T50" fmla="*/ 0 w 128"/>
                <a:gd name="T51" fmla="*/ 126 h 247"/>
                <a:gd name="T52" fmla="*/ 2 w 128"/>
                <a:gd name="T53" fmla="*/ 95 h 247"/>
                <a:gd name="T54" fmla="*/ 9 w 128"/>
                <a:gd name="T55" fmla="*/ 81 h 247"/>
                <a:gd name="T56" fmla="*/ 10 w 128"/>
                <a:gd name="T57" fmla="*/ 70 h 247"/>
                <a:gd name="T58" fmla="*/ 9 w 128"/>
                <a:gd name="T59" fmla="*/ 31 h 247"/>
                <a:gd name="T60" fmla="*/ 24 w 128"/>
                <a:gd name="T61" fmla="*/ 22 h 247"/>
                <a:gd name="T62" fmla="*/ 36 w 128"/>
                <a:gd name="T63" fmla="*/ 12 h 247"/>
                <a:gd name="T64" fmla="*/ 45 w 128"/>
                <a:gd name="T65" fmla="*/ 3 h 247"/>
                <a:gd name="T66" fmla="*/ 53 w 128"/>
                <a:gd name="T67" fmla="*/ 0 h 247"/>
                <a:gd name="T68" fmla="*/ 53 w 128"/>
                <a:gd name="T69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247">
                  <a:moveTo>
                    <a:pt x="53" y="0"/>
                  </a:moveTo>
                  <a:lnTo>
                    <a:pt x="60" y="1"/>
                  </a:lnTo>
                  <a:lnTo>
                    <a:pt x="69" y="3"/>
                  </a:lnTo>
                  <a:lnTo>
                    <a:pt x="69" y="5"/>
                  </a:lnTo>
                  <a:lnTo>
                    <a:pt x="71" y="6"/>
                  </a:lnTo>
                  <a:lnTo>
                    <a:pt x="76" y="12"/>
                  </a:lnTo>
                  <a:lnTo>
                    <a:pt x="79" y="17"/>
                  </a:lnTo>
                  <a:lnTo>
                    <a:pt x="81" y="22"/>
                  </a:lnTo>
                  <a:lnTo>
                    <a:pt x="81" y="34"/>
                  </a:lnTo>
                  <a:lnTo>
                    <a:pt x="95" y="34"/>
                  </a:lnTo>
                  <a:lnTo>
                    <a:pt x="100" y="34"/>
                  </a:lnTo>
                  <a:lnTo>
                    <a:pt x="105" y="39"/>
                  </a:lnTo>
                  <a:lnTo>
                    <a:pt x="111" y="44"/>
                  </a:lnTo>
                  <a:lnTo>
                    <a:pt x="114" y="50"/>
                  </a:lnTo>
                  <a:lnTo>
                    <a:pt x="121" y="65"/>
                  </a:lnTo>
                  <a:lnTo>
                    <a:pt x="126" y="69"/>
                  </a:lnTo>
                  <a:lnTo>
                    <a:pt x="126" y="86"/>
                  </a:lnTo>
                  <a:lnTo>
                    <a:pt x="128" y="98"/>
                  </a:lnTo>
                  <a:lnTo>
                    <a:pt x="128" y="105"/>
                  </a:lnTo>
                  <a:lnTo>
                    <a:pt x="128" y="153"/>
                  </a:lnTo>
                  <a:lnTo>
                    <a:pt x="128" y="162"/>
                  </a:lnTo>
                  <a:lnTo>
                    <a:pt x="121" y="173"/>
                  </a:lnTo>
                  <a:lnTo>
                    <a:pt x="121" y="174"/>
                  </a:lnTo>
                  <a:lnTo>
                    <a:pt x="117" y="179"/>
                  </a:lnTo>
                  <a:lnTo>
                    <a:pt x="116" y="188"/>
                  </a:lnTo>
                  <a:lnTo>
                    <a:pt x="116" y="207"/>
                  </a:lnTo>
                  <a:lnTo>
                    <a:pt x="114" y="226"/>
                  </a:lnTo>
                  <a:lnTo>
                    <a:pt x="114" y="228"/>
                  </a:lnTo>
                  <a:lnTo>
                    <a:pt x="112" y="231"/>
                  </a:lnTo>
                  <a:lnTo>
                    <a:pt x="100" y="240"/>
                  </a:lnTo>
                  <a:lnTo>
                    <a:pt x="97" y="240"/>
                  </a:lnTo>
                  <a:lnTo>
                    <a:pt x="97" y="242"/>
                  </a:lnTo>
                  <a:lnTo>
                    <a:pt x="95" y="245"/>
                  </a:lnTo>
                  <a:lnTo>
                    <a:pt x="93" y="247"/>
                  </a:lnTo>
                  <a:lnTo>
                    <a:pt x="90" y="247"/>
                  </a:lnTo>
                  <a:lnTo>
                    <a:pt x="83" y="245"/>
                  </a:lnTo>
                  <a:lnTo>
                    <a:pt x="76" y="242"/>
                  </a:lnTo>
                  <a:lnTo>
                    <a:pt x="67" y="235"/>
                  </a:lnTo>
                  <a:lnTo>
                    <a:pt x="55" y="231"/>
                  </a:lnTo>
                  <a:lnTo>
                    <a:pt x="48" y="228"/>
                  </a:lnTo>
                  <a:lnTo>
                    <a:pt x="41" y="223"/>
                  </a:lnTo>
                  <a:lnTo>
                    <a:pt x="41" y="221"/>
                  </a:lnTo>
                  <a:lnTo>
                    <a:pt x="38" y="207"/>
                  </a:lnTo>
                  <a:lnTo>
                    <a:pt x="36" y="192"/>
                  </a:lnTo>
                  <a:lnTo>
                    <a:pt x="36" y="181"/>
                  </a:lnTo>
                  <a:lnTo>
                    <a:pt x="34" y="167"/>
                  </a:lnTo>
                  <a:lnTo>
                    <a:pt x="29" y="162"/>
                  </a:lnTo>
                  <a:lnTo>
                    <a:pt x="17" y="152"/>
                  </a:lnTo>
                  <a:lnTo>
                    <a:pt x="10" y="140"/>
                  </a:lnTo>
                  <a:lnTo>
                    <a:pt x="2" y="128"/>
                  </a:lnTo>
                  <a:lnTo>
                    <a:pt x="2" y="126"/>
                  </a:lnTo>
                  <a:lnTo>
                    <a:pt x="0" y="126"/>
                  </a:lnTo>
                  <a:lnTo>
                    <a:pt x="0" y="103"/>
                  </a:lnTo>
                  <a:lnTo>
                    <a:pt x="2" y="95"/>
                  </a:lnTo>
                  <a:lnTo>
                    <a:pt x="7" y="86"/>
                  </a:lnTo>
                  <a:lnTo>
                    <a:pt x="9" y="81"/>
                  </a:lnTo>
                  <a:lnTo>
                    <a:pt x="9" y="76"/>
                  </a:lnTo>
                  <a:lnTo>
                    <a:pt x="10" y="70"/>
                  </a:lnTo>
                  <a:lnTo>
                    <a:pt x="10" y="46"/>
                  </a:lnTo>
                  <a:lnTo>
                    <a:pt x="9" y="31"/>
                  </a:lnTo>
                  <a:lnTo>
                    <a:pt x="9" y="29"/>
                  </a:lnTo>
                  <a:lnTo>
                    <a:pt x="24" y="22"/>
                  </a:lnTo>
                  <a:lnTo>
                    <a:pt x="29" y="17"/>
                  </a:lnTo>
                  <a:lnTo>
                    <a:pt x="36" y="12"/>
                  </a:lnTo>
                  <a:lnTo>
                    <a:pt x="41" y="6"/>
                  </a:lnTo>
                  <a:lnTo>
                    <a:pt x="45" y="3"/>
                  </a:lnTo>
                  <a:lnTo>
                    <a:pt x="48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26" name="Freeform 85">
              <a:extLst>
                <a:ext uri="{FF2B5EF4-FFF2-40B4-BE49-F238E27FC236}">
                  <a16:creationId xmlns:a16="http://schemas.microsoft.com/office/drawing/2014/main" xmlns="" id="{FF6AE718-0EBD-49B5-BD61-23945D741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7101" y="5589993"/>
              <a:ext cx="80963" cy="122238"/>
            </a:xfrm>
            <a:custGeom>
              <a:avLst/>
              <a:gdLst>
                <a:gd name="T0" fmla="*/ 98 w 102"/>
                <a:gd name="T1" fmla="*/ 0 h 154"/>
                <a:gd name="T2" fmla="*/ 100 w 102"/>
                <a:gd name="T3" fmla="*/ 9 h 154"/>
                <a:gd name="T4" fmla="*/ 102 w 102"/>
                <a:gd name="T5" fmla="*/ 14 h 154"/>
                <a:gd name="T6" fmla="*/ 102 w 102"/>
                <a:gd name="T7" fmla="*/ 16 h 154"/>
                <a:gd name="T8" fmla="*/ 102 w 102"/>
                <a:gd name="T9" fmla="*/ 31 h 154"/>
                <a:gd name="T10" fmla="*/ 102 w 102"/>
                <a:gd name="T11" fmla="*/ 55 h 154"/>
                <a:gd name="T12" fmla="*/ 102 w 102"/>
                <a:gd name="T13" fmla="*/ 61 h 154"/>
                <a:gd name="T14" fmla="*/ 102 w 102"/>
                <a:gd name="T15" fmla="*/ 66 h 154"/>
                <a:gd name="T16" fmla="*/ 100 w 102"/>
                <a:gd name="T17" fmla="*/ 71 h 154"/>
                <a:gd name="T18" fmla="*/ 96 w 102"/>
                <a:gd name="T19" fmla="*/ 80 h 154"/>
                <a:gd name="T20" fmla="*/ 93 w 102"/>
                <a:gd name="T21" fmla="*/ 88 h 154"/>
                <a:gd name="T22" fmla="*/ 93 w 102"/>
                <a:gd name="T23" fmla="*/ 113 h 154"/>
                <a:gd name="T24" fmla="*/ 89 w 102"/>
                <a:gd name="T25" fmla="*/ 114 h 154"/>
                <a:gd name="T26" fmla="*/ 86 w 102"/>
                <a:gd name="T27" fmla="*/ 118 h 154"/>
                <a:gd name="T28" fmla="*/ 82 w 102"/>
                <a:gd name="T29" fmla="*/ 119 h 154"/>
                <a:gd name="T30" fmla="*/ 74 w 102"/>
                <a:gd name="T31" fmla="*/ 121 h 154"/>
                <a:gd name="T32" fmla="*/ 70 w 102"/>
                <a:gd name="T33" fmla="*/ 125 h 154"/>
                <a:gd name="T34" fmla="*/ 69 w 102"/>
                <a:gd name="T35" fmla="*/ 128 h 154"/>
                <a:gd name="T36" fmla="*/ 67 w 102"/>
                <a:gd name="T37" fmla="*/ 132 h 154"/>
                <a:gd name="T38" fmla="*/ 63 w 102"/>
                <a:gd name="T39" fmla="*/ 138 h 154"/>
                <a:gd name="T40" fmla="*/ 58 w 102"/>
                <a:gd name="T41" fmla="*/ 144 h 154"/>
                <a:gd name="T42" fmla="*/ 57 w 102"/>
                <a:gd name="T43" fmla="*/ 151 h 154"/>
                <a:gd name="T44" fmla="*/ 55 w 102"/>
                <a:gd name="T45" fmla="*/ 152 h 154"/>
                <a:gd name="T46" fmla="*/ 53 w 102"/>
                <a:gd name="T47" fmla="*/ 152 h 154"/>
                <a:gd name="T48" fmla="*/ 43 w 102"/>
                <a:gd name="T49" fmla="*/ 154 h 154"/>
                <a:gd name="T50" fmla="*/ 39 w 102"/>
                <a:gd name="T51" fmla="*/ 152 h 154"/>
                <a:gd name="T52" fmla="*/ 34 w 102"/>
                <a:gd name="T53" fmla="*/ 151 h 154"/>
                <a:gd name="T54" fmla="*/ 25 w 102"/>
                <a:gd name="T55" fmla="*/ 140 h 154"/>
                <a:gd name="T56" fmla="*/ 20 w 102"/>
                <a:gd name="T57" fmla="*/ 132 h 154"/>
                <a:gd name="T58" fmla="*/ 13 w 102"/>
                <a:gd name="T59" fmla="*/ 125 h 154"/>
                <a:gd name="T60" fmla="*/ 12 w 102"/>
                <a:gd name="T61" fmla="*/ 123 h 154"/>
                <a:gd name="T62" fmla="*/ 8 w 102"/>
                <a:gd name="T63" fmla="*/ 121 h 154"/>
                <a:gd name="T64" fmla="*/ 3 w 102"/>
                <a:gd name="T65" fmla="*/ 116 h 154"/>
                <a:gd name="T66" fmla="*/ 0 w 102"/>
                <a:gd name="T67" fmla="*/ 113 h 154"/>
                <a:gd name="T68" fmla="*/ 0 w 102"/>
                <a:gd name="T69" fmla="*/ 107 h 154"/>
                <a:gd name="T70" fmla="*/ 0 w 102"/>
                <a:gd name="T71" fmla="*/ 104 h 154"/>
                <a:gd name="T72" fmla="*/ 0 w 102"/>
                <a:gd name="T73" fmla="*/ 88 h 154"/>
                <a:gd name="T74" fmla="*/ 3 w 102"/>
                <a:gd name="T75" fmla="*/ 76 h 154"/>
                <a:gd name="T76" fmla="*/ 8 w 102"/>
                <a:gd name="T77" fmla="*/ 59 h 154"/>
                <a:gd name="T78" fmla="*/ 8 w 102"/>
                <a:gd name="T79" fmla="*/ 45 h 154"/>
                <a:gd name="T80" fmla="*/ 10 w 102"/>
                <a:gd name="T81" fmla="*/ 45 h 154"/>
                <a:gd name="T82" fmla="*/ 13 w 102"/>
                <a:gd name="T83" fmla="*/ 45 h 154"/>
                <a:gd name="T84" fmla="*/ 25 w 102"/>
                <a:gd name="T85" fmla="*/ 38 h 154"/>
                <a:gd name="T86" fmla="*/ 36 w 102"/>
                <a:gd name="T87" fmla="*/ 29 h 154"/>
                <a:gd name="T88" fmla="*/ 38 w 102"/>
                <a:gd name="T89" fmla="*/ 28 h 154"/>
                <a:gd name="T90" fmla="*/ 43 w 102"/>
                <a:gd name="T91" fmla="*/ 26 h 154"/>
                <a:gd name="T92" fmla="*/ 43 w 102"/>
                <a:gd name="T93" fmla="*/ 21 h 154"/>
                <a:gd name="T94" fmla="*/ 48 w 102"/>
                <a:gd name="T95" fmla="*/ 12 h 154"/>
                <a:gd name="T96" fmla="*/ 55 w 102"/>
                <a:gd name="T97" fmla="*/ 5 h 154"/>
                <a:gd name="T98" fmla="*/ 62 w 102"/>
                <a:gd name="T99" fmla="*/ 2 h 154"/>
                <a:gd name="T100" fmla="*/ 93 w 102"/>
                <a:gd name="T101" fmla="*/ 2 h 154"/>
                <a:gd name="T102" fmla="*/ 98 w 102"/>
                <a:gd name="T103" fmla="*/ 0 h 154"/>
                <a:gd name="T104" fmla="*/ 98 w 102"/>
                <a:gd name="T105" fmla="*/ 0 h 154"/>
                <a:gd name="T106" fmla="*/ 98 w 102"/>
                <a:gd name="T10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2" h="154">
                  <a:moveTo>
                    <a:pt x="98" y="0"/>
                  </a:moveTo>
                  <a:lnTo>
                    <a:pt x="100" y="9"/>
                  </a:lnTo>
                  <a:lnTo>
                    <a:pt x="102" y="14"/>
                  </a:lnTo>
                  <a:lnTo>
                    <a:pt x="102" y="16"/>
                  </a:lnTo>
                  <a:lnTo>
                    <a:pt x="102" y="31"/>
                  </a:lnTo>
                  <a:lnTo>
                    <a:pt x="102" y="55"/>
                  </a:lnTo>
                  <a:lnTo>
                    <a:pt x="102" y="61"/>
                  </a:lnTo>
                  <a:lnTo>
                    <a:pt x="102" y="66"/>
                  </a:lnTo>
                  <a:lnTo>
                    <a:pt x="100" y="71"/>
                  </a:lnTo>
                  <a:lnTo>
                    <a:pt x="96" y="80"/>
                  </a:lnTo>
                  <a:lnTo>
                    <a:pt x="93" y="88"/>
                  </a:lnTo>
                  <a:lnTo>
                    <a:pt x="93" y="113"/>
                  </a:lnTo>
                  <a:lnTo>
                    <a:pt x="89" y="114"/>
                  </a:lnTo>
                  <a:lnTo>
                    <a:pt x="86" y="118"/>
                  </a:lnTo>
                  <a:lnTo>
                    <a:pt x="82" y="119"/>
                  </a:lnTo>
                  <a:lnTo>
                    <a:pt x="74" y="121"/>
                  </a:lnTo>
                  <a:lnTo>
                    <a:pt x="70" y="125"/>
                  </a:lnTo>
                  <a:lnTo>
                    <a:pt x="69" y="128"/>
                  </a:lnTo>
                  <a:lnTo>
                    <a:pt x="67" y="132"/>
                  </a:lnTo>
                  <a:lnTo>
                    <a:pt x="63" y="138"/>
                  </a:lnTo>
                  <a:lnTo>
                    <a:pt x="58" y="144"/>
                  </a:lnTo>
                  <a:lnTo>
                    <a:pt x="57" y="151"/>
                  </a:lnTo>
                  <a:lnTo>
                    <a:pt x="55" y="152"/>
                  </a:lnTo>
                  <a:lnTo>
                    <a:pt x="53" y="152"/>
                  </a:lnTo>
                  <a:lnTo>
                    <a:pt x="43" y="154"/>
                  </a:lnTo>
                  <a:lnTo>
                    <a:pt x="39" y="152"/>
                  </a:lnTo>
                  <a:lnTo>
                    <a:pt x="34" y="151"/>
                  </a:lnTo>
                  <a:lnTo>
                    <a:pt x="25" y="140"/>
                  </a:lnTo>
                  <a:lnTo>
                    <a:pt x="20" y="132"/>
                  </a:lnTo>
                  <a:lnTo>
                    <a:pt x="13" y="125"/>
                  </a:lnTo>
                  <a:lnTo>
                    <a:pt x="12" y="123"/>
                  </a:lnTo>
                  <a:lnTo>
                    <a:pt x="8" y="121"/>
                  </a:lnTo>
                  <a:lnTo>
                    <a:pt x="3" y="116"/>
                  </a:lnTo>
                  <a:lnTo>
                    <a:pt x="0" y="113"/>
                  </a:lnTo>
                  <a:lnTo>
                    <a:pt x="0" y="107"/>
                  </a:lnTo>
                  <a:lnTo>
                    <a:pt x="0" y="104"/>
                  </a:lnTo>
                  <a:lnTo>
                    <a:pt x="0" y="88"/>
                  </a:lnTo>
                  <a:lnTo>
                    <a:pt x="3" y="76"/>
                  </a:lnTo>
                  <a:lnTo>
                    <a:pt x="8" y="59"/>
                  </a:lnTo>
                  <a:lnTo>
                    <a:pt x="8" y="45"/>
                  </a:lnTo>
                  <a:lnTo>
                    <a:pt x="10" y="45"/>
                  </a:lnTo>
                  <a:lnTo>
                    <a:pt x="13" y="45"/>
                  </a:lnTo>
                  <a:lnTo>
                    <a:pt x="25" y="38"/>
                  </a:lnTo>
                  <a:lnTo>
                    <a:pt x="36" y="29"/>
                  </a:lnTo>
                  <a:lnTo>
                    <a:pt x="38" y="28"/>
                  </a:lnTo>
                  <a:lnTo>
                    <a:pt x="43" y="26"/>
                  </a:lnTo>
                  <a:lnTo>
                    <a:pt x="43" y="21"/>
                  </a:lnTo>
                  <a:lnTo>
                    <a:pt x="48" y="12"/>
                  </a:lnTo>
                  <a:lnTo>
                    <a:pt x="55" y="5"/>
                  </a:lnTo>
                  <a:lnTo>
                    <a:pt x="62" y="2"/>
                  </a:lnTo>
                  <a:lnTo>
                    <a:pt x="93" y="2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27" name="Freeform 86">
              <a:extLst>
                <a:ext uri="{FF2B5EF4-FFF2-40B4-BE49-F238E27FC236}">
                  <a16:creationId xmlns:a16="http://schemas.microsoft.com/office/drawing/2014/main" xmlns="" id="{39D3FF88-CD3D-442A-8458-822D215FD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4414" y="4850218"/>
              <a:ext cx="228600" cy="249238"/>
            </a:xfrm>
            <a:custGeom>
              <a:avLst/>
              <a:gdLst>
                <a:gd name="T0" fmla="*/ 99 w 287"/>
                <a:gd name="T1" fmla="*/ 1 h 314"/>
                <a:gd name="T2" fmla="*/ 106 w 287"/>
                <a:gd name="T3" fmla="*/ 10 h 314"/>
                <a:gd name="T4" fmla="*/ 114 w 287"/>
                <a:gd name="T5" fmla="*/ 26 h 314"/>
                <a:gd name="T6" fmla="*/ 130 w 287"/>
                <a:gd name="T7" fmla="*/ 46 h 314"/>
                <a:gd name="T8" fmla="*/ 170 w 287"/>
                <a:gd name="T9" fmla="*/ 50 h 314"/>
                <a:gd name="T10" fmla="*/ 194 w 287"/>
                <a:gd name="T11" fmla="*/ 51 h 314"/>
                <a:gd name="T12" fmla="*/ 204 w 287"/>
                <a:gd name="T13" fmla="*/ 60 h 314"/>
                <a:gd name="T14" fmla="*/ 223 w 287"/>
                <a:gd name="T15" fmla="*/ 81 h 314"/>
                <a:gd name="T16" fmla="*/ 242 w 287"/>
                <a:gd name="T17" fmla="*/ 100 h 314"/>
                <a:gd name="T18" fmla="*/ 246 w 287"/>
                <a:gd name="T19" fmla="*/ 128 h 314"/>
                <a:gd name="T20" fmla="*/ 263 w 287"/>
                <a:gd name="T21" fmla="*/ 166 h 314"/>
                <a:gd name="T22" fmla="*/ 273 w 287"/>
                <a:gd name="T23" fmla="*/ 180 h 314"/>
                <a:gd name="T24" fmla="*/ 280 w 287"/>
                <a:gd name="T25" fmla="*/ 212 h 314"/>
                <a:gd name="T26" fmla="*/ 284 w 287"/>
                <a:gd name="T27" fmla="*/ 231 h 314"/>
                <a:gd name="T28" fmla="*/ 272 w 287"/>
                <a:gd name="T29" fmla="*/ 245 h 314"/>
                <a:gd name="T30" fmla="*/ 247 w 287"/>
                <a:gd name="T31" fmla="*/ 245 h 314"/>
                <a:gd name="T32" fmla="*/ 237 w 287"/>
                <a:gd name="T33" fmla="*/ 233 h 314"/>
                <a:gd name="T34" fmla="*/ 221 w 287"/>
                <a:gd name="T35" fmla="*/ 224 h 314"/>
                <a:gd name="T36" fmla="*/ 208 w 287"/>
                <a:gd name="T37" fmla="*/ 224 h 314"/>
                <a:gd name="T38" fmla="*/ 202 w 287"/>
                <a:gd name="T39" fmla="*/ 240 h 314"/>
                <a:gd name="T40" fmla="*/ 201 w 287"/>
                <a:gd name="T41" fmla="*/ 289 h 314"/>
                <a:gd name="T42" fmla="*/ 185 w 287"/>
                <a:gd name="T43" fmla="*/ 311 h 314"/>
                <a:gd name="T44" fmla="*/ 145 w 287"/>
                <a:gd name="T45" fmla="*/ 311 h 314"/>
                <a:gd name="T46" fmla="*/ 130 w 287"/>
                <a:gd name="T47" fmla="*/ 297 h 314"/>
                <a:gd name="T48" fmla="*/ 118 w 287"/>
                <a:gd name="T49" fmla="*/ 289 h 314"/>
                <a:gd name="T50" fmla="*/ 114 w 287"/>
                <a:gd name="T51" fmla="*/ 278 h 314"/>
                <a:gd name="T52" fmla="*/ 113 w 287"/>
                <a:gd name="T53" fmla="*/ 275 h 314"/>
                <a:gd name="T54" fmla="*/ 106 w 287"/>
                <a:gd name="T55" fmla="*/ 271 h 314"/>
                <a:gd name="T56" fmla="*/ 81 w 287"/>
                <a:gd name="T57" fmla="*/ 249 h 314"/>
                <a:gd name="T58" fmla="*/ 64 w 287"/>
                <a:gd name="T59" fmla="*/ 233 h 314"/>
                <a:gd name="T60" fmla="*/ 52 w 287"/>
                <a:gd name="T61" fmla="*/ 221 h 314"/>
                <a:gd name="T62" fmla="*/ 36 w 287"/>
                <a:gd name="T63" fmla="*/ 212 h 314"/>
                <a:gd name="T64" fmla="*/ 26 w 287"/>
                <a:gd name="T65" fmla="*/ 200 h 314"/>
                <a:gd name="T66" fmla="*/ 24 w 287"/>
                <a:gd name="T67" fmla="*/ 162 h 314"/>
                <a:gd name="T68" fmla="*/ 17 w 287"/>
                <a:gd name="T69" fmla="*/ 141 h 314"/>
                <a:gd name="T70" fmla="*/ 11 w 287"/>
                <a:gd name="T71" fmla="*/ 135 h 314"/>
                <a:gd name="T72" fmla="*/ 0 w 287"/>
                <a:gd name="T73" fmla="*/ 95 h 314"/>
                <a:gd name="T74" fmla="*/ 7 w 287"/>
                <a:gd name="T75" fmla="*/ 74 h 314"/>
                <a:gd name="T76" fmla="*/ 17 w 287"/>
                <a:gd name="T77" fmla="*/ 57 h 314"/>
                <a:gd name="T78" fmla="*/ 26 w 287"/>
                <a:gd name="T79" fmla="*/ 43 h 314"/>
                <a:gd name="T80" fmla="*/ 33 w 287"/>
                <a:gd name="T81" fmla="*/ 32 h 314"/>
                <a:gd name="T82" fmla="*/ 50 w 287"/>
                <a:gd name="T83" fmla="*/ 20 h 314"/>
                <a:gd name="T84" fmla="*/ 69 w 287"/>
                <a:gd name="T85" fmla="*/ 5 h 314"/>
                <a:gd name="T86" fmla="*/ 88 w 287"/>
                <a:gd name="T87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87" h="314">
                  <a:moveTo>
                    <a:pt x="88" y="0"/>
                  </a:moveTo>
                  <a:lnTo>
                    <a:pt x="97" y="1"/>
                  </a:lnTo>
                  <a:lnTo>
                    <a:pt x="99" y="1"/>
                  </a:lnTo>
                  <a:lnTo>
                    <a:pt x="102" y="3"/>
                  </a:lnTo>
                  <a:lnTo>
                    <a:pt x="104" y="7"/>
                  </a:lnTo>
                  <a:lnTo>
                    <a:pt x="106" y="10"/>
                  </a:lnTo>
                  <a:lnTo>
                    <a:pt x="109" y="13"/>
                  </a:lnTo>
                  <a:lnTo>
                    <a:pt x="111" y="19"/>
                  </a:lnTo>
                  <a:lnTo>
                    <a:pt x="114" y="26"/>
                  </a:lnTo>
                  <a:lnTo>
                    <a:pt x="128" y="45"/>
                  </a:lnTo>
                  <a:lnTo>
                    <a:pt x="130" y="46"/>
                  </a:lnTo>
                  <a:lnTo>
                    <a:pt x="130" y="46"/>
                  </a:lnTo>
                  <a:lnTo>
                    <a:pt x="154" y="48"/>
                  </a:lnTo>
                  <a:lnTo>
                    <a:pt x="163" y="48"/>
                  </a:lnTo>
                  <a:lnTo>
                    <a:pt x="170" y="50"/>
                  </a:lnTo>
                  <a:lnTo>
                    <a:pt x="183" y="50"/>
                  </a:lnTo>
                  <a:lnTo>
                    <a:pt x="185" y="51"/>
                  </a:lnTo>
                  <a:lnTo>
                    <a:pt x="194" y="51"/>
                  </a:lnTo>
                  <a:lnTo>
                    <a:pt x="199" y="53"/>
                  </a:lnTo>
                  <a:lnTo>
                    <a:pt x="202" y="57"/>
                  </a:lnTo>
                  <a:lnTo>
                    <a:pt x="204" y="60"/>
                  </a:lnTo>
                  <a:lnTo>
                    <a:pt x="215" y="71"/>
                  </a:lnTo>
                  <a:lnTo>
                    <a:pt x="216" y="74"/>
                  </a:lnTo>
                  <a:lnTo>
                    <a:pt x="223" y="81"/>
                  </a:lnTo>
                  <a:lnTo>
                    <a:pt x="230" y="84"/>
                  </a:lnTo>
                  <a:lnTo>
                    <a:pt x="249" y="95"/>
                  </a:lnTo>
                  <a:lnTo>
                    <a:pt x="242" y="100"/>
                  </a:lnTo>
                  <a:lnTo>
                    <a:pt x="242" y="102"/>
                  </a:lnTo>
                  <a:lnTo>
                    <a:pt x="242" y="121"/>
                  </a:lnTo>
                  <a:lnTo>
                    <a:pt x="246" y="128"/>
                  </a:lnTo>
                  <a:lnTo>
                    <a:pt x="258" y="140"/>
                  </a:lnTo>
                  <a:lnTo>
                    <a:pt x="261" y="145"/>
                  </a:lnTo>
                  <a:lnTo>
                    <a:pt x="263" y="166"/>
                  </a:lnTo>
                  <a:lnTo>
                    <a:pt x="265" y="166"/>
                  </a:lnTo>
                  <a:lnTo>
                    <a:pt x="268" y="167"/>
                  </a:lnTo>
                  <a:lnTo>
                    <a:pt x="273" y="180"/>
                  </a:lnTo>
                  <a:lnTo>
                    <a:pt x="273" y="199"/>
                  </a:lnTo>
                  <a:lnTo>
                    <a:pt x="277" y="207"/>
                  </a:lnTo>
                  <a:lnTo>
                    <a:pt x="280" y="212"/>
                  </a:lnTo>
                  <a:lnTo>
                    <a:pt x="284" y="216"/>
                  </a:lnTo>
                  <a:lnTo>
                    <a:pt x="287" y="218"/>
                  </a:lnTo>
                  <a:lnTo>
                    <a:pt x="284" y="231"/>
                  </a:lnTo>
                  <a:lnTo>
                    <a:pt x="282" y="237"/>
                  </a:lnTo>
                  <a:lnTo>
                    <a:pt x="280" y="240"/>
                  </a:lnTo>
                  <a:lnTo>
                    <a:pt x="272" y="245"/>
                  </a:lnTo>
                  <a:lnTo>
                    <a:pt x="268" y="247"/>
                  </a:lnTo>
                  <a:lnTo>
                    <a:pt x="263" y="247"/>
                  </a:lnTo>
                  <a:lnTo>
                    <a:pt x="247" y="245"/>
                  </a:lnTo>
                  <a:lnTo>
                    <a:pt x="246" y="245"/>
                  </a:lnTo>
                  <a:lnTo>
                    <a:pt x="242" y="242"/>
                  </a:lnTo>
                  <a:lnTo>
                    <a:pt x="237" y="233"/>
                  </a:lnTo>
                  <a:lnTo>
                    <a:pt x="230" y="228"/>
                  </a:lnTo>
                  <a:lnTo>
                    <a:pt x="223" y="224"/>
                  </a:lnTo>
                  <a:lnTo>
                    <a:pt x="221" y="224"/>
                  </a:lnTo>
                  <a:lnTo>
                    <a:pt x="216" y="221"/>
                  </a:lnTo>
                  <a:lnTo>
                    <a:pt x="211" y="221"/>
                  </a:lnTo>
                  <a:lnTo>
                    <a:pt x="208" y="224"/>
                  </a:lnTo>
                  <a:lnTo>
                    <a:pt x="204" y="226"/>
                  </a:lnTo>
                  <a:lnTo>
                    <a:pt x="202" y="231"/>
                  </a:lnTo>
                  <a:lnTo>
                    <a:pt x="202" y="240"/>
                  </a:lnTo>
                  <a:lnTo>
                    <a:pt x="202" y="245"/>
                  </a:lnTo>
                  <a:lnTo>
                    <a:pt x="201" y="287"/>
                  </a:lnTo>
                  <a:lnTo>
                    <a:pt x="201" y="289"/>
                  </a:lnTo>
                  <a:lnTo>
                    <a:pt x="196" y="299"/>
                  </a:lnTo>
                  <a:lnTo>
                    <a:pt x="190" y="308"/>
                  </a:lnTo>
                  <a:lnTo>
                    <a:pt x="185" y="311"/>
                  </a:lnTo>
                  <a:lnTo>
                    <a:pt x="177" y="314"/>
                  </a:lnTo>
                  <a:lnTo>
                    <a:pt x="152" y="314"/>
                  </a:lnTo>
                  <a:lnTo>
                    <a:pt x="145" y="311"/>
                  </a:lnTo>
                  <a:lnTo>
                    <a:pt x="137" y="304"/>
                  </a:lnTo>
                  <a:lnTo>
                    <a:pt x="135" y="301"/>
                  </a:lnTo>
                  <a:lnTo>
                    <a:pt x="130" y="297"/>
                  </a:lnTo>
                  <a:lnTo>
                    <a:pt x="128" y="295"/>
                  </a:lnTo>
                  <a:lnTo>
                    <a:pt x="119" y="292"/>
                  </a:lnTo>
                  <a:lnTo>
                    <a:pt x="118" y="289"/>
                  </a:lnTo>
                  <a:lnTo>
                    <a:pt x="116" y="287"/>
                  </a:lnTo>
                  <a:lnTo>
                    <a:pt x="114" y="283"/>
                  </a:lnTo>
                  <a:lnTo>
                    <a:pt x="114" y="278"/>
                  </a:lnTo>
                  <a:lnTo>
                    <a:pt x="111" y="278"/>
                  </a:lnTo>
                  <a:lnTo>
                    <a:pt x="111" y="275"/>
                  </a:lnTo>
                  <a:lnTo>
                    <a:pt x="113" y="275"/>
                  </a:lnTo>
                  <a:lnTo>
                    <a:pt x="111" y="271"/>
                  </a:lnTo>
                  <a:lnTo>
                    <a:pt x="106" y="268"/>
                  </a:lnTo>
                  <a:lnTo>
                    <a:pt x="106" y="271"/>
                  </a:lnTo>
                  <a:lnTo>
                    <a:pt x="106" y="271"/>
                  </a:lnTo>
                  <a:lnTo>
                    <a:pt x="90" y="259"/>
                  </a:lnTo>
                  <a:lnTo>
                    <a:pt x="81" y="249"/>
                  </a:lnTo>
                  <a:lnTo>
                    <a:pt x="78" y="247"/>
                  </a:lnTo>
                  <a:lnTo>
                    <a:pt x="69" y="240"/>
                  </a:lnTo>
                  <a:lnTo>
                    <a:pt x="64" y="233"/>
                  </a:lnTo>
                  <a:lnTo>
                    <a:pt x="64" y="231"/>
                  </a:lnTo>
                  <a:lnTo>
                    <a:pt x="62" y="228"/>
                  </a:lnTo>
                  <a:lnTo>
                    <a:pt x="52" y="221"/>
                  </a:lnTo>
                  <a:lnTo>
                    <a:pt x="47" y="218"/>
                  </a:lnTo>
                  <a:lnTo>
                    <a:pt x="42" y="216"/>
                  </a:lnTo>
                  <a:lnTo>
                    <a:pt x="36" y="212"/>
                  </a:lnTo>
                  <a:lnTo>
                    <a:pt x="31" y="209"/>
                  </a:lnTo>
                  <a:lnTo>
                    <a:pt x="28" y="205"/>
                  </a:lnTo>
                  <a:lnTo>
                    <a:pt x="26" y="200"/>
                  </a:lnTo>
                  <a:lnTo>
                    <a:pt x="24" y="188"/>
                  </a:lnTo>
                  <a:lnTo>
                    <a:pt x="24" y="178"/>
                  </a:lnTo>
                  <a:lnTo>
                    <a:pt x="24" y="162"/>
                  </a:lnTo>
                  <a:lnTo>
                    <a:pt x="19" y="152"/>
                  </a:lnTo>
                  <a:lnTo>
                    <a:pt x="17" y="147"/>
                  </a:lnTo>
                  <a:lnTo>
                    <a:pt x="17" y="141"/>
                  </a:lnTo>
                  <a:lnTo>
                    <a:pt x="16" y="140"/>
                  </a:lnTo>
                  <a:lnTo>
                    <a:pt x="12" y="140"/>
                  </a:lnTo>
                  <a:lnTo>
                    <a:pt x="11" y="135"/>
                  </a:lnTo>
                  <a:lnTo>
                    <a:pt x="2" y="109"/>
                  </a:lnTo>
                  <a:lnTo>
                    <a:pt x="0" y="100"/>
                  </a:lnTo>
                  <a:lnTo>
                    <a:pt x="0" y="95"/>
                  </a:lnTo>
                  <a:lnTo>
                    <a:pt x="2" y="95"/>
                  </a:lnTo>
                  <a:lnTo>
                    <a:pt x="4" y="90"/>
                  </a:lnTo>
                  <a:lnTo>
                    <a:pt x="7" y="74"/>
                  </a:lnTo>
                  <a:lnTo>
                    <a:pt x="7" y="72"/>
                  </a:lnTo>
                  <a:lnTo>
                    <a:pt x="9" y="71"/>
                  </a:lnTo>
                  <a:lnTo>
                    <a:pt x="17" y="57"/>
                  </a:lnTo>
                  <a:lnTo>
                    <a:pt x="21" y="50"/>
                  </a:lnTo>
                  <a:lnTo>
                    <a:pt x="24" y="45"/>
                  </a:lnTo>
                  <a:lnTo>
                    <a:pt x="26" y="43"/>
                  </a:lnTo>
                  <a:lnTo>
                    <a:pt x="26" y="41"/>
                  </a:lnTo>
                  <a:lnTo>
                    <a:pt x="28" y="38"/>
                  </a:lnTo>
                  <a:lnTo>
                    <a:pt x="33" y="32"/>
                  </a:lnTo>
                  <a:lnTo>
                    <a:pt x="36" y="31"/>
                  </a:lnTo>
                  <a:lnTo>
                    <a:pt x="40" y="27"/>
                  </a:lnTo>
                  <a:lnTo>
                    <a:pt x="50" y="20"/>
                  </a:lnTo>
                  <a:lnTo>
                    <a:pt x="59" y="12"/>
                  </a:lnTo>
                  <a:lnTo>
                    <a:pt x="62" y="10"/>
                  </a:lnTo>
                  <a:lnTo>
                    <a:pt x="69" y="5"/>
                  </a:lnTo>
                  <a:lnTo>
                    <a:pt x="78" y="1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28" name="Freeform 87">
              <a:extLst>
                <a:ext uri="{FF2B5EF4-FFF2-40B4-BE49-F238E27FC236}">
                  <a16:creationId xmlns:a16="http://schemas.microsoft.com/office/drawing/2014/main" xmlns="" id="{3B0A768F-BE8F-407D-917A-87F71659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71414" y="5018493"/>
              <a:ext cx="242888" cy="236538"/>
            </a:xfrm>
            <a:custGeom>
              <a:avLst/>
              <a:gdLst>
                <a:gd name="T0" fmla="*/ 143 w 306"/>
                <a:gd name="T1" fmla="*/ 0 h 298"/>
                <a:gd name="T2" fmla="*/ 164 w 306"/>
                <a:gd name="T3" fmla="*/ 4 h 298"/>
                <a:gd name="T4" fmla="*/ 183 w 306"/>
                <a:gd name="T5" fmla="*/ 35 h 298"/>
                <a:gd name="T6" fmla="*/ 190 w 306"/>
                <a:gd name="T7" fmla="*/ 47 h 298"/>
                <a:gd name="T8" fmla="*/ 202 w 306"/>
                <a:gd name="T9" fmla="*/ 54 h 298"/>
                <a:gd name="T10" fmla="*/ 211 w 306"/>
                <a:gd name="T11" fmla="*/ 54 h 298"/>
                <a:gd name="T12" fmla="*/ 216 w 306"/>
                <a:gd name="T13" fmla="*/ 47 h 298"/>
                <a:gd name="T14" fmla="*/ 226 w 306"/>
                <a:gd name="T15" fmla="*/ 45 h 298"/>
                <a:gd name="T16" fmla="*/ 245 w 306"/>
                <a:gd name="T17" fmla="*/ 70 h 298"/>
                <a:gd name="T18" fmla="*/ 254 w 306"/>
                <a:gd name="T19" fmla="*/ 80 h 298"/>
                <a:gd name="T20" fmla="*/ 280 w 306"/>
                <a:gd name="T21" fmla="*/ 94 h 298"/>
                <a:gd name="T22" fmla="*/ 290 w 306"/>
                <a:gd name="T23" fmla="*/ 101 h 298"/>
                <a:gd name="T24" fmla="*/ 301 w 306"/>
                <a:gd name="T25" fmla="*/ 125 h 298"/>
                <a:gd name="T26" fmla="*/ 306 w 306"/>
                <a:gd name="T27" fmla="*/ 153 h 298"/>
                <a:gd name="T28" fmla="*/ 296 w 306"/>
                <a:gd name="T29" fmla="*/ 158 h 298"/>
                <a:gd name="T30" fmla="*/ 292 w 306"/>
                <a:gd name="T31" fmla="*/ 161 h 298"/>
                <a:gd name="T32" fmla="*/ 277 w 306"/>
                <a:gd name="T33" fmla="*/ 182 h 298"/>
                <a:gd name="T34" fmla="*/ 270 w 306"/>
                <a:gd name="T35" fmla="*/ 206 h 298"/>
                <a:gd name="T36" fmla="*/ 266 w 306"/>
                <a:gd name="T37" fmla="*/ 218 h 298"/>
                <a:gd name="T38" fmla="*/ 254 w 306"/>
                <a:gd name="T39" fmla="*/ 232 h 298"/>
                <a:gd name="T40" fmla="*/ 249 w 306"/>
                <a:gd name="T41" fmla="*/ 236 h 298"/>
                <a:gd name="T42" fmla="*/ 240 w 306"/>
                <a:gd name="T43" fmla="*/ 250 h 298"/>
                <a:gd name="T44" fmla="*/ 242 w 306"/>
                <a:gd name="T45" fmla="*/ 267 h 298"/>
                <a:gd name="T46" fmla="*/ 233 w 306"/>
                <a:gd name="T47" fmla="*/ 275 h 298"/>
                <a:gd name="T48" fmla="*/ 221 w 306"/>
                <a:gd name="T49" fmla="*/ 289 h 298"/>
                <a:gd name="T50" fmla="*/ 216 w 306"/>
                <a:gd name="T51" fmla="*/ 298 h 298"/>
                <a:gd name="T52" fmla="*/ 149 w 306"/>
                <a:gd name="T53" fmla="*/ 282 h 298"/>
                <a:gd name="T54" fmla="*/ 92 w 306"/>
                <a:gd name="T55" fmla="*/ 250 h 298"/>
                <a:gd name="T56" fmla="*/ 81 w 306"/>
                <a:gd name="T57" fmla="*/ 274 h 298"/>
                <a:gd name="T58" fmla="*/ 69 w 306"/>
                <a:gd name="T59" fmla="*/ 281 h 298"/>
                <a:gd name="T60" fmla="*/ 57 w 306"/>
                <a:gd name="T61" fmla="*/ 220 h 298"/>
                <a:gd name="T62" fmla="*/ 47 w 306"/>
                <a:gd name="T63" fmla="*/ 189 h 298"/>
                <a:gd name="T64" fmla="*/ 16 w 306"/>
                <a:gd name="T65" fmla="*/ 135 h 298"/>
                <a:gd name="T66" fmla="*/ 0 w 306"/>
                <a:gd name="T67" fmla="*/ 101 h 298"/>
                <a:gd name="T68" fmla="*/ 16 w 306"/>
                <a:gd name="T69" fmla="*/ 101 h 298"/>
                <a:gd name="T70" fmla="*/ 29 w 306"/>
                <a:gd name="T71" fmla="*/ 94 h 298"/>
                <a:gd name="T72" fmla="*/ 40 w 306"/>
                <a:gd name="T73" fmla="*/ 77 h 298"/>
                <a:gd name="T74" fmla="*/ 41 w 306"/>
                <a:gd name="T75" fmla="*/ 32 h 298"/>
                <a:gd name="T76" fmla="*/ 41 w 306"/>
                <a:gd name="T77" fmla="*/ 16 h 298"/>
                <a:gd name="T78" fmla="*/ 47 w 306"/>
                <a:gd name="T79" fmla="*/ 9 h 298"/>
                <a:gd name="T80" fmla="*/ 55 w 306"/>
                <a:gd name="T81" fmla="*/ 7 h 298"/>
                <a:gd name="T82" fmla="*/ 64 w 306"/>
                <a:gd name="T83" fmla="*/ 12 h 298"/>
                <a:gd name="T84" fmla="*/ 76 w 306"/>
                <a:gd name="T85" fmla="*/ 19 h 298"/>
                <a:gd name="T86" fmla="*/ 83 w 306"/>
                <a:gd name="T87" fmla="*/ 32 h 298"/>
                <a:gd name="T88" fmla="*/ 102 w 306"/>
                <a:gd name="T89" fmla="*/ 32 h 298"/>
                <a:gd name="T90" fmla="*/ 111 w 306"/>
                <a:gd name="T91" fmla="*/ 32 h 298"/>
                <a:gd name="T92" fmla="*/ 123 w 306"/>
                <a:gd name="T93" fmla="*/ 21 h 298"/>
                <a:gd name="T94" fmla="*/ 126 w 306"/>
                <a:gd name="T95" fmla="*/ 4 h 298"/>
                <a:gd name="T96" fmla="*/ 126 w 306"/>
                <a:gd name="T9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6" h="298">
                  <a:moveTo>
                    <a:pt x="126" y="0"/>
                  </a:moveTo>
                  <a:lnTo>
                    <a:pt x="143" y="0"/>
                  </a:lnTo>
                  <a:lnTo>
                    <a:pt x="161" y="0"/>
                  </a:lnTo>
                  <a:lnTo>
                    <a:pt x="164" y="4"/>
                  </a:lnTo>
                  <a:lnTo>
                    <a:pt x="166" y="4"/>
                  </a:lnTo>
                  <a:lnTo>
                    <a:pt x="183" y="35"/>
                  </a:lnTo>
                  <a:lnTo>
                    <a:pt x="188" y="40"/>
                  </a:lnTo>
                  <a:lnTo>
                    <a:pt x="190" y="47"/>
                  </a:lnTo>
                  <a:lnTo>
                    <a:pt x="195" y="51"/>
                  </a:lnTo>
                  <a:lnTo>
                    <a:pt x="202" y="54"/>
                  </a:lnTo>
                  <a:lnTo>
                    <a:pt x="207" y="54"/>
                  </a:lnTo>
                  <a:lnTo>
                    <a:pt x="211" y="54"/>
                  </a:lnTo>
                  <a:lnTo>
                    <a:pt x="213" y="54"/>
                  </a:lnTo>
                  <a:lnTo>
                    <a:pt x="216" y="47"/>
                  </a:lnTo>
                  <a:lnTo>
                    <a:pt x="223" y="45"/>
                  </a:lnTo>
                  <a:lnTo>
                    <a:pt x="226" y="45"/>
                  </a:lnTo>
                  <a:lnTo>
                    <a:pt x="230" y="47"/>
                  </a:lnTo>
                  <a:lnTo>
                    <a:pt x="245" y="70"/>
                  </a:lnTo>
                  <a:lnTo>
                    <a:pt x="249" y="73"/>
                  </a:lnTo>
                  <a:lnTo>
                    <a:pt x="254" y="80"/>
                  </a:lnTo>
                  <a:lnTo>
                    <a:pt x="261" y="85"/>
                  </a:lnTo>
                  <a:lnTo>
                    <a:pt x="280" y="94"/>
                  </a:lnTo>
                  <a:lnTo>
                    <a:pt x="287" y="97"/>
                  </a:lnTo>
                  <a:lnTo>
                    <a:pt x="290" y="101"/>
                  </a:lnTo>
                  <a:lnTo>
                    <a:pt x="292" y="104"/>
                  </a:lnTo>
                  <a:lnTo>
                    <a:pt x="301" y="125"/>
                  </a:lnTo>
                  <a:lnTo>
                    <a:pt x="306" y="147"/>
                  </a:lnTo>
                  <a:lnTo>
                    <a:pt x="306" y="153"/>
                  </a:lnTo>
                  <a:lnTo>
                    <a:pt x="301" y="156"/>
                  </a:lnTo>
                  <a:lnTo>
                    <a:pt x="296" y="158"/>
                  </a:lnTo>
                  <a:lnTo>
                    <a:pt x="292" y="160"/>
                  </a:lnTo>
                  <a:lnTo>
                    <a:pt x="292" y="161"/>
                  </a:lnTo>
                  <a:lnTo>
                    <a:pt x="284" y="173"/>
                  </a:lnTo>
                  <a:lnTo>
                    <a:pt x="277" y="182"/>
                  </a:lnTo>
                  <a:lnTo>
                    <a:pt x="273" y="194"/>
                  </a:lnTo>
                  <a:lnTo>
                    <a:pt x="270" y="206"/>
                  </a:lnTo>
                  <a:lnTo>
                    <a:pt x="270" y="213"/>
                  </a:lnTo>
                  <a:lnTo>
                    <a:pt x="266" y="218"/>
                  </a:lnTo>
                  <a:lnTo>
                    <a:pt x="254" y="229"/>
                  </a:lnTo>
                  <a:lnTo>
                    <a:pt x="254" y="232"/>
                  </a:lnTo>
                  <a:lnTo>
                    <a:pt x="249" y="234"/>
                  </a:lnTo>
                  <a:lnTo>
                    <a:pt x="249" y="236"/>
                  </a:lnTo>
                  <a:lnTo>
                    <a:pt x="245" y="241"/>
                  </a:lnTo>
                  <a:lnTo>
                    <a:pt x="240" y="250"/>
                  </a:lnTo>
                  <a:lnTo>
                    <a:pt x="240" y="267"/>
                  </a:lnTo>
                  <a:lnTo>
                    <a:pt x="242" y="267"/>
                  </a:lnTo>
                  <a:lnTo>
                    <a:pt x="244" y="267"/>
                  </a:lnTo>
                  <a:lnTo>
                    <a:pt x="233" y="275"/>
                  </a:lnTo>
                  <a:lnTo>
                    <a:pt x="221" y="282"/>
                  </a:lnTo>
                  <a:lnTo>
                    <a:pt x="221" y="289"/>
                  </a:lnTo>
                  <a:lnTo>
                    <a:pt x="220" y="296"/>
                  </a:lnTo>
                  <a:lnTo>
                    <a:pt x="216" y="298"/>
                  </a:lnTo>
                  <a:lnTo>
                    <a:pt x="213" y="298"/>
                  </a:lnTo>
                  <a:lnTo>
                    <a:pt x="149" y="282"/>
                  </a:lnTo>
                  <a:lnTo>
                    <a:pt x="143" y="282"/>
                  </a:lnTo>
                  <a:lnTo>
                    <a:pt x="92" y="250"/>
                  </a:lnTo>
                  <a:lnTo>
                    <a:pt x="88" y="262"/>
                  </a:lnTo>
                  <a:lnTo>
                    <a:pt x="81" y="274"/>
                  </a:lnTo>
                  <a:lnTo>
                    <a:pt x="76" y="277"/>
                  </a:lnTo>
                  <a:lnTo>
                    <a:pt x="69" y="281"/>
                  </a:lnTo>
                  <a:lnTo>
                    <a:pt x="57" y="281"/>
                  </a:lnTo>
                  <a:lnTo>
                    <a:pt x="57" y="220"/>
                  </a:lnTo>
                  <a:lnTo>
                    <a:pt x="47" y="211"/>
                  </a:lnTo>
                  <a:lnTo>
                    <a:pt x="47" y="189"/>
                  </a:lnTo>
                  <a:lnTo>
                    <a:pt x="35" y="161"/>
                  </a:lnTo>
                  <a:lnTo>
                    <a:pt x="16" y="135"/>
                  </a:lnTo>
                  <a:lnTo>
                    <a:pt x="16" y="121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16" y="101"/>
                  </a:lnTo>
                  <a:lnTo>
                    <a:pt x="24" y="97"/>
                  </a:lnTo>
                  <a:lnTo>
                    <a:pt x="29" y="94"/>
                  </a:lnTo>
                  <a:lnTo>
                    <a:pt x="35" y="85"/>
                  </a:lnTo>
                  <a:lnTo>
                    <a:pt x="40" y="77"/>
                  </a:lnTo>
                  <a:lnTo>
                    <a:pt x="40" y="73"/>
                  </a:lnTo>
                  <a:lnTo>
                    <a:pt x="41" y="32"/>
                  </a:lnTo>
                  <a:lnTo>
                    <a:pt x="41" y="25"/>
                  </a:lnTo>
                  <a:lnTo>
                    <a:pt x="41" y="16"/>
                  </a:lnTo>
                  <a:lnTo>
                    <a:pt x="45" y="12"/>
                  </a:lnTo>
                  <a:lnTo>
                    <a:pt x="47" y="9"/>
                  </a:lnTo>
                  <a:lnTo>
                    <a:pt x="48" y="7"/>
                  </a:lnTo>
                  <a:lnTo>
                    <a:pt x="55" y="7"/>
                  </a:lnTo>
                  <a:lnTo>
                    <a:pt x="60" y="9"/>
                  </a:lnTo>
                  <a:lnTo>
                    <a:pt x="64" y="12"/>
                  </a:lnTo>
                  <a:lnTo>
                    <a:pt x="69" y="16"/>
                  </a:lnTo>
                  <a:lnTo>
                    <a:pt x="76" y="19"/>
                  </a:lnTo>
                  <a:lnTo>
                    <a:pt x="81" y="28"/>
                  </a:lnTo>
                  <a:lnTo>
                    <a:pt x="83" y="32"/>
                  </a:lnTo>
                  <a:lnTo>
                    <a:pt x="86" y="32"/>
                  </a:lnTo>
                  <a:lnTo>
                    <a:pt x="102" y="32"/>
                  </a:lnTo>
                  <a:lnTo>
                    <a:pt x="107" y="32"/>
                  </a:lnTo>
                  <a:lnTo>
                    <a:pt x="111" y="32"/>
                  </a:lnTo>
                  <a:lnTo>
                    <a:pt x="119" y="28"/>
                  </a:lnTo>
                  <a:lnTo>
                    <a:pt x="123" y="21"/>
                  </a:lnTo>
                  <a:lnTo>
                    <a:pt x="123" y="16"/>
                  </a:lnTo>
                  <a:lnTo>
                    <a:pt x="126" y="4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29" name="Freeform 88">
              <a:extLst>
                <a:ext uri="{FF2B5EF4-FFF2-40B4-BE49-F238E27FC236}">
                  <a16:creationId xmlns:a16="http://schemas.microsoft.com/office/drawing/2014/main" xmlns="" id="{99A1602E-035A-481F-ADEF-EC76E7B0F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4426" y="5099455"/>
              <a:ext cx="554038" cy="557213"/>
            </a:xfrm>
            <a:custGeom>
              <a:avLst/>
              <a:gdLst>
                <a:gd name="T0" fmla="*/ 82 w 699"/>
                <a:gd name="T1" fmla="*/ 89 h 703"/>
                <a:gd name="T2" fmla="*/ 116 w 699"/>
                <a:gd name="T3" fmla="*/ 170 h 703"/>
                <a:gd name="T4" fmla="*/ 253 w 699"/>
                <a:gd name="T5" fmla="*/ 196 h 703"/>
                <a:gd name="T6" fmla="*/ 289 w 699"/>
                <a:gd name="T7" fmla="*/ 182 h 703"/>
                <a:gd name="T8" fmla="*/ 315 w 699"/>
                <a:gd name="T9" fmla="*/ 199 h 703"/>
                <a:gd name="T10" fmla="*/ 355 w 699"/>
                <a:gd name="T11" fmla="*/ 220 h 703"/>
                <a:gd name="T12" fmla="*/ 393 w 699"/>
                <a:gd name="T13" fmla="*/ 253 h 703"/>
                <a:gd name="T14" fmla="*/ 446 w 699"/>
                <a:gd name="T15" fmla="*/ 276 h 703"/>
                <a:gd name="T16" fmla="*/ 481 w 699"/>
                <a:gd name="T17" fmla="*/ 305 h 703"/>
                <a:gd name="T18" fmla="*/ 531 w 699"/>
                <a:gd name="T19" fmla="*/ 329 h 703"/>
                <a:gd name="T20" fmla="*/ 597 w 699"/>
                <a:gd name="T21" fmla="*/ 336 h 703"/>
                <a:gd name="T22" fmla="*/ 625 w 699"/>
                <a:gd name="T23" fmla="*/ 352 h 703"/>
                <a:gd name="T24" fmla="*/ 657 w 699"/>
                <a:gd name="T25" fmla="*/ 378 h 703"/>
                <a:gd name="T26" fmla="*/ 671 w 699"/>
                <a:gd name="T27" fmla="*/ 402 h 703"/>
                <a:gd name="T28" fmla="*/ 656 w 699"/>
                <a:gd name="T29" fmla="*/ 417 h 703"/>
                <a:gd name="T30" fmla="*/ 656 w 699"/>
                <a:gd name="T31" fmla="*/ 473 h 703"/>
                <a:gd name="T32" fmla="*/ 690 w 699"/>
                <a:gd name="T33" fmla="*/ 495 h 703"/>
                <a:gd name="T34" fmla="*/ 654 w 699"/>
                <a:gd name="T35" fmla="*/ 530 h 703"/>
                <a:gd name="T36" fmla="*/ 628 w 699"/>
                <a:gd name="T37" fmla="*/ 544 h 703"/>
                <a:gd name="T38" fmla="*/ 593 w 699"/>
                <a:gd name="T39" fmla="*/ 559 h 703"/>
                <a:gd name="T40" fmla="*/ 602 w 699"/>
                <a:gd name="T41" fmla="*/ 649 h 703"/>
                <a:gd name="T42" fmla="*/ 576 w 699"/>
                <a:gd name="T43" fmla="*/ 670 h 703"/>
                <a:gd name="T44" fmla="*/ 561 w 699"/>
                <a:gd name="T45" fmla="*/ 682 h 703"/>
                <a:gd name="T46" fmla="*/ 524 w 699"/>
                <a:gd name="T47" fmla="*/ 692 h 703"/>
                <a:gd name="T48" fmla="*/ 510 w 699"/>
                <a:gd name="T49" fmla="*/ 637 h 703"/>
                <a:gd name="T50" fmla="*/ 462 w 699"/>
                <a:gd name="T51" fmla="*/ 618 h 703"/>
                <a:gd name="T52" fmla="*/ 438 w 699"/>
                <a:gd name="T53" fmla="*/ 604 h 703"/>
                <a:gd name="T54" fmla="*/ 419 w 699"/>
                <a:gd name="T55" fmla="*/ 583 h 703"/>
                <a:gd name="T56" fmla="*/ 362 w 699"/>
                <a:gd name="T57" fmla="*/ 592 h 703"/>
                <a:gd name="T58" fmla="*/ 331 w 699"/>
                <a:gd name="T59" fmla="*/ 573 h 703"/>
                <a:gd name="T60" fmla="*/ 298 w 699"/>
                <a:gd name="T61" fmla="*/ 556 h 703"/>
                <a:gd name="T62" fmla="*/ 210 w 699"/>
                <a:gd name="T63" fmla="*/ 559 h 703"/>
                <a:gd name="T64" fmla="*/ 178 w 699"/>
                <a:gd name="T65" fmla="*/ 570 h 703"/>
                <a:gd name="T66" fmla="*/ 156 w 699"/>
                <a:gd name="T67" fmla="*/ 538 h 703"/>
                <a:gd name="T68" fmla="*/ 120 w 699"/>
                <a:gd name="T69" fmla="*/ 561 h 703"/>
                <a:gd name="T70" fmla="*/ 123 w 699"/>
                <a:gd name="T71" fmla="*/ 604 h 703"/>
                <a:gd name="T72" fmla="*/ 151 w 699"/>
                <a:gd name="T73" fmla="*/ 641 h 703"/>
                <a:gd name="T74" fmla="*/ 120 w 699"/>
                <a:gd name="T75" fmla="*/ 663 h 703"/>
                <a:gd name="T76" fmla="*/ 82 w 699"/>
                <a:gd name="T77" fmla="*/ 641 h 703"/>
                <a:gd name="T78" fmla="*/ 64 w 699"/>
                <a:gd name="T79" fmla="*/ 609 h 703"/>
                <a:gd name="T80" fmla="*/ 85 w 699"/>
                <a:gd name="T81" fmla="*/ 585 h 703"/>
                <a:gd name="T82" fmla="*/ 97 w 699"/>
                <a:gd name="T83" fmla="*/ 535 h 703"/>
                <a:gd name="T84" fmla="*/ 115 w 699"/>
                <a:gd name="T85" fmla="*/ 513 h 703"/>
                <a:gd name="T86" fmla="*/ 127 w 699"/>
                <a:gd name="T87" fmla="*/ 495 h 703"/>
                <a:gd name="T88" fmla="*/ 158 w 699"/>
                <a:gd name="T89" fmla="*/ 438 h 703"/>
                <a:gd name="T90" fmla="*/ 106 w 699"/>
                <a:gd name="T91" fmla="*/ 404 h 703"/>
                <a:gd name="T92" fmla="*/ 63 w 699"/>
                <a:gd name="T93" fmla="*/ 379 h 703"/>
                <a:gd name="T94" fmla="*/ 44 w 699"/>
                <a:gd name="T95" fmla="*/ 390 h 703"/>
                <a:gd name="T96" fmla="*/ 9 w 699"/>
                <a:gd name="T97" fmla="*/ 393 h 703"/>
                <a:gd name="T98" fmla="*/ 18 w 699"/>
                <a:gd name="T99" fmla="*/ 360 h 703"/>
                <a:gd name="T100" fmla="*/ 23 w 699"/>
                <a:gd name="T101" fmla="*/ 314 h 703"/>
                <a:gd name="T102" fmla="*/ 6 w 699"/>
                <a:gd name="T103" fmla="*/ 289 h 703"/>
                <a:gd name="T104" fmla="*/ 19 w 699"/>
                <a:gd name="T105" fmla="*/ 253 h 703"/>
                <a:gd name="T106" fmla="*/ 25 w 699"/>
                <a:gd name="T107" fmla="*/ 224 h 703"/>
                <a:gd name="T108" fmla="*/ 6 w 699"/>
                <a:gd name="T109" fmla="*/ 213 h 703"/>
                <a:gd name="T110" fmla="*/ 4 w 699"/>
                <a:gd name="T111" fmla="*/ 163 h 703"/>
                <a:gd name="T112" fmla="*/ 18 w 699"/>
                <a:gd name="T113" fmla="*/ 118 h 703"/>
                <a:gd name="T114" fmla="*/ 4 w 699"/>
                <a:gd name="T115" fmla="*/ 89 h 703"/>
                <a:gd name="T116" fmla="*/ 16 w 699"/>
                <a:gd name="T117" fmla="*/ 54 h 703"/>
                <a:gd name="T118" fmla="*/ 12 w 699"/>
                <a:gd name="T119" fmla="*/ 37 h 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99" h="703">
                  <a:moveTo>
                    <a:pt x="33" y="0"/>
                  </a:moveTo>
                  <a:lnTo>
                    <a:pt x="35" y="0"/>
                  </a:lnTo>
                  <a:lnTo>
                    <a:pt x="51" y="19"/>
                  </a:lnTo>
                  <a:lnTo>
                    <a:pt x="51" y="35"/>
                  </a:lnTo>
                  <a:lnTo>
                    <a:pt x="70" y="59"/>
                  </a:lnTo>
                  <a:lnTo>
                    <a:pt x="82" y="89"/>
                  </a:lnTo>
                  <a:lnTo>
                    <a:pt x="82" y="109"/>
                  </a:lnTo>
                  <a:lnTo>
                    <a:pt x="94" y="120"/>
                  </a:lnTo>
                  <a:lnTo>
                    <a:pt x="94" y="179"/>
                  </a:lnTo>
                  <a:lnTo>
                    <a:pt x="104" y="179"/>
                  </a:lnTo>
                  <a:lnTo>
                    <a:pt x="111" y="173"/>
                  </a:lnTo>
                  <a:lnTo>
                    <a:pt x="116" y="170"/>
                  </a:lnTo>
                  <a:lnTo>
                    <a:pt x="123" y="160"/>
                  </a:lnTo>
                  <a:lnTo>
                    <a:pt x="127" y="148"/>
                  </a:lnTo>
                  <a:lnTo>
                    <a:pt x="180" y="182"/>
                  </a:lnTo>
                  <a:lnTo>
                    <a:pt x="185" y="182"/>
                  </a:lnTo>
                  <a:lnTo>
                    <a:pt x="249" y="196"/>
                  </a:lnTo>
                  <a:lnTo>
                    <a:pt x="253" y="196"/>
                  </a:lnTo>
                  <a:lnTo>
                    <a:pt x="255" y="194"/>
                  </a:lnTo>
                  <a:lnTo>
                    <a:pt x="256" y="186"/>
                  </a:lnTo>
                  <a:lnTo>
                    <a:pt x="256" y="179"/>
                  </a:lnTo>
                  <a:lnTo>
                    <a:pt x="268" y="173"/>
                  </a:lnTo>
                  <a:lnTo>
                    <a:pt x="279" y="167"/>
                  </a:lnTo>
                  <a:lnTo>
                    <a:pt x="289" y="182"/>
                  </a:lnTo>
                  <a:lnTo>
                    <a:pt x="291" y="184"/>
                  </a:lnTo>
                  <a:lnTo>
                    <a:pt x="299" y="184"/>
                  </a:lnTo>
                  <a:lnTo>
                    <a:pt x="303" y="186"/>
                  </a:lnTo>
                  <a:lnTo>
                    <a:pt x="308" y="192"/>
                  </a:lnTo>
                  <a:lnTo>
                    <a:pt x="312" y="196"/>
                  </a:lnTo>
                  <a:lnTo>
                    <a:pt x="315" y="199"/>
                  </a:lnTo>
                  <a:lnTo>
                    <a:pt x="317" y="212"/>
                  </a:lnTo>
                  <a:lnTo>
                    <a:pt x="322" y="213"/>
                  </a:lnTo>
                  <a:lnTo>
                    <a:pt x="327" y="213"/>
                  </a:lnTo>
                  <a:lnTo>
                    <a:pt x="338" y="217"/>
                  </a:lnTo>
                  <a:lnTo>
                    <a:pt x="351" y="218"/>
                  </a:lnTo>
                  <a:lnTo>
                    <a:pt x="355" y="220"/>
                  </a:lnTo>
                  <a:lnTo>
                    <a:pt x="362" y="225"/>
                  </a:lnTo>
                  <a:lnTo>
                    <a:pt x="363" y="232"/>
                  </a:lnTo>
                  <a:lnTo>
                    <a:pt x="369" y="253"/>
                  </a:lnTo>
                  <a:lnTo>
                    <a:pt x="372" y="256"/>
                  </a:lnTo>
                  <a:lnTo>
                    <a:pt x="377" y="256"/>
                  </a:lnTo>
                  <a:lnTo>
                    <a:pt x="393" y="253"/>
                  </a:lnTo>
                  <a:lnTo>
                    <a:pt x="403" y="253"/>
                  </a:lnTo>
                  <a:lnTo>
                    <a:pt x="412" y="260"/>
                  </a:lnTo>
                  <a:lnTo>
                    <a:pt x="421" y="269"/>
                  </a:lnTo>
                  <a:lnTo>
                    <a:pt x="424" y="272"/>
                  </a:lnTo>
                  <a:lnTo>
                    <a:pt x="429" y="276"/>
                  </a:lnTo>
                  <a:lnTo>
                    <a:pt x="446" y="276"/>
                  </a:lnTo>
                  <a:lnTo>
                    <a:pt x="455" y="277"/>
                  </a:lnTo>
                  <a:lnTo>
                    <a:pt x="471" y="288"/>
                  </a:lnTo>
                  <a:lnTo>
                    <a:pt x="478" y="293"/>
                  </a:lnTo>
                  <a:lnTo>
                    <a:pt x="481" y="298"/>
                  </a:lnTo>
                  <a:lnTo>
                    <a:pt x="481" y="300"/>
                  </a:lnTo>
                  <a:lnTo>
                    <a:pt x="481" y="305"/>
                  </a:lnTo>
                  <a:lnTo>
                    <a:pt x="484" y="307"/>
                  </a:lnTo>
                  <a:lnTo>
                    <a:pt x="497" y="322"/>
                  </a:lnTo>
                  <a:lnTo>
                    <a:pt x="500" y="324"/>
                  </a:lnTo>
                  <a:lnTo>
                    <a:pt x="504" y="326"/>
                  </a:lnTo>
                  <a:lnTo>
                    <a:pt x="524" y="326"/>
                  </a:lnTo>
                  <a:lnTo>
                    <a:pt x="531" y="329"/>
                  </a:lnTo>
                  <a:lnTo>
                    <a:pt x="535" y="331"/>
                  </a:lnTo>
                  <a:lnTo>
                    <a:pt x="548" y="331"/>
                  </a:lnTo>
                  <a:lnTo>
                    <a:pt x="559" y="333"/>
                  </a:lnTo>
                  <a:lnTo>
                    <a:pt x="562" y="333"/>
                  </a:lnTo>
                  <a:lnTo>
                    <a:pt x="567" y="336"/>
                  </a:lnTo>
                  <a:lnTo>
                    <a:pt x="597" y="336"/>
                  </a:lnTo>
                  <a:lnTo>
                    <a:pt x="606" y="338"/>
                  </a:lnTo>
                  <a:lnTo>
                    <a:pt x="611" y="338"/>
                  </a:lnTo>
                  <a:lnTo>
                    <a:pt x="614" y="340"/>
                  </a:lnTo>
                  <a:lnTo>
                    <a:pt x="621" y="343"/>
                  </a:lnTo>
                  <a:lnTo>
                    <a:pt x="621" y="346"/>
                  </a:lnTo>
                  <a:lnTo>
                    <a:pt x="625" y="352"/>
                  </a:lnTo>
                  <a:lnTo>
                    <a:pt x="630" y="360"/>
                  </a:lnTo>
                  <a:lnTo>
                    <a:pt x="638" y="369"/>
                  </a:lnTo>
                  <a:lnTo>
                    <a:pt x="645" y="372"/>
                  </a:lnTo>
                  <a:lnTo>
                    <a:pt x="650" y="376"/>
                  </a:lnTo>
                  <a:lnTo>
                    <a:pt x="656" y="378"/>
                  </a:lnTo>
                  <a:lnTo>
                    <a:pt x="657" y="378"/>
                  </a:lnTo>
                  <a:lnTo>
                    <a:pt x="661" y="379"/>
                  </a:lnTo>
                  <a:lnTo>
                    <a:pt x="663" y="383"/>
                  </a:lnTo>
                  <a:lnTo>
                    <a:pt x="668" y="385"/>
                  </a:lnTo>
                  <a:lnTo>
                    <a:pt x="668" y="388"/>
                  </a:lnTo>
                  <a:lnTo>
                    <a:pt x="669" y="398"/>
                  </a:lnTo>
                  <a:lnTo>
                    <a:pt x="671" y="402"/>
                  </a:lnTo>
                  <a:lnTo>
                    <a:pt x="671" y="409"/>
                  </a:lnTo>
                  <a:lnTo>
                    <a:pt x="669" y="410"/>
                  </a:lnTo>
                  <a:lnTo>
                    <a:pt x="661" y="410"/>
                  </a:lnTo>
                  <a:lnTo>
                    <a:pt x="661" y="412"/>
                  </a:lnTo>
                  <a:lnTo>
                    <a:pt x="657" y="412"/>
                  </a:lnTo>
                  <a:lnTo>
                    <a:pt x="656" y="417"/>
                  </a:lnTo>
                  <a:lnTo>
                    <a:pt x="654" y="424"/>
                  </a:lnTo>
                  <a:lnTo>
                    <a:pt x="650" y="429"/>
                  </a:lnTo>
                  <a:lnTo>
                    <a:pt x="649" y="436"/>
                  </a:lnTo>
                  <a:lnTo>
                    <a:pt x="649" y="469"/>
                  </a:lnTo>
                  <a:lnTo>
                    <a:pt x="652" y="471"/>
                  </a:lnTo>
                  <a:lnTo>
                    <a:pt x="656" y="473"/>
                  </a:lnTo>
                  <a:lnTo>
                    <a:pt x="661" y="474"/>
                  </a:lnTo>
                  <a:lnTo>
                    <a:pt x="668" y="481"/>
                  </a:lnTo>
                  <a:lnTo>
                    <a:pt x="680" y="485"/>
                  </a:lnTo>
                  <a:lnTo>
                    <a:pt x="683" y="485"/>
                  </a:lnTo>
                  <a:lnTo>
                    <a:pt x="683" y="487"/>
                  </a:lnTo>
                  <a:lnTo>
                    <a:pt x="690" y="495"/>
                  </a:lnTo>
                  <a:lnTo>
                    <a:pt x="695" y="500"/>
                  </a:lnTo>
                  <a:lnTo>
                    <a:pt x="699" y="513"/>
                  </a:lnTo>
                  <a:lnTo>
                    <a:pt x="699" y="525"/>
                  </a:lnTo>
                  <a:lnTo>
                    <a:pt x="697" y="526"/>
                  </a:lnTo>
                  <a:lnTo>
                    <a:pt x="676" y="528"/>
                  </a:lnTo>
                  <a:lnTo>
                    <a:pt x="654" y="530"/>
                  </a:lnTo>
                  <a:lnTo>
                    <a:pt x="638" y="528"/>
                  </a:lnTo>
                  <a:lnTo>
                    <a:pt x="637" y="528"/>
                  </a:lnTo>
                  <a:lnTo>
                    <a:pt x="637" y="525"/>
                  </a:lnTo>
                  <a:lnTo>
                    <a:pt x="633" y="533"/>
                  </a:lnTo>
                  <a:lnTo>
                    <a:pt x="630" y="538"/>
                  </a:lnTo>
                  <a:lnTo>
                    <a:pt x="628" y="544"/>
                  </a:lnTo>
                  <a:lnTo>
                    <a:pt x="628" y="545"/>
                  </a:lnTo>
                  <a:lnTo>
                    <a:pt x="628" y="547"/>
                  </a:lnTo>
                  <a:lnTo>
                    <a:pt x="611" y="547"/>
                  </a:lnTo>
                  <a:lnTo>
                    <a:pt x="602" y="551"/>
                  </a:lnTo>
                  <a:lnTo>
                    <a:pt x="595" y="556"/>
                  </a:lnTo>
                  <a:lnTo>
                    <a:pt x="593" y="559"/>
                  </a:lnTo>
                  <a:lnTo>
                    <a:pt x="593" y="563"/>
                  </a:lnTo>
                  <a:lnTo>
                    <a:pt x="595" y="590"/>
                  </a:lnTo>
                  <a:lnTo>
                    <a:pt x="599" y="613"/>
                  </a:lnTo>
                  <a:lnTo>
                    <a:pt x="602" y="639"/>
                  </a:lnTo>
                  <a:lnTo>
                    <a:pt x="602" y="644"/>
                  </a:lnTo>
                  <a:lnTo>
                    <a:pt x="602" y="649"/>
                  </a:lnTo>
                  <a:lnTo>
                    <a:pt x="595" y="654"/>
                  </a:lnTo>
                  <a:lnTo>
                    <a:pt x="583" y="665"/>
                  </a:lnTo>
                  <a:lnTo>
                    <a:pt x="581" y="667"/>
                  </a:lnTo>
                  <a:lnTo>
                    <a:pt x="578" y="672"/>
                  </a:lnTo>
                  <a:lnTo>
                    <a:pt x="576" y="672"/>
                  </a:lnTo>
                  <a:lnTo>
                    <a:pt x="576" y="670"/>
                  </a:lnTo>
                  <a:lnTo>
                    <a:pt x="578" y="667"/>
                  </a:lnTo>
                  <a:lnTo>
                    <a:pt x="574" y="675"/>
                  </a:lnTo>
                  <a:lnTo>
                    <a:pt x="569" y="679"/>
                  </a:lnTo>
                  <a:lnTo>
                    <a:pt x="567" y="682"/>
                  </a:lnTo>
                  <a:lnTo>
                    <a:pt x="562" y="682"/>
                  </a:lnTo>
                  <a:lnTo>
                    <a:pt x="561" y="682"/>
                  </a:lnTo>
                  <a:lnTo>
                    <a:pt x="559" y="684"/>
                  </a:lnTo>
                  <a:lnTo>
                    <a:pt x="548" y="691"/>
                  </a:lnTo>
                  <a:lnTo>
                    <a:pt x="543" y="696"/>
                  </a:lnTo>
                  <a:lnTo>
                    <a:pt x="538" y="703"/>
                  </a:lnTo>
                  <a:lnTo>
                    <a:pt x="528" y="698"/>
                  </a:lnTo>
                  <a:lnTo>
                    <a:pt x="524" y="692"/>
                  </a:lnTo>
                  <a:lnTo>
                    <a:pt x="521" y="687"/>
                  </a:lnTo>
                  <a:lnTo>
                    <a:pt x="521" y="682"/>
                  </a:lnTo>
                  <a:lnTo>
                    <a:pt x="517" y="675"/>
                  </a:lnTo>
                  <a:lnTo>
                    <a:pt x="517" y="647"/>
                  </a:lnTo>
                  <a:lnTo>
                    <a:pt x="516" y="644"/>
                  </a:lnTo>
                  <a:lnTo>
                    <a:pt x="510" y="637"/>
                  </a:lnTo>
                  <a:lnTo>
                    <a:pt x="509" y="635"/>
                  </a:lnTo>
                  <a:lnTo>
                    <a:pt x="505" y="635"/>
                  </a:lnTo>
                  <a:lnTo>
                    <a:pt x="471" y="635"/>
                  </a:lnTo>
                  <a:lnTo>
                    <a:pt x="469" y="632"/>
                  </a:lnTo>
                  <a:lnTo>
                    <a:pt x="462" y="622"/>
                  </a:lnTo>
                  <a:lnTo>
                    <a:pt x="462" y="618"/>
                  </a:lnTo>
                  <a:lnTo>
                    <a:pt x="459" y="613"/>
                  </a:lnTo>
                  <a:lnTo>
                    <a:pt x="457" y="609"/>
                  </a:lnTo>
                  <a:lnTo>
                    <a:pt x="455" y="604"/>
                  </a:lnTo>
                  <a:lnTo>
                    <a:pt x="450" y="604"/>
                  </a:lnTo>
                  <a:lnTo>
                    <a:pt x="445" y="604"/>
                  </a:lnTo>
                  <a:lnTo>
                    <a:pt x="438" y="604"/>
                  </a:lnTo>
                  <a:lnTo>
                    <a:pt x="431" y="603"/>
                  </a:lnTo>
                  <a:lnTo>
                    <a:pt x="429" y="597"/>
                  </a:lnTo>
                  <a:lnTo>
                    <a:pt x="426" y="592"/>
                  </a:lnTo>
                  <a:lnTo>
                    <a:pt x="422" y="585"/>
                  </a:lnTo>
                  <a:lnTo>
                    <a:pt x="421" y="585"/>
                  </a:lnTo>
                  <a:lnTo>
                    <a:pt x="419" y="583"/>
                  </a:lnTo>
                  <a:lnTo>
                    <a:pt x="405" y="582"/>
                  </a:lnTo>
                  <a:lnTo>
                    <a:pt x="391" y="582"/>
                  </a:lnTo>
                  <a:lnTo>
                    <a:pt x="384" y="583"/>
                  </a:lnTo>
                  <a:lnTo>
                    <a:pt x="377" y="589"/>
                  </a:lnTo>
                  <a:lnTo>
                    <a:pt x="376" y="590"/>
                  </a:lnTo>
                  <a:lnTo>
                    <a:pt x="362" y="592"/>
                  </a:lnTo>
                  <a:lnTo>
                    <a:pt x="343" y="592"/>
                  </a:lnTo>
                  <a:lnTo>
                    <a:pt x="339" y="590"/>
                  </a:lnTo>
                  <a:lnTo>
                    <a:pt x="339" y="580"/>
                  </a:lnTo>
                  <a:lnTo>
                    <a:pt x="338" y="578"/>
                  </a:lnTo>
                  <a:lnTo>
                    <a:pt x="336" y="575"/>
                  </a:lnTo>
                  <a:lnTo>
                    <a:pt x="331" y="573"/>
                  </a:lnTo>
                  <a:lnTo>
                    <a:pt x="325" y="571"/>
                  </a:lnTo>
                  <a:lnTo>
                    <a:pt x="317" y="571"/>
                  </a:lnTo>
                  <a:lnTo>
                    <a:pt x="315" y="566"/>
                  </a:lnTo>
                  <a:lnTo>
                    <a:pt x="310" y="561"/>
                  </a:lnTo>
                  <a:lnTo>
                    <a:pt x="305" y="558"/>
                  </a:lnTo>
                  <a:lnTo>
                    <a:pt x="298" y="556"/>
                  </a:lnTo>
                  <a:lnTo>
                    <a:pt x="268" y="554"/>
                  </a:lnTo>
                  <a:lnTo>
                    <a:pt x="255" y="551"/>
                  </a:lnTo>
                  <a:lnTo>
                    <a:pt x="237" y="551"/>
                  </a:lnTo>
                  <a:lnTo>
                    <a:pt x="217" y="554"/>
                  </a:lnTo>
                  <a:lnTo>
                    <a:pt x="211" y="556"/>
                  </a:lnTo>
                  <a:lnTo>
                    <a:pt x="210" y="559"/>
                  </a:lnTo>
                  <a:lnTo>
                    <a:pt x="204" y="564"/>
                  </a:lnTo>
                  <a:lnTo>
                    <a:pt x="199" y="568"/>
                  </a:lnTo>
                  <a:lnTo>
                    <a:pt x="194" y="570"/>
                  </a:lnTo>
                  <a:lnTo>
                    <a:pt x="187" y="571"/>
                  </a:lnTo>
                  <a:lnTo>
                    <a:pt x="182" y="571"/>
                  </a:lnTo>
                  <a:lnTo>
                    <a:pt x="178" y="570"/>
                  </a:lnTo>
                  <a:lnTo>
                    <a:pt x="172" y="564"/>
                  </a:lnTo>
                  <a:lnTo>
                    <a:pt x="166" y="559"/>
                  </a:lnTo>
                  <a:lnTo>
                    <a:pt x="163" y="554"/>
                  </a:lnTo>
                  <a:lnTo>
                    <a:pt x="161" y="549"/>
                  </a:lnTo>
                  <a:lnTo>
                    <a:pt x="159" y="542"/>
                  </a:lnTo>
                  <a:lnTo>
                    <a:pt x="156" y="538"/>
                  </a:lnTo>
                  <a:lnTo>
                    <a:pt x="144" y="538"/>
                  </a:lnTo>
                  <a:lnTo>
                    <a:pt x="140" y="542"/>
                  </a:lnTo>
                  <a:lnTo>
                    <a:pt x="139" y="545"/>
                  </a:lnTo>
                  <a:lnTo>
                    <a:pt x="137" y="547"/>
                  </a:lnTo>
                  <a:lnTo>
                    <a:pt x="127" y="551"/>
                  </a:lnTo>
                  <a:lnTo>
                    <a:pt x="120" y="561"/>
                  </a:lnTo>
                  <a:lnTo>
                    <a:pt x="118" y="564"/>
                  </a:lnTo>
                  <a:lnTo>
                    <a:pt x="118" y="566"/>
                  </a:lnTo>
                  <a:lnTo>
                    <a:pt x="121" y="575"/>
                  </a:lnTo>
                  <a:lnTo>
                    <a:pt x="123" y="585"/>
                  </a:lnTo>
                  <a:lnTo>
                    <a:pt x="125" y="596"/>
                  </a:lnTo>
                  <a:lnTo>
                    <a:pt x="123" y="604"/>
                  </a:lnTo>
                  <a:lnTo>
                    <a:pt x="123" y="611"/>
                  </a:lnTo>
                  <a:lnTo>
                    <a:pt x="127" y="616"/>
                  </a:lnTo>
                  <a:lnTo>
                    <a:pt x="134" y="623"/>
                  </a:lnTo>
                  <a:lnTo>
                    <a:pt x="144" y="630"/>
                  </a:lnTo>
                  <a:lnTo>
                    <a:pt x="151" y="635"/>
                  </a:lnTo>
                  <a:lnTo>
                    <a:pt x="151" y="641"/>
                  </a:lnTo>
                  <a:lnTo>
                    <a:pt x="146" y="646"/>
                  </a:lnTo>
                  <a:lnTo>
                    <a:pt x="134" y="661"/>
                  </a:lnTo>
                  <a:lnTo>
                    <a:pt x="132" y="663"/>
                  </a:lnTo>
                  <a:lnTo>
                    <a:pt x="130" y="665"/>
                  </a:lnTo>
                  <a:lnTo>
                    <a:pt x="125" y="665"/>
                  </a:lnTo>
                  <a:lnTo>
                    <a:pt x="120" y="663"/>
                  </a:lnTo>
                  <a:lnTo>
                    <a:pt x="115" y="661"/>
                  </a:lnTo>
                  <a:lnTo>
                    <a:pt x="109" y="654"/>
                  </a:lnTo>
                  <a:lnTo>
                    <a:pt x="101" y="651"/>
                  </a:lnTo>
                  <a:lnTo>
                    <a:pt x="97" y="649"/>
                  </a:lnTo>
                  <a:lnTo>
                    <a:pt x="92" y="647"/>
                  </a:lnTo>
                  <a:lnTo>
                    <a:pt x="82" y="641"/>
                  </a:lnTo>
                  <a:lnTo>
                    <a:pt x="71" y="632"/>
                  </a:lnTo>
                  <a:lnTo>
                    <a:pt x="66" y="627"/>
                  </a:lnTo>
                  <a:lnTo>
                    <a:pt x="63" y="622"/>
                  </a:lnTo>
                  <a:lnTo>
                    <a:pt x="59" y="620"/>
                  </a:lnTo>
                  <a:lnTo>
                    <a:pt x="59" y="616"/>
                  </a:lnTo>
                  <a:lnTo>
                    <a:pt x="64" y="609"/>
                  </a:lnTo>
                  <a:lnTo>
                    <a:pt x="71" y="603"/>
                  </a:lnTo>
                  <a:lnTo>
                    <a:pt x="78" y="597"/>
                  </a:lnTo>
                  <a:lnTo>
                    <a:pt x="83" y="597"/>
                  </a:lnTo>
                  <a:lnTo>
                    <a:pt x="85" y="594"/>
                  </a:lnTo>
                  <a:lnTo>
                    <a:pt x="87" y="590"/>
                  </a:lnTo>
                  <a:lnTo>
                    <a:pt x="85" y="585"/>
                  </a:lnTo>
                  <a:lnTo>
                    <a:pt x="85" y="582"/>
                  </a:lnTo>
                  <a:lnTo>
                    <a:pt x="90" y="564"/>
                  </a:lnTo>
                  <a:lnTo>
                    <a:pt x="92" y="559"/>
                  </a:lnTo>
                  <a:lnTo>
                    <a:pt x="97" y="551"/>
                  </a:lnTo>
                  <a:lnTo>
                    <a:pt x="97" y="547"/>
                  </a:lnTo>
                  <a:lnTo>
                    <a:pt x="97" y="535"/>
                  </a:lnTo>
                  <a:lnTo>
                    <a:pt x="101" y="525"/>
                  </a:lnTo>
                  <a:lnTo>
                    <a:pt x="104" y="521"/>
                  </a:lnTo>
                  <a:lnTo>
                    <a:pt x="106" y="518"/>
                  </a:lnTo>
                  <a:lnTo>
                    <a:pt x="109" y="516"/>
                  </a:lnTo>
                  <a:lnTo>
                    <a:pt x="111" y="514"/>
                  </a:lnTo>
                  <a:lnTo>
                    <a:pt x="115" y="513"/>
                  </a:lnTo>
                  <a:lnTo>
                    <a:pt x="118" y="511"/>
                  </a:lnTo>
                  <a:lnTo>
                    <a:pt x="121" y="507"/>
                  </a:lnTo>
                  <a:lnTo>
                    <a:pt x="123" y="504"/>
                  </a:lnTo>
                  <a:lnTo>
                    <a:pt x="123" y="500"/>
                  </a:lnTo>
                  <a:lnTo>
                    <a:pt x="125" y="497"/>
                  </a:lnTo>
                  <a:lnTo>
                    <a:pt x="127" y="495"/>
                  </a:lnTo>
                  <a:lnTo>
                    <a:pt x="144" y="485"/>
                  </a:lnTo>
                  <a:lnTo>
                    <a:pt x="161" y="474"/>
                  </a:lnTo>
                  <a:lnTo>
                    <a:pt x="163" y="474"/>
                  </a:lnTo>
                  <a:lnTo>
                    <a:pt x="163" y="445"/>
                  </a:lnTo>
                  <a:lnTo>
                    <a:pt x="161" y="442"/>
                  </a:lnTo>
                  <a:lnTo>
                    <a:pt x="158" y="438"/>
                  </a:lnTo>
                  <a:lnTo>
                    <a:pt x="156" y="436"/>
                  </a:lnTo>
                  <a:lnTo>
                    <a:pt x="137" y="428"/>
                  </a:lnTo>
                  <a:lnTo>
                    <a:pt x="121" y="419"/>
                  </a:lnTo>
                  <a:lnTo>
                    <a:pt x="116" y="416"/>
                  </a:lnTo>
                  <a:lnTo>
                    <a:pt x="115" y="412"/>
                  </a:lnTo>
                  <a:lnTo>
                    <a:pt x="106" y="404"/>
                  </a:lnTo>
                  <a:lnTo>
                    <a:pt x="97" y="400"/>
                  </a:lnTo>
                  <a:lnTo>
                    <a:pt x="90" y="398"/>
                  </a:lnTo>
                  <a:lnTo>
                    <a:pt x="78" y="398"/>
                  </a:lnTo>
                  <a:lnTo>
                    <a:pt x="70" y="388"/>
                  </a:lnTo>
                  <a:lnTo>
                    <a:pt x="66" y="379"/>
                  </a:lnTo>
                  <a:lnTo>
                    <a:pt x="63" y="379"/>
                  </a:lnTo>
                  <a:lnTo>
                    <a:pt x="59" y="376"/>
                  </a:lnTo>
                  <a:lnTo>
                    <a:pt x="51" y="376"/>
                  </a:lnTo>
                  <a:lnTo>
                    <a:pt x="51" y="378"/>
                  </a:lnTo>
                  <a:lnTo>
                    <a:pt x="45" y="379"/>
                  </a:lnTo>
                  <a:lnTo>
                    <a:pt x="44" y="386"/>
                  </a:lnTo>
                  <a:lnTo>
                    <a:pt x="44" y="390"/>
                  </a:lnTo>
                  <a:lnTo>
                    <a:pt x="40" y="393"/>
                  </a:lnTo>
                  <a:lnTo>
                    <a:pt x="37" y="395"/>
                  </a:lnTo>
                  <a:lnTo>
                    <a:pt x="33" y="397"/>
                  </a:lnTo>
                  <a:lnTo>
                    <a:pt x="23" y="397"/>
                  </a:lnTo>
                  <a:lnTo>
                    <a:pt x="12" y="395"/>
                  </a:lnTo>
                  <a:lnTo>
                    <a:pt x="9" y="393"/>
                  </a:lnTo>
                  <a:lnTo>
                    <a:pt x="7" y="386"/>
                  </a:lnTo>
                  <a:lnTo>
                    <a:pt x="7" y="379"/>
                  </a:lnTo>
                  <a:lnTo>
                    <a:pt x="9" y="378"/>
                  </a:lnTo>
                  <a:lnTo>
                    <a:pt x="12" y="372"/>
                  </a:lnTo>
                  <a:lnTo>
                    <a:pt x="16" y="371"/>
                  </a:lnTo>
                  <a:lnTo>
                    <a:pt x="18" y="360"/>
                  </a:lnTo>
                  <a:lnTo>
                    <a:pt x="16" y="350"/>
                  </a:lnTo>
                  <a:lnTo>
                    <a:pt x="18" y="340"/>
                  </a:lnTo>
                  <a:lnTo>
                    <a:pt x="19" y="333"/>
                  </a:lnTo>
                  <a:lnTo>
                    <a:pt x="25" y="326"/>
                  </a:lnTo>
                  <a:lnTo>
                    <a:pt x="28" y="315"/>
                  </a:lnTo>
                  <a:lnTo>
                    <a:pt x="23" y="314"/>
                  </a:lnTo>
                  <a:lnTo>
                    <a:pt x="16" y="310"/>
                  </a:lnTo>
                  <a:lnTo>
                    <a:pt x="12" y="308"/>
                  </a:lnTo>
                  <a:lnTo>
                    <a:pt x="9" y="300"/>
                  </a:lnTo>
                  <a:lnTo>
                    <a:pt x="9" y="300"/>
                  </a:lnTo>
                  <a:lnTo>
                    <a:pt x="7" y="298"/>
                  </a:lnTo>
                  <a:lnTo>
                    <a:pt x="6" y="289"/>
                  </a:lnTo>
                  <a:lnTo>
                    <a:pt x="7" y="288"/>
                  </a:lnTo>
                  <a:lnTo>
                    <a:pt x="9" y="286"/>
                  </a:lnTo>
                  <a:lnTo>
                    <a:pt x="11" y="282"/>
                  </a:lnTo>
                  <a:lnTo>
                    <a:pt x="12" y="270"/>
                  </a:lnTo>
                  <a:lnTo>
                    <a:pt x="16" y="260"/>
                  </a:lnTo>
                  <a:lnTo>
                    <a:pt x="19" y="253"/>
                  </a:lnTo>
                  <a:lnTo>
                    <a:pt x="23" y="250"/>
                  </a:lnTo>
                  <a:lnTo>
                    <a:pt x="25" y="246"/>
                  </a:lnTo>
                  <a:lnTo>
                    <a:pt x="26" y="239"/>
                  </a:lnTo>
                  <a:lnTo>
                    <a:pt x="28" y="236"/>
                  </a:lnTo>
                  <a:lnTo>
                    <a:pt x="28" y="225"/>
                  </a:lnTo>
                  <a:lnTo>
                    <a:pt x="25" y="224"/>
                  </a:lnTo>
                  <a:lnTo>
                    <a:pt x="21" y="220"/>
                  </a:lnTo>
                  <a:lnTo>
                    <a:pt x="16" y="220"/>
                  </a:lnTo>
                  <a:lnTo>
                    <a:pt x="12" y="220"/>
                  </a:lnTo>
                  <a:lnTo>
                    <a:pt x="7" y="218"/>
                  </a:lnTo>
                  <a:lnTo>
                    <a:pt x="6" y="213"/>
                  </a:lnTo>
                  <a:lnTo>
                    <a:pt x="6" y="213"/>
                  </a:lnTo>
                  <a:lnTo>
                    <a:pt x="4" y="212"/>
                  </a:lnTo>
                  <a:lnTo>
                    <a:pt x="2" y="206"/>
                  </a:lnTo>
                  <a:lnTo>
                    <a:pt x="0" y="189"/>
                  </a:lnTo>
                  <a:lnTo>
                    <a:pt x="2" y="167"/>
                  </a:lnTo>
                  <a:lnTo>
                    <a:pt x="6" y="167"/>
                  </a:lnTo>
                  <a:lnTo>
                    <a:pt x="4" y="163"/>
                  </a:lnTo>
                  <a:lnTo>
                    <a:pt x="4" y="160"/>
                  </a:lnTo>
                  <a:lnTo>
                    <a:pt x="11" y="139"/>
                  </a:lnTo>
                  <a:lnTo>
                    <a:pt x="12" y="137"/>
                  </a:lnTo>
                  <a:lnTo>
                    <a:pt x="16" y="130"/>
                  </a:lnTo>
                  <a:lnTo>
                    <a:pt x="18" y="120"/>
                  </a:lnTo>
                  <a:lnTo>
                    <a:pt x="18" y="118"/>
                  </a:lnTo>
                  <a:lnTo>
                    <a:pt x="16" y="106"/>
                  </a:lnTo>
                  <a:lnTo>
                    <a:pt x="16" y="104"/>
                  </a:lnTo>
                  <a:lnTo>
                    <a:pt x="12" y="101"/>
                  </a:lnTo>
                  <a:lnTo>
                    <a:pt x="9" y="97"/>
                  </a:lnTo>
                  <a:lnTo>
                    <a:pt x="6" y="94"/>
                  </a:lnTo>
                  <a:lnTo>
                    <a:pt x="4" y="89"/>
                  </a:lnTo>
                  <a:lnTo>
                    <a:pt x="4" y="82"/>
                  </a:lnTo>
                  <a:lnTo>
                    <a:pt x="6" y="73"/>
                  </a:lnTo>
                  <a:lnTo>
                    <a:pt x="9" y="66"/>
                  </a:lnTo>
                  <a:lnTo>
                    <a:pt x="12" y="61"/>
                  </a:lnTo>
                  <a:lnTo>
                    <a:pt x="12" y="58"/>
                  </a:lnTo>
                  <a:lnTo>
                    <a:pt x="16" y="54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12" y="45"/>
                  </a:lnTo>
                  <a:lnTo>
                    <a:pt x="12" y="42"/>
                  </a:lnTo>
                  <a:lnTo>
                    <a:pt x="12" y="39"/>
                  </a:lnTo>
                  <a:lnTo>
                    <a:pt x="12" y="37"/>
                  </a:lnTo>
                  <a:lnTo>
                    <a:pt x="16" y="30"/>
                  </a:lnTo>
                  <a:lnTo>
                    <a:pt x="21" y="2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0" name="Freeform 89">
              <a:extLst>
                <a:ext uri="{FF2B5EF4-FFF2-40B4-BE49-F238E27FC236}">
                  <a16:creationId xmlns:a16="http://schemas.microsoft.com/office/drawing/2014/main" xmlns="" id="{4EF9543C-3C08-40D4-A673-2B4731D0F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8676" y="5415368"/>
              <a:ext cx="711200" cy="465138"/>
            </a:xfrm>
            <a:custGeom>
              <a:avLst/>
              <a:gdLst>
                <a:gd name="T0" fmla="*/ 496 w 895"/>
                <a:gd name="T1" fmla="*/ 31 h 587"/>
                <a:gd name="T2" fmla="*/ 486 w 895"/>
                <a:gd name="T3" fmla="*/ 97 h 587"/>
                <a:gd name="T4" fmla="*/ 468 w 895"/>
                <a:gd name="T5" fmla="*/ 120 h 587"/>
                <a:gd name="T6" fmla="*/ 448 w 895"/>
                <a:gd name="T7" fmla="*/ 166 h 587"/>
                <a:gd name="T8" fmla="*/ 423 w 895"/>
                <a:gd name="T9" fmla="*/ 213 h 587"/>
                <a:gd name="T10" fmla="*/ 454 w 895"/>
                <a:gd name="T11" fmla="*/ 253 h 587"/>
                <a:gd name="T12" fmla="*/ 493 w 895"/>
                <a:gd name="T13" fmla="*/ 265 h 587"/>
                <a:gd name="T14" fmla="*/ 482 w 895"/>
                <a:gd name="T15" fmla="*/ 208 h 587"/>
                <a:gd name="T16" fmla="*/ 496 w 895"/>
                <a:gd name="T17" fmla="*/ 151 h 587"/>
                <a:gd name="T18" fmla="*/ 525 w 895"/>
                <a:gd name="T19" fmla="*/ 161 h 587"/>
                <a:gd name="T20" fmla="*/ 569 w 895"/>
                <a:gd name="T21" fmla="*/ 161 h 587"/>
                <a:gd name="T22" fmla="*/ 669 w 895"/>
                <a:gd name="T23" fmla="*/ 165 h 587"/>
                <a:gd name="T24" fmla="*/ 698 w 895"/>
                <a:gd name="T25" fmla="*/ 192 h 587"/>
                <a:gd name="T26" fmla="*/ 778 w 895"/>
                <a:gd name="T27" fmla="*/ 187 h 587"/>
                <a:gd name="T28" fmla="*/ 809 w 895"/>
                <a:gd name="T29" fmla="*/ 206 h 587"/>
                <a:gd name="T30" fmla="*/ 864 w 895"/>
                <a:gd name="T31" fmla="*/ 237 h 587"/>
                <a:gd name="T32" fmla="*/ 883 w 895"/>
                <a:gd name="T33" fmla="*/ 294 h 587"/>
                <a:gd name="T34" fmla="*/ 838 w 895"/>
                <a:gd name="T35" fmla="*/ 353 h 587"/>
                <a:gd name="T36" fmla="*/ 785 w 895"/>
                <a:gd name="T37" fmla="*/ 378 h 587"/>
                <a:gd name="T38" fmla="*/ 750 w 895"/>
                <a:gd name="T39" fmla="*/ 403 h 587"/>
                <a:gd name="T40" fmla="*/ 752 w 895"/>
                <a:gd name="T41" fmla="*/ 433 h 587"/>
                <a:gd name="T42" fmla="*/ 702 w 895"/>
                <a:gd name="T43" fmla="*/ 467 h 587"/>
                <a:gd name="T44" fmla="*/ 658 w 895"/>
                <a:gd name="T45" fmla="*/ 518 h 587"/>
                <a:gd name="T46" fmla="*/ 608 w 895"/>
                <a:gd name="T47" fmla="*/ 557 h 587"/>
                <a:gd name="T48" fmla="*/ 529 w 895"/>
                <a:gd name="T49" fmla="*/ 544 h 587"/>
                <a:gd name="T50" fmla="*/ 491 w 895"/>
                <a:gd name="T51" fmla="*/ 570 h 587"/>
                <a:gd name="T52" fmla="*/ 425 w 895"/>
                <a:gd name="T53" fmla="*/ 556 h 587"/>
                <a:gd name="T54" fmla="*/ 396 w 895"/>
                <a:gd name="T55" fmla="*/ 571 h 587"/>
                <a:gd name="T56" fmla="*/ 335 w 895"/>
                <a:gd name="T57" fmla="*/ 547 h 587"/>
                <a:gd name="T58" fmla="*/ 311 w 895"/>
                <a:gd name="T59" fmla="*/ 526 h 587"/>
                <a:gd name="T60" fmla="*/ 250 w 895"/>
                <a:gd name="T61" fmla="*/ 564 h 587"/>
                <a:gd name="T62" fmla="*/ 183 w 895"/>
                <a:gd name="T63" fmla="*/ 585 h 587"/>
                <a:gd name="T64" fmla="*/ 157 w 895"/>
                <a:gd name="T65" fmla="*/ 557 h 587"/>
                <a:gd name="T66" fmla="*/ 110 w 895"/>
                <a:gd name="T67" fmla="*/ 563 h 587"/>
                <a:gd name="T68" fmla="*/ 62 w 895"/>
                <a:gd name="T69" fmla="*/ 538 h 587"/>
                <a:gd name="T70" fmla="*/ 3 w 895"/>
                <a:gd name="T71" fmla="*/ 499 h 587"/>
                <a:gd name="T72" fmla="*/ 3 w 895"/>
                <a:gd name="T73" fmla="*/ 436 h 587"/>
                <a:gd name="T74" fmla="*/ 36 w 895"/>
                <a:gd name="T75" fmla="*/ 381 h 587"/>
                <a:gd name="T76" fmla="*/ 69 w 895"/>
                <a:gd name="T77" fmla="*/ 350 h 587"/>
                <a:gd name="T78" fmla="*/ 93 w 895"/>
                <a:gd name="T79" fmla="*/ 298 h 587"/>
                <a:gd name="T80" fmla="*/ 90 w 895"/>
                <a:gd name="T81" fmla="*/ 246 h 587"/>
                <a:gd name="T82" fmla="*/ 85 w 895"/>
                <a:gd name="T83" fmla="*/ 213 h 587"/>
                <a:gd name="T84" fmla="*/ 119 w 895"/>
                <a:gd name="T85" fmla="*/ 179 h 587"/>
                <a:gd name="T86" fmla="*/ 138 w 895"/>
                <a:gd name="T87" fmla="*/ 211 h 587"/>
                <a:gd name="T88" fmla="*/ 171 w 895"/>
                <a:gd name="T89" fmla="*/ 239 h 587"/>
                <a:gd name="T90" fmla="*/ 195 w 895"/>
                <a:gd name="T91" fmla="*/ 293 h 587"/>
                <a:gd name="T92" fmla="*/ 230 w 895"/>
                <a:gd name="T93" fmla="*/ 253 h 587"/>
                <a:gd name="T94" fmla="*/ 271 w 895"/>
                <a:gd name="T95" fmla="*/ 272 h 587"/>
                <a:gd name="T96" fmla="*/ 306 w 895"/>
                <a:gd name="T97" fmla="*/ 222 h 587"/>
                <a:gd name="T98" fmla="*/ 304 w 895"/>
                <a:gd name="T99" fmla="*/ 189 h 587"/>
                <a:gd name="T100" fmla="*/ 318 w 895"/>
                <a:gd name="T101" fmla="*/ 146 h 587"/>
                <a:gd name="T102" fmla="*/ 271 w 895"/>
                <a:gd name="T103" fmla="*/ 132 h 587"/>
                <a:gd name="T104" fmla="*/ 285 w 895"/>
                <a:gd name="T105" fmla="*/ 90 h 587"/>
                <a:gd name="T106" fmla="*/ 325 w 895"/>
                <a:gd name="T107" fmla="*/ 63 h 587"/>
                <a:gd name="T108" fmla="*/ 378 w 895"/>
                <a:gd name="T109" fmla="*/ 35 h 587"/>
                <a:gd name="T110" fmla="*/ 432 w 895"/>
                <a:gd name="T111" fmla="*/ 2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5" h="587">
                  <a:moveTo>
                    <a:pt x="437" y="0"/>
                  </a:moveTo>
                  <a:lnTo>
                    <a:pt x="448" y="0"/>
                  </a:lnTo>
                  <a:lnTo>
                    <a:pt x="456" y="2"/>
                  </a:lnTo>
                  <a:lnTo>
                    <a:pt x="463" y="6"/>
                  </a:lnTo>
                  <a:lnTo>
                    <a:pt x="474" y="14"/>
                  </a:lnTo>
                  <a:lnTo>
                    <a:pt x="475" y="18"/>
                  </a:lnTo>
                  <a:lnTo>
                    <a:pt x="480" y="21"/>
                  </a:lnTo>
                  <a:lnTo>
                    <a:pt x="496" y="31"/>
                  </a:lnTo>
                  <a:lnTo>
                    <a:pt x="513" y="40"/>
                  </a:lnTo>
                  <a:lnTo>
                    <a:pt x="517" y="40"/>
                  </a:lnTo>
                  <a:lnTo>
                    <a:pt x="520" y="44"/>
                  </a:lnTo>
                  <a:lnTo>
                    <a:pt x="522" y="49"/>
                  </a:lnTo>
                  <a:lnTo>
                    <a:pt x="522" y="78"/>
                  </a:lnTo>
                  <a:lnTo>
                    <a:pt x="520" y="78"/>
                  </a:lnTo>
                  <a:lnTo>
                    <a:pt x="503" y="87"/>
                  </a:lnTo>
                  <a:lnTo>
                    <a:pt x="486" y="97"/>
                  </a:lnTo>
                  <a:lnTo>
                    <a:pt x="484" y="99"/>
                  </a:lnTo>
                  <a:lnTo>
                    <a:pt x="482" y="102"/>
                  </a:lnTo>
                  <a:lnTo>
                    <a:pt x="482" y="106"/>
                  </a:lnTo>
                  <a:lnTo>
                    <a:pt x="480" y="111"/>
                  </a:lnTo>
                  <a:lnTo>
                    <a:pt x="477" y="113"/>
                  </a:lnTo>
                  <a:lnTo>
                    <a:pt x="474" y="115"/>
                  </a:lnTo>
                  <a:lnTo>
                    <a:pt x="470" y="118"/>
                  </a:lnTo>
                  <a:lnTo>
                    <a:pt x="468" y="120"/>
                  </a:lnTo>
                  <a:lnTo>
                    <a:pt x="463" y="120"/>
                  </a:lnTo>
                  <a:lnTo>
                    <a:pt x="463" y="125"/>
                  </a:lnTo>
                  <a:lnTo>
                    <a:pt x="460" y="127"/>
                  </a:lnTo>
                  <a:lnTo>
                    <a:pt x="456" y="137"/>
                  </a:lnTo>
                  <a:lnTo>
                    <a:pt x="456" y="151"/>
                  </a:lnTo>
                  <a:lnTo>
                    <a:pt x="454" y="153"/>
                  </a:lnTo>
                  <a:lnTo>
                    <a:pt x="451" y="161"/>
                  </a:lnTo>
                  <a:lnTo>
                    <a:pt x="448" y="166"/>
                  </a:lnTo>
                  <a:lnTo>
                    <a:pt x="444" y="184"/>
                  </a:lnTo>
                  <a:lnTo>
                    <a:pt x="444" y="187"/>
                  </a:lnTo>
                  <a:lnTo>
                    <a:pt x="446" y="192"/>
                  </a:lnTo>
                  <a:lnTo>
                    <a:pt x="444" y="198"/>
                  </a:lnTo>
                  <a:lnTo>
                    <a:pt x="442" y="199"/>
                  </a:lnTo>
                  <a:lnTo>
                    <a:pt x="437" y="201"/>
                  </a:lnTo>
                  <a:lnTo>
                    <a:pt x="430" y="206"/>
                  </a:lnTo>
                  <a:lnTo>
                    <a:pt x="423" y="213"/>
                  </a:lnTo>
                  <a:lnTo>
                    <a:pt x="418" y="218"/>
                  </a:lnTo>
                  <a:lnTo>
                    <a:pt x="418" y="222"/>
                  </a:lnTo>
                  <a:lnTo>
                    <a:pt x="422" y="225"/>
                  </a:lnTo>
                  <a:lnTo>
                    <a:pt x="425" y="229"/>
                  </a:lnTo>
                  <a:lnTo>
                    <a:pt x="430" y="234"/>
                  </a:lnTo>
                  <a:lnTo>
                    <a:pt x="441" y="244"/>
                  </a:lnTo>
                  <a:lnTo>
                    <a:pt x="451" y="251"/>
                  </a:lnTo>
                  <a:lnTo>
                    <a:pt x="454" y="253"/>
                  </a:lnTo>
                  <a:lnTo>
                    <a:pt x="460" y="253"/>
                  </a:lnTo>
                  <a:lnTo>
                    <a:pt x="468" y="258"/>
                  </a:lnTo>
                  <a:lnTo>
                    <a:pt x="474" y="265"/>
                  </a:lnTo>
                  <a:lnTo>
                    <a:pt x="479" y="267"/>
                  </a:lnTo>
                  <a:lnTo>
                    <a:pt x="484" y="269"/>
                  </a:lnTo>
                  <a:lnTo>
                    <a:pt x="489" y="269"/>
                  </a:lnTo>
                  <a:lnTo>
                    <a:pt x="491" y="267"/>
                  </a:lnTo>
                  <a:lnTo>
                    <a:pt x="493" y="265"/>
                  </a:lnTo>
                  <a:lnTo>
                    <a:pt x="503" y="248"/>
                  </a:lnTo>
                  <a:lnTo>
                    <a:pt x="510" y="244"/>
                  </a:lnTo>
                  <a:lnTo>
                    <a:pt x="510" y="237"/>
                  </a:lnTo>
                  <a:lnTo>
                    <a:pt x="503" y="234"/>
                  </a:lnTo>
                  <a:lnTo>
                    <a:pt x="493" y="225"/>
                  </a:lnTo>
                  <a:lnTo>
                    <a:pt x="486" y="218"/>
                  </a:lnTo>
                  <a:lnTo>
                    <a:pt x="482" y="213"/>
                  </a:lnTo>
                  <a:lnTo>
                    <a:pt x="482" y="208"/>
                  </a:lnTo>
                  <a:lnTo>
                    <a:pt x="484" y="199"/>
                  </a:lnTo>
                  <a:lnTo>
                    <a:pt x="482" y="187"/>
                  </a:lnTo>
                  <a:lnTo>
                    <a:pt x="480" y="179"/>
                  </a:lnTo>
                  <a:lnTo>
                    <a:pt x="477" y="168"/>
                  </a:lnTo>
                  <a:lnTo>
                    <a:pt x="477" y="166"/>
                  </a:lnTo>
                  <a:lnTo>
                    <a:pt x="479" y="165"/>
                  </a:lnTo>
                  <a:lnTo>
                    <a:pt x="486" y="154"/>
                  </a:lnTo>
                  <a:lnTo>
                    <a:pt x="496" y="151"/>
                  </a:lnTo>
                  <a:lnTo>
                    <a:pt x="498" y="147"/>
                  </a:lnTo>
                  <a:lnTo>
                    <a:pt x="498" y="144"/>
                  </a:lnTo>
                  <a:lnTo>
                    <a:pt x="503" y="142"/>
                  </a:lnTo>
                  <a:lnTo>
                    <a:pt x="513" y="142"/>
                  </a:lnTo>
                  <a:lnTo>
                    <a:pt x="518" y="144"/>
                  </a:lnTo>
                  <a:lnTo>
                    <a:pt x="520" y="153"/>
                  </a:lnTo>
                  <a:lnTo>
                    <a:pt x="522" y="158"/>
                  </a:lnTo>
                  <a:lnTo>
                    <a:pt x="525" y="161"/>
                  </a:lnTo>
                  <a:lnTo>
                    <a:pt x="531" y="166"/>
                  </a:lnTo>
                  <a:lnTo>
                    <a:pt x="537" y="172"/>
                  </a:lnTo>
                  <a:lnTo>
                    <a:pt x="541" y="173"/>
                  </a:lnTo>
                  <a:lnTo>
                    <a:pt x="544" y="173"/>
                  </a:lnTo>
                  <a:lnTo>
                    <a:pt x="553" y="172"/>
                  </a:lnTo>
                  <a:lnTo>
                    <a:pt x="556" y="172"/>
                  </a:lnTo>
                  <a:lnTo>
                    <a:pt x="563" y="166"/>
                  </a:lnTo>
                  <a:lnTo>
                    <a:pt x="569" y="161"/>
                  </a:lnTo>
                  <a:lnTo>
                    <a:pt x="570" y="160"/>
                  </a:lnTo>
                  <a:lnTo>
                    <a:pt x="576" y="158"/>
                  </a:lnTo>
                  <a:lnTo>
                    <a:pt x="595" y="154"/>
                  </a:lnTo>
                  <a:lnTo>
                    <a:pt x="614" y="154"/>
                  </a:lnTo>
                  <a:lnTo>
                    <a:pt x="627" y="158"/>
                  </a:lnTo>
                  <a:lnTo>
                    <a:pt x="657" y="160"/>
                  </a:lnTo>
                  <a:lnTo>
                    <a:pt x="664" y="160"/>
                  </a:lnTo>
                  <a:lnTo>
                    <a:pt x="669" y="165"/>
                  </a:lnTo>
                  <a:lnTo>
                    <a:pt x="674" y="168"/>
                  </a:lnTo>
                  <a:lnTo>
                    <a:pt x="676" y="173"/>
                  </a:lnTo>
                  <a:lnTo>
                    <a:pt x="684" y="173"/>
                  </a:lnTo>
                  <a:lnTo>
                    <a:pt x="690" y="175"/>
                  </a:lnTo>
                  <a:lnTo>
                    <a:pt x="695" y="179"/>
                  </a:lnTo>
                  <a:lnTo>
                    <a:pt x="697" y="180"/>
                  </a:lnTo>
                  <a:lnTo>
                    <a:pt x="698" y="182"/>
                  </a:lnTo>
                  <a:lnTo>
                    <a:pt x="698" y="192"/>
                  </a:lnTo>
                  <a:lnTo>
                    <a:pt x="702" y="194"/>
                  </a:lnTo>
                  <a:lnTo>
                    <a:pt x="721" y="194"/>
                  </a:lnTo>
                  <a:lnTo>
                    <a:pt x="735" y="192"/>
                  </a:lnTo>
                  <a:lnTo>
                    <a:pt x="736" y="191"/>
                  </a:lnTo>
                  <a:lnTo>
                    <a:pt x="743" y="187"/>
                  </a:lnTo>
                  <a:lnTo>
                    <a:pt x="750" y="184"/>
                  </a:lnTo>
                  <a:lnTo>
                    <a:pt x="764" y="184"/>
                  </a:lnTo>
                  <a:lnTo>
                    <a:pt x="778" y="187"/>
                  </a:lnTo>
                  <a:lnTo>
                    <a:pt x="780" y="187"/>
                  </a:lnTo>
                  <a:lnTo>
                    <a:pt x="781" y="189"/>
                  </a:lnTo>
                  <a:lnTo>
                    <a:pt x="785" y="194"/>
                  </a:lnTo>
                  <a:lnTo>
                    <a:pt x="788" y="201"/>
                  </a:lnTo>
                  <a:lnTo>
                    <a:pt x="790" y="206"/>
                  </a:lnTo>
                  <a:lnTo>
                    <a:pt x="797" y="208"/>
                  </a:lnTo>
                  <a:lnTo>
                    <a:pt x="804" y="208"/>
                  </a:lnTo>
                  <a:lnTo>
                    <a:pt x="809" y="206"/>
                  </a:lnTo>
                  <a:lnTo>
                    <a:pt x="814" y="208"/>
                  </a:lnTo>
                  <a:lnTo>
                    <a:pt x="816" y="213"/>
                  </a:lnTo>
                  <a:lnTo>
                    <a:pt x="818" y="215"/>
                  </a:lnTo>
                  <a:lnTo>
                    <a:pt x="819" y="222"/>
                  </a:lnTo>
                  <a:lnTo>
                    <a:pt x="821" y="225"/>
                  </a:lnTo>
                  <a:lnTo>
                    <a:pt x="828" y="234"/>
                  </a:lnTo>
                  <a:lnTo>
                    <a:pt x="830" y="237"/>
                  </a:lnTo>
                  <a:lnTo>
                    <a:pt x="864" y="237"/>
                  </a:lnTo>
                  <a:lnTo>
                    <a:pt x="868" y="237"/>
                  </a:lnTo>
                  <a:lnTo>
                    <a:pt x="869" y="239"/>
                  </a:lnTo>
                  <a:lnTo>
                    <a:pt x="875" y="246"/>
                  </a:lnTo>
                  <a:lnTo>
                    <a:pt x="876" y="251"/>
                  </a:lnTo>
                  <a:lnTo>
                    <a:pt x="876" y="277"/>
                  </a:lnTo>
                  <a:lnTo>
                    <a:pt x="878" y="284"/>
                  </a:lnTo>
                  <a:lnTo>
                    <a:pt x="882" y="291"/>
                  </a:lnTo>
                  <a:lnTo>
                    <a:pt x="883" y="294"/>
                  </a:lnTo>
                  <a:lnTo>
                    <a:pt x="887" y="300"/>
                  </a:lnTo>
                  <a:lnTo>
                    <a:pt x="895" y="307"/>
                  </a:lnTo>
                  <a:lnTo>
                    <a:pt x="895" y="308"/>
                  </a:lnTo>
                  <a:lnTo>
                    <a:pt x="894" y="308"/>
                  </a:lnTo>
                  <a:lnTo>
                    <a:pt x="885" y="315"/>
                  </a:lnTo>
                  <a:lnTo>
                    <a:pt x="866" y="331"/>
                  </a:lnTo>
                  <a:lnTo>
                    <a:pt x="842" y="350"/>
                  </a:lnTo>
                  <a:lnTo>
                    <a:pt x="838" y="353"/>
                  </a:lnTo>
                  <a:lnTo>
                    <a:pt x="826" y="353"/>
                  </a:lnTo>
                  <a:lnTo>
                    <a:pt x="814" y="357"/>
                  </a:lnTo>
                  <a:lnTo>
                    <a:pt x="809" y="357"/>
                  </a:lnTo>
                  <a:lnTo>
                    <a:pt x="807" y="360"/>
                  </a:lnTo>
                  <a:lnTo>
                    <a:pt x="800" y="365"/>
                  </a:lnTo>
                  <a:lnTo>
                    <a:pt x="792" y="372"/>
                  </a:lnTo>
                  <a:lnTo>
                    <a:pt x="788" y="378"/>
                  </a:lnTo>
                  <a:lnTo>
                    <a:pt x="785" y="378"/>
                  </a:lnTo>
                  <a:lnTo>
                    <a:pt x="771" y="379"/>
                  </a:lnTo>
                  <a:lnTo>
                    <a:pt x="757" y="381"/>
                  </a:lnTo>
                  <a:lnTo>
                    <a:pt x="752" y="381"/>
                  </a:lnTo>
                  <a:lnTo>
                    <a:pt x="747" y="384"/>
                  </a:lnTo>
                  <a:lnTo>
                    <a:pt x="745" y="386"/>
                  </a:lnTo>
                  <a:lnTo>
                    <a:pt x="743" y="391"/>
                  </a:lnTo>
                  <a:lnTo>
                    <a:pt x="745" y="397"/>
                  </a:lnTo>
                  <a:lnTo>
                    <a:pt x="750" y="403"/>
                  </a:lnTo>
                  <a:lnTo>
                    <a:pt x="759" y="412"/>
                  </a:lnTo>
                  <a:lnTo>
                    <a:pt x="761" y="412"/>
                  </a:lnTo>
                  <a:lnTo>
                    <a:pt x="762" y="417"/>
                  </a:lnTo>
                  <a:lnTo>
                    <a:pt x="764" y="421"/>
                  </a:lnTo>
                  <a:lnTo>
                    <a:pt x="762" y="424"/>
                  </a:lnTo>
                  <a:lnTo>
                    <a:pt x="761" y="428"/>
                  </a:lnTo>
                  <a:lnTo>
                    <a:pt x="757" y="431"/>
                  </a:lnTo>
                  <a:lnTo>
                    <a:pt x="752" y="433"/>
                  </a:lnTo>
                  <a:lnTo>
                    <a:pt x="741" y="440"/>
                  </a:lnTo>
                  <a:lnTo>
                    <a:pt x="735" y="447"/>
                  </a:lnTo>
                  <a:lnTo>
                    <a:pt x="726" y="459"/>
                  </a:lnTo>
                  <a:lnTo>
                    <a:pt x="722" y="459"/>
                  </a:lnTo>
                  <a:lnTo>
                    <a:pt x="722" y="462"/>
                  </a:lnTo>
                  <a:lnTo>
                    <a:pt x="719" y="464"/>
                  </a:lnTo>
                  <a:lnTo>
                    <a:pt x="714" y="467"/>
                  </a:lnTo>
                  <a:lnTo>
                    <a:pt x="702" y="467"/>
                  </a:lnTo>
                  <a:lnTo>
                    <a:pt x="697" y="471"/>
                  </a:lnTo>
                  <a:lnTo>
                    <a:pt x="691" y="471"/>
                  </a:lnTo>
                  <a:lnTo>
                    <a:pt x="688" y="478"/>
                  </a:lnTo>
                  <a:lnTo>
                    <a:pt x="684" y="483"/>
                  </a:lnTo>
                  <a:lnTo>
                    <a:pt x="681" y="486"/>
                  </a:lnTo>
                  <a:lnTo>
                    <a:pt x="676" y="500"/>
                  </a:lnTo>
                  <a:lnTo>
                    <a:pt x="671" y="506"/>
                  </a:lnTo>
                  <a:lnTo>
                    <a:pt x="658" y="518"/>
                  </a:lnTo>
                  <a:lnTo>
                    <a:pt x="653" y="523"/>
                  </a:lnTo>
                  <a:lnTo>
                    <a:pt x="650" y="526"/>
                  </a:lnTo>
                  <a:lnTo>
                    <a:pt x="648" y="533"/>
                  </a:lnTo>
                  <a:lnTo>
                    <a:pt x="650" y="557"/>
                  </a:lnTo>
                  <a:lnTo>
                    <a:pt x="645" y="557"/>
                  </a:lnTo>
                  <a:lnTo>
                    <a:pt x="638" y="556"/>
                  </a:lnTo>
                  <a:lnTo>
                    <a:pt x="629" y="556"/>
                  </a:lnTo>
                  <a:lnTo>
                    <a:pt x="608" y="557"/>
                  </a:lnTo>
                  <a:lnTo>
                    <a:pt x="586" y="557"/>
                  </a:lnTo>
                  <a:lnTo>
                    <a:pt x="572" y="556"/>
                  </a:lnTo>
                  <a:lnTo>
                    <a:pt x="569" y="556"/>
                  </a:lnTo>
                  <a:lnTo>
                    <a:pt x="565" y="551"/>
                  </a:lnTo>
                  <a:lnTo>
                    <a:pt x="560" y="547"/>
                  </a:lnTo>
                  <a:lnTo>
                    <a:pt x="550" y="544"/>
                  </a:lnTo>
                  <a:lnTo>
                    <a:pt x="539" y="544"/>
                  </a:lnTo>
                  <a:lnTo>
                    <a:pt x="529" y="544"/>
                  </a:lnTo>
                  <a:lnTo>
                    <a:pt x="520" y="547"/>
                  </a:lnTo>
                  <a:lnTo>
                    <a:pt x="513" y="556"/>
                  </a:lnTo>
                  <a:lnTo>
                    <a:pt x="510" y="557"/>
                  </a:lnTo>
                  <a:lnTo>
                    <a:pt x="510" y="559"/>
                  </a:lnTo>
                  <a:lnTo>
                    <a:pt x="506" y="559"/>
                  </a:lnTo>
                  <a:lnTo>
                    <a:pt x="501" y="566"/>
                  </a:lnTo>
                  <a:lnTo>
                    <a:pt x="496" y="570"/>
                  </a:lnTo>
                  <a:lnTo>
                    <a:pt x="491" y="570"/>
                  </a:lnTo>
                  <a:lnTo>
                    <a:pt x="479" y="571"/>
                  </a:lnTo>
                  <a:lnTo>
                    <a:pt x="448" y="571"/>
                  </a:lnTo>
                  <a:lnTo>
                    <a:pt x="444" y="570"/>
                  </a:lnTo>
                  <a:lnTo>
                    <a:pt x="441" y="566"/>
                  </a:lnTo>
                  <a:lnTo>
                    <a:pt x="437" y="563"/>
                  </a:lnTo>
                  <a:lnTo>
                    <a:pt x="434" y="559"/>
                  </a:lnTo>
                  <a:lnTo>
                    <a:pt x="430" y="557"/>
                  </a:lnTo>
                  <a:lnTo>
                    <a:pt x="425" y="556"/>
                  </a:lnTo>
                  <a:lnTo>
                    <a:pt x="418" y="552"/>
                  </a:lnTo>
                  <a:lnTo>
                    <a:pt x="413" y="552"/>
                  </a:lnTo>
                  <a:lnTo>
                    <a:pt x="408" y="557"/>
                  </a:lnTo>
                  <a:lnTo>
                    <a:pt x="404" y="559"/>
                  </a:lnTo>
                  <a:lnTo>
                    <a:pt x="397" y="564"/>
                  </a:lnTo>
                  <a:lnTo>
                    <a:pt x="397" y="568"/>
                  </a:lnTo>
                  <a:lnTo>
                    <a:pt x="396" y="570"/>
                  </a:lnTo>
                  <a:lnTo>
                    <a:pt x="396" y="571"/>
                  </a:lnTo>
                  <a:lnTo>
                    <a:pt x="392" y="573"/>
                  </a:lnTo>
                  <a:lnTo>
                    <a:pt x="382" y="576"/>
                  </a:lnTo>
                  <a:lnTo>
                    <a:pt x="363" y="573"/>
                  </a:lnTo>
                  <a:lnTo>
                    <a:pt x="349" y="573"/>
                  </a:lnTo>
                  <a:lnTo>
                    <a:pt x="339" y="573"/>
                  </a:lnTo>
                  <a:lnTo>
                    <a:pt x="337" y="571"/>
                  </a:lnTo>
                  <a:lnTo>
                    <a:pt x="335" y="570"/>
                  </a:lnTo>
                  <a:lnTo>
                    <a:pt x="335" y="547"/>
                  </a:lnTo>
                  <a:lnTo>
                    <a:pt x="332" y="538"/>
                  </a:lnTo>
                  <a:lnTo>
                    <a:pt x="330" y="530"/>
                  </a:lnTo>
                  <a:lnTo>
                    <a:pt x="328" y="526"/>
                  </a:lnTo>
                  <a:lnTo>
                    <a:pt x="323" y="525"/>
                  </a:lnTo>
                  <a:lnTo>
                    <a:pt x="321" y="523"/>
                  </a:lnTo>
                  <a:lnTo>
                    <a:pt x="318" y="525"/>
                  </a:lnTo>
                  <a:lnTo>
                    <a:pt x="314" y="526"/>
                  </a:lnTo>
                  <a:lnTo>
                    <a:pt x="311" y="526"/>
                  </a:lnTo>
                  <a:lnTo>
                    <a:pt x="295" y="537"/>
                  </a:lnTo>
                  <a:lnTo>
                    <a:pt x="289" y="538"/>
                  </a:lnTo>
                  <a:lnTo>
                    <a:pt x="278" y="540"/>
                  </a:lnTo>
                  <a:lnTo>
                    <a:pt x="271" y="540"/>
                  </a:lnTo>
                  <a:lnTo>
                    <a:pt x="268" y="544"/>
                  </a:lnTo>
                  <a:lnTo>
                    <a:pt x="261" y="551"/>
                  </a:lnTo>
                  <a:lnTo>
                    <a:pt x="254" y="559"/>
                  </a:lnTo>
                  <a:lnTo>
                    <a:pt x="250" y="564"/>
                  </a:lnTo>
                  <a:lnTo>
                    <a:pt x="249" y="570"/>
                  </a:lnTo>
                  <a:lnTo>
                    <a:pt x="245" y="578"/>
                  </a:lnTo>
                  <a:lnTo>
                    <a:pt x="238" y="583"/>
                  </a:lnTo>
                  <a:lnTo>
                    <a:pt x="235" y="585"/>
                  </a:lnTo>
                  <a:lnTo>
                    <a:pt x="230" y="585"/>
                  </a:lnTo>
                  <a:lnTo>
                    <a:pt x="214" y="587"/>
                  </a:lnTo>
                  <a:lnTo>
                    <a:pt x="188" y="587"/>
                  </a:lnTo>
                  <a:lnTo>
                    <a:pt x="183" y="585"/>
                  </a:lnTo>
                  <a:lnTo>
                    <a:pt x="178" y="578"/>
                  </a:lnTo>
                  <a:lnTo>
                    <a:pt x="178" y="573"/>
                  </a:lnTo>
                  <a:lnTo>
                    <a:pt x="178" y="566"/>
                  </a:lnTo>
                  <a:lnTo>
                    <a:pt x="176" y="563"/>
                  </a:lnTo>
                  <a:lnTo>
                    <a:pt x="173" y="559"/>
                  </a:lnTo>
                  <a:lnTo>
                    <a:pt x="166" y="559"/>
                  </a:lnTo>
                  <a:lnTo>
                    <a:pt x="162" y="557"/>
                  </a:lnTo>
                  <a:lnTo>
                    <a:pt x="157" y="557"/>
                  </a:lnTo>
                  <a:lnTo>
                    <a:pt x="150" y="559"/>
                  </a:lnTo>
                  <a:lnTo>
                    <a:pt x="145" y="559"/>
                  </a:lnTo>
                  <a:lnTo>
                    <a:pt x="138" y="559"/>
                  </a:lnTo>
                  <a:lnTo>
                    <a:pt x="136" y="563"/>
                  </a:lnTo>
                  <a:lnTo>
                    <a:pt x="131" y="564"/>
                  </a:lnTo>
                  <a:lnTo>
                    <a:pt x="129" y="566"/>
                  </a:lnTo>
                  <a:lnTo>
                    <a:pt x="119" y="564"/>
                  </a:lnTo>
                  <a:lnTo>
                    <a:pt x="110" y="563"/>
                  </a:lnTo>
                  <a:lnTo>
                    <a:pt x="104" y="559"/>
                  </a:lnTo>
                  <a:lnTo>
                    <a:pt x="97" y="552"/>
                  </a:lnTo>
                  <a:lnTo>
                    <a:pt x="90" y="544"/>
                  </a:lnTo>
                  <a:lnTo>
                    <a:pt x="85" y="540"/>
                  </a:lnTo>
                  <a:lnTo>
                    <a:pt x="79" y="540"/>
                  </a:lnTo>
                  <a:lnTo>
                    <a:pt x="65" y="540"/>
                  </a:lnTo>
                  <a:lnTo>
                    <a:pt x="65" y="540"/>
                  </a:lnTo>
                  <a:lnTo>
                    <a:pt x="62" y="538"/>
                  </a:lnTo>
                  <a:lnTo>
                    <a:pt x="59" y="533"/>
                  </a:lnTo>
                  <a:lnTo>
                    <a:pt x="59" y="518"/>
                  </a:lnTo>
                  <a:lnTo>
                    <a:pt x="57" y="511"/>
                  </a:lnTo>
                  <a:lnTo>
                    <a:pt x="53" y="506"/>
                  </a:lnTo>
                  <a:lnTo>
                    <a:pt x="52" y="504"/>
                  </a:lnTo>
                  <a:lnTo>
                    <a:pt x="46" y="500"/>
                  </a:lnTo>
                  <a:lnTo>
                    <a:pt x="3" y="500"/>
                  </a:lnTo>
                  <a:lnTo>
                    <a:pt x="3" y="499"/>
                  </a:lnTo>
                  <a:lnTo>
                    <a:pt x="5" y="497"/>
                  </a:lnTo>
                  <a:lnTo>
                    <a:pt x="10" y="493"/>
                  </a:lnTo>
                  <a:lnTo>
                    <a:pt x="10" y="476"/>
                  </a:lnTo>
                  <a:lnTo>
                    <a:pt x="7" y="466"/>
                  </a:lnTo>
                  <a:lnTo>
                    <a:pt x="5" y="459"/>
                  </a:lnTo>
                  <a:lnTo>
                    <a:pt x="0" y="454"/>
                  </a:lnTo>
                  <a:lnTo>
                    <a:pt x="0" y="440"/>
                  </a:lnTo>
                  <a:lnTo>
                    <a:pt x="3" y="436"/>
                  </a:lnTo>
                  <a:lnTo>
                    <a:pt x="10" y="424"/>
                  </a:lnTo>
                  <a:lnTo>
                    <a:pt x="19" y="417"/>
                  </a:lnTo>
                  <a:lnTo>
                    <a:pt x="26" y="412"/>
                  </a:lnTo>
                  <a:lnTo>
                    <a:pt x="29" y="410"/>
                  </a:lnTo>
                  <a:lnTo>
                    <a:pt x="31" y="405"/>
                  </a:lnTo>
                  <a:lnTo>
                    <a:pt x="33" y="398"/>
                  </a:lnTo>
                  <a:lnTo>
                    <a:pt x="33" y="379"/>
                  </a:lnTo>
                  <a:lnTo>
                    <a:pt x="36" y="381"/>
                  </a:lnTo>
                  <a:lnTo>
                    <a:pt x="38" y="381"/>
                  </a:lnTo>
                  <a:lnTo>
                    <a:pt x="43" y="378"/>
                  </a:lnTo>
                  <a:lnTo>
                    <a:pt x="50" y="371"/>
                  </a:lnTo>
                  <a:lnTo>
                    <a:pt x="59" y="365"/>
                  </a:lnTo>
                  <a:lnTo>
                    <a:pt x="62" y="362"/>
                  </a:lnTo>
                  <a:lnTo>
                    <a:pt x="64" y="358"/>
                  </a:lnTo>
                  <a:lnTo>
                    <a:pt x="65" y="353"/>
                  </a:lnTo>
                  <a:lnTo>
                    <a:pt x="69" y="350"/>
                  </a:lnTo>
                  <a:lnTo>
                    <a:pt x="76" y="338"/>
                  </a:lnTo>
                  <a:lnTo>
                    <a:pt x="78" y="333"/>
                  </a:lnTo>
                  <a:lnTo>
                    <a:pt x="81" y="331"/>
                  </a:lnTo>
                  <a:lnTo>
                    <a:pt x="85" y="327"/>
                  </a:lnTo>
                  <a:lnTo>
                    <a:pt x="90" y="319"/>
                  </a:lnTo>
                  <a:lnTo>
                    <a:pt x="91" y="308"/>
                  </a:lnTo>
                  <a:lnTo>
                    <a:pt x="91" y="301"/>
                  </a:lnTo>
                  <a:lnTo>
                    <a:pt x="93" y="298"/>
                  </a:lnTo>
                  <a:lnTo>
                    <a:pt x="97" y="293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09" y="272"/>
                  </a:lnTo>
                  <a:lnTo>
                    <a:pt x="105" y="262"/>
                  </a:lnTo>
                  <a:lnTo>
                    <a:pt x="102" y="253"/>
                  </a:lnTo>
                  <a:lnTo>
                    <a:pt x="97" y="246"/>
                  </a:lnTo>
                  <a:lnTo>
                    <a:pt x="90" y="246"/>
                  </a:lnTo>
                  <a:lnTo>
                    <a:pt x="85" y="244"/>
                  </a:lnTo>
                  <a:lnTo>
                    <a:pt x="83" y="241"/>
                  </a:lnTo>
                  <a:lnTo>
                    <a:pt x="81" y="237"/>
                  </a:lnTo>
                  <a:lnTo>
                    <a:pt x="83" y="234"/>
                  </a:lnTo>
                  <a:lnTo>
                    <a:pt x="81" y="234"/>
                  </a:lnTo>
                  <a:lnTo>
                    <a:pt x="81" y="215"/>
                  </a:lnTo>
                  <a:lnTo>
                    <a:pt x="83" y="213"/>
                  </a:lnTo>
                  <a:lnTo>
                    <a:pt x="85" y="213"/>
                  </a:lnTo>
                  <a:lnTo>
                    <a:pt x="93" y="201"/>
                  </a:lnTo>
                  <a:lnTo>
                    <a:pt x="98" y="199"/>
                  </a:lnTo>
                  <a:lnTo>
                    <a:pt x="105" y="199"/>
                  </a:lnTo>
                  <a:lnTo>
                    <a:pt x="110" y="194"/>
                  </a:lnTo>
                  <a:lnTo>
                    <a:pt x="116" y="187"/>
                  </a:lnTo>
                  <a:lnTo>
                    <a:pt x="117" y="184"/>
                  </a:lnTo>
                  <a:lnTo>
                    <a:pt x="117" y="180"/>
                  </a:lnTo>
                  <a:lnTo>
                    <a:pt x="119" y="179"/>
                  </a:lnTo>
                  <a:lnTo>
                    <a:pt x="128" y="179"/>
                  </a:lnTo>
                  <a:lnTo>
                    <a:pt x="129" y="179"/>
                  </a:lnTo>
                  <a:lnTo>
                    <a:pt x="131" y="180"/>
                  </a:lnTo>
                  <a:lnTo>
                    <a:pt x="131" y="187"/>
                  </a:lnTo>
                  <a:lnTo>
                    <a:pt x="131" y="201"/>
                  </a:lnTo>
                  <a:lnTo>
                    <a:pt x="135" y="206"/>
                  </a:lnTo>
                  <a:lnTo>
                    <a:pt x="136" y="208"/>
                  </a:lnTo>
                  <a:lnTo>
                    <a:pt x="138" y="211"/>
                  </a:lnTo>
                  <a:lnTo>
                    <a:pt x="145" y="213"/>
                  </a:lnTo>
                  <a:lnTo>
                    <a:pt x="166" y="208"/>
                  </a:lnTo>
                  <a:lnTo>
                    <a:pt x="173" y="211"/>
                  </a:lnTo>
                  <a:lnTo>
                    <a:pt x="178" y="213"/>
                  </a:lnTo>
                  <a:lnTo>
                    <a:pt x="178" y="218"/>
                  </a:lnTo>
                  <a:lnTo>
                    <a:pt x="178" y="225"/>
                  </a:lnTo>
                  <a:lnTo>
                    <a:pt x="173" y="234"/>
                  </a:lnTo>
                  <a:lnTo>
                    <a:pt x="171" y="239"/>
                  </a:lnTo>
                  <a:lnTo>
                    <a:pt x="169" y="251"/>
                  </a:lnTo>
                  <a:lnTo>
                    <a:pt x="171" y="272"/>
                  </a:lnTo>
                  <a:lnTo>
                    <a:pt x="171" y="275"/>
                  </a:lnTo>
                  <a:lnTo>
                    <a:pt x="173" y="277"/>
                  </a:lnTo>
                  <a:lnTo>
                    <a:pt x="176" y="281"/>
                  </a:lnTo>
                  <a:lnTo>
                    <a:pt x="178" y="284"/>
                  </a:lnTo>
                  <a:lnTo>
                    <a:pt x="185" y="286"/>
                  </a:lnTo>
                  <a:lnTo>
                    <a:pt x="195" y="293"/>
                  </a:lnTo>
                  <a:lnTo>
                    <a:pt x="200" y="293"/>
                  </a:lnTo>
                  <a:lnTo>
                    <a:pt x="204" y="293"/>
                  </a:lnTo>
                  <a:lnTo>
                    <a:pt x="212" y="281"/>
                  </a:lnTo>
                  <a:lnTo>
                    <a:pt x="214" y="275"/>
                  </a:lnTo>
                  <a:lnTo>
                    <a:pt x="216" y="272"/>
                  </a:lnTo>
                  <a:lnTo>
                    <a:pt x="216" y="267"/>
                  </a:lnTo>
                  <a:lnTo>
                    <a:pt x="228" y="251"/>
                  </a:lnTo>
                  <a:lnTo>
                    <a:pt x="230" y="253"/>
                  </a:lnTo>
                  <a:lnTo>
                    <a:pt x="231" y="258"/>
                  </a:lnTo>
                  <a:lnTo>
                    <a:pt x="238" y="260"/>
                  </a:lnTo>
                  <a:lnTo>
                    <a:pt x="244" y="260"/>
                  </a:lnTo>
                  <a:lnTo>
                    <a:pt x="249" y="265"/>
                  </a:lnTo>
                  <a:lnTo>
                    <a:pt x="252" y="269"/>
                  </a:lnTo>
                  <a:lnTo>
                    <a:pt x="254" y="275"/>
                  </a:lnTo>
                  <a:lnTo>
                    <a:pt x="263" y="275"/>
                  </a:lnTo>
                  <a:lnTo>
                    <a:pt x="271" y="272"/>
                  </a:lnTo>
                  <a:lnTo>
                    <a:pt x="278" y="272"/>
                  </a:lnTo>
                  <a:lnTo>
                    <a:pt x="285" y="269"/>
                  </a:lnTo>
                  <a:lnTo>
                    <a:pt x="285" y="255"/>
                  </a:lnTo>
                  <a:lnTo>
                    <a:pt x="283" y="246"/>
                  </a:lnTo>
                  <a:lnTo>
                    <a:pt x="285" y="244"/>
                  </a:lnTo>
                  <a:lnTo>
                    <a:pt x="297" y="230"/>
                  </a:lnTo>
                  <a:lnTo>
                    <a:pt x="302" y="225"/>
                  </a:lnTo>
                  <a:lnTo>
                    <a:pt x="306" y="222"/>
                  </a:lnTo>
                  <a:lnTo>
                    <a:pt x="306" y="218"/>
                  </a:lnTo>
                  <a:lnTo>
                    <a:pt x="308" y="213"/>
                  </a:lnTo>
                  <a:lnTo>
                    <a:pt x="306" y="211"/>
                  </a:lnTo>
                  <a:lnTo>
                    <a:pt x="304" y="206"/>
                  </a:lnTo>
                  <a:lnTo>
                    <a:pt x="299" y="206"/>
                  </a:lnTo>
                  <a:lnTo>
                    <a:pt x="297" y="205"/>
                  </a:lnTo>
                  <a:lnTo>
                    <a:pt x="299" y="199"/>
                  </a:lnTo>
                  <a:lnTo>
                    <a:pt x="304" y="189"/>
                  </a:lnTo>
                  <a:lnTo>
                    <a:pt x="309" y="184"/>
                  </a:lnTo>
                  <a:lnTo>
                    <a:pt x="316" y="180"/>
                  </a:lnTo>
                  <a:lnTo>
                    <a:pt x="323" y="179"/>
                  </a:lnTo>
                  <a:lnTo>
                    <a:pt x="330" y="179"/>
                  </a:lnTo>
                  <a:lnTo>
                    <a:pt x="332" y="166"/>
                  </a:lnTo>
                  <a:lnTo>
                    <a:pt x="332" y="165"/>
                  </a:lnTo>
                  <a:lnTo>
                    <a:pt x="330" y="160"/>
                  </a:lnTo>
                  <a:lnTo>
                    <a:pt x="318" y="146"/>
                  </a:lnTo>
                  <a:lnTo>
                    <a:pt x="316" y="144"/>
                  </a:lnTo>
                  <a:lnTo>
                    <a:pt x="313" y="142"/>
                  </a:lnTo>
                  <a:lnTo>
                    <a:pt x="308" y="140"/>
                  </a:lnTo>
                  <a:lnTo>
                    <a:pt x="301" y="137"/>
                  </a:lnTo>
                  <a:lnTo>
                    <a:pt x="295" y="135"/>
                  </a:lnTo>
                  <a:lnTo>
                    <a:pt x="278" y="135"/>
                  </a:lnTo>
                  <a:lnTo>
                    <a:pt x="275" y="134"/>
                  </a:lnTo>
                  <a:lnTo>
                    <a:pt x="271" y="132"/>
                  </a:lnTo>
                  <a:lnTo>
                    <a:pt x="271" y="127"/>
                  </a:lnTo>
                  <a:lnTo>
                    <a:pt x="269" y="120"/>
                  </a:lnTo>
                  <a:lnTo>
                    <a:pt x="268" y="118"/>
                  </a:lnTo>
                  <a:lnTo>
                    <a:pt x="268" y="111"/>
                  </a:lnTo>
                  <a:lnTo>
                    <a:pt x="269" y="102"/>
                  </a:lnTo>
                  <a:lnTo>
                    <a:pt x="273" y="97"/>
                  </a:lnTo>
                  <a:lnTo>
                    <a:pt x="278" y="94"/>
                  </a:lnTo>
                  <a:lnTo>
                    <a:pt x="285" y="90"/>
                  </a:lnTo>
                  <a:lnTo>
                    <a:pt x="292" y="89"/>
                  </a:lnTo>
                  <a:lnTo>
                    <a:pt x="299" y="87"/>
                  </a:lnTo>
                  <a:lnTo>
                    <a:pt x="308" y="87"/>
                  </a:lnTo>
                  <a:lnTo>
                    <a:pt x="309" y="85"/>
                  </a:lnTo>
                  <a:lnTo>
                    <a:pt x="313" y="80"/>
                  </a:lnTo>
                  <a:lnTo>
                    <a:pt x="316" y="75"/>
                  </a:lnTo>
                  <a:lnTo>
                    <a:pt x="321" y="66"/>
                  </a:lnTo>
                  <a:lnTo>
                    <a:pt x="325" y="63"/>
                  </a:lnTo>
                  <a:lnTo>
                    <a:pt x="328" y="61"/>
                  </a:lnTo>
                  <a:lnTo>
                    <a:pt x="340" y="59"/>
                  </a:lnTo>
                  <a:lnTo>
                    <a:pt x="344" y="59"/>
                  </a:lnTo>
                  <a:lnTo>
                    <a:pt x="354" y="51"/>
                  </a:lnTo>
                  <a:lnTo>
                    <a:pt x="366" y="47"/>
                  </a:lnTo>
                  <a:lnTo>
                    <a:pt x="371" y="44"/>
                  </a:lnTo>
                  <a:lnTo>
                    <a:pt x="377" y="40"/>
                  </a:lnTo>
                  <a:lnTo>
                    <a:pt x="378" y="35"/>
                  </a:lnTo>
                  <a:lnTo>
                    <a:pt x="396" y="23"/>
                  </a:lnTo>
                  <a:lnTo>
                    <a:pt x="397" y="21"/>
                  </a:lnTo>
                  <a:lnTo>
                    <a:pt x="403" y="21"/>
                  </a:lnTo>
                  <a:lnTo>
                    <a:pt x="413" y="18"/>
                  </a:lnTo>
                  <a:lnTo>
                    <a:pt x="422" y="12"/>
                  </a:lnTo>
                  <a:lnTo>
                    <a:pt x="427" y="7"/>
                  </a:lnTo>
                  <a:lnTo>
                    <a:pt x="429" y="6"/>
                  </a:lnTo>
                  <a:lnTo>
                    <a:pt x="432" y="2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1" name="Freeform 90">
              <a:extLst>
                <a:ext uri="{FF2B5EF4-FFF2-40B4-BE49-F238E27FC236}">
                  <a16:creationId xmlns:a16="http://schemas.microsoft.com/office/drawing/2014/main" xmlns="" id="{3172876C-D000-42A7-B451-B75A54797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7501" y="5350280"/>
              <a:ext cx="357188" cy="260350"/>
            </a:xfrm>
            <a:custGeom>
              <a:avLst/>
              <a:gdLst>
                <a:gd name="T0" fmla="*/ 87 w 451"/>
                <a:gd name="T1" fmla="*/ 9 h 329"/>
                <a:gd name="T2" fmla="*/ 109 w 451"/>
                <a:gd name="T3" fmla="*/ 23 h 329"/>
                <a:gd name="T4" fmla="*/ 135 w 451"/>
                <a:gd name="T5" fmla="*/ 47 h 329"/>
                <a:gd name="T6" fmla="*/ 152 w 451"/>
                <a:gd name="T7" fmla="*/ 75 h 329"/>
                <a:gd name="T8" fmla="*/ 168 w 451"/>
                <a:gd name="T9" fmla="*/ 83 h 329"/>
                <a:gd name="T10" fmla="*/ 194 w 451"/>
                <a:gd name="T11" fmla="*/ 68 h 329"/>
                <a:gd name="T12" fmla="*/ 218 w 451"/>
                <a:gd name="T13" fmla="*/ 75 h 329"/>
                <a:gd name="T14" fmla="*/ 225 w 451"/>
                <a:gd name="T15" fmla="*/ 94 h 329"/>
                <a:gd name="T16" fmla="*/ 259 w 451"/>
                <a:gd name="T17" fmla="*/ 97 h 329"/>
                <a:gd name="T18" fmla="*/ 299 w 451"/>
                <a:gd name="T19" fmla="*/ 102 h 329"/>
                <a:gd name="T20" fmla="*/ 315 w 451"/>
                <a:gd name="T21" fmla="*/ 90 h 329"/>
                <a:gd name="T22" fmla="*/ 355 w 451"/>
                <a:gd name="T23" fmla="*/ 97 h 329"/>
                <a:gd name="T24" fmla="*/ 393 w 451"/>
                <a:gd name="T25" fmla="*/ 101 h 329"/>
                <a:gd name="T26" fmla="*/ 419 w 451"/>
                <a:gd name="T27" fmla="*/ 90 h 329"/>
                <a:gd name="T28" fmla="*/ 434 w 451"/>
                <a:gd name="T29" fmla="*/ 97 h 329"/>
                <a:gd name="T30" fmla="*/ 424 w 451"/>
                <a:gd name="T31" fmla="*/ 134 h 329"/>
                <a:gd name="T32" fmla="*/ 420 w 451"/>
                <a:gd name="T33" fmla="*/ 156 h 329"/>
                <a:gd name="T34" fmla="*/ 438 w 451"/>
                <a:gd name="T35" fmla="*/ 173 h 329"/>
                <a:gd name="T36" fmla="*/ 448 w 451"/>
                <a:gd name="T37" fmla="*/ 182 h 329"/>
                <a:gd name="T38" fmla="*/ 439 w 451"/>
                <a:gd name="T39" fmla="*/ 196 h 329"/>
                <a:gd name="T40" fmla="*/ 427 w 451"/>
                <a:gd name="T41" fmla="*/ 208 h 329"/>
                <a:gd name="T42" fmla="*/ 420 w 451"/>
                <a:gd name="T43" fmla="*/ 217 h 329"/>
                <a:gd name="T44" fmla="*/ 405 w 451"/>
                <a:gd name="T45" fmla="*/ 217 h 329"/>
                <a:gd name="T46" fmla="*/ 384 w 451"/>
                <a:gd name="T47" fmla="*/ 227 h 329"/>
                <a:gd name="T48" fmla="*/ 361 w 451"/>
                <a:gd name="T49" fmla="*/ 243 h 329"/>
                <a:gd name="T50" fmla="*/ 358 w 451"/>
                <a:gd name="T51" fmla="*/ 263 h 329"/>
                <a:gd name="T52" fmla="*/ 339 w 451"/>
                <a:gd name="T53" fmla="*/ 289 h 329"/>
                <a:gd name="T54" fmla="*/ 311 w 451"/>
                <a:gd name="T55" fmla="*/ 294 h 329"/>
                <a:gd name="T56" fmla="*/ 280 w 451"/>
                <a:gd name="T57" fmla="*/ 301 h 329"/>
                <a:gd name="T58" fmla="*/ 249 w 451"/>
                <a:gd name="T59" fmla="*/ 293 h 329"/>
                <a:gd name="T60" fmla="*/ 218 w 451"/>
                <a:gd name="T61" fmla="*/ 300 h 329"/>
                <a:gd name="T62" fmla="*/ 189 w 451"/>
                <a:gd name="T63" fmla="*/ 301 h 329"/>
                <a:gd name="T64" fmla="*/ 171 w 451"/>
                <a:gd name="T65" fmla="*/ 322 h 329"/>
                <a:gd name="T66" fmla="*/ 121 w 451"/>
                <a:gd name="T67" fmla="*/ 329 h 329"/>
                <a:gd name="T68" fmla="*/ 68 w 451"/>
                <a:gd name="T69" fmla="*/ 322 h 329"/>
                <a:gd name="T70" fmla="*/ 33 w 451"/>
                <a:gd name="T71" fmla="*/ 310 h 329"/>
                <a:gd name="T72" fmla="*/ 17 w 451"/>
                <a:gd name="T73" fmla="*/ 322 h 329"/>
                <a:gd name="T74" fmla="*/ 7 w 451"/>
                <a:gd name="T75" fmla="*/ 324 h 329"/>
                <a:gd name="T76" fmla="*/ 0 w 451"/>
                <a:gd name="T77" fmla="*/ 243 h 329"/>
                <a:gd name="T78" fmla="*/ 31 w 451"/>
                <a:gd name="T79" fmla="*/ 232 h 329"/>
                <a:gd name="T80" fmla="*/ 40 w 451"/>
                <a:gd name="T81" fmla="*/ 217 h 329"/>
                <a:gd name="T82" fmla="*/ 59 w 451"/>
                <a:gd name="T83" fmla="*/ 215 h 329"/>
                <a:gd name="T84" fmla="*/ 106 w 451"/>
                <a:gd name="T85" fmla="*/ 196 h 329"/>
                <a:gd name="T86" fmla="*/ 87 w 451"/>
                <a:gd name="T87" fmla="*/ 168 h 329"/>
                <a:gd name="T88" fmla="*/ 62 w 451"/>
                <a:gd name="T89" fmla="*/ 156 h 329"/>
                <a:gd name="T90" fmla="*/ 55 w 451"/>
                <a:gd name="T91" fmla="*/ 114 h 329"/>
                <a:gd name="T92" fmla="*/ 64 w 451"/>
                <a:gd name="T93" fmla="*/ 95 h 329"/>
                <a:gd name="T94" fmla="*/ 76 w 451"/>
                <a:gd name="T95" fmla="*/ 87 h 329"/>
                <a:gd name="T96" fmla="*/ 68 w 451"/>
                <a:gd name="T97" fmla="*/ 68 h 329"/>
                <a:gd name="T98" fmla="*/ 55 w 451"/>
                <a:gd name="T99" fmla="*/ 61 h 329"/>
                <a:gd name="T100" fmla="*/ 30 w 451"/>
                <a:gd name="T101" fmla="*/ 35 h 329"/>
                <a:gd name="T102" fmla="*/ 31 w 451"/>
                <a:gd name="T103" fmla="*/ 18 h 329"/>
                <a:gd name="T104" fmla="*/ 59 w 451"/>
                <a:gd name="T10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51" h="329">
                  <a:moveTo>
                    <a:pt x="62" y="0"/>
                  </a:moveTo>
                  <a:lnTo>
                    <a:pt x="69" y="0"/>
                  </a:lnTo>
                  <a:lnTo>
                    <a:pt x="74" y="4"/>
                  </a:lnTo>
                  <a:lnTo>
                    <a:pt x="87" y="9"/>
                  </a:lnTo>
                  <a:lnTo>
                    <a:pt x="92" y="14"/>
                  </a:lnTo>
                  <a:lnTo>
                    <a:pt x="99" y="16"/>
                  </a:lnTo>
                  <a:lnTo>
                    <a:pt x="106" y="18"/>
                  </a:lnTo>
                  <a:lnTo>
                    <a:pt x="109" y="23"/>
                  </a:lnTo>
                  <a:lnTo>
                    <a:pt x="123" y="35"/>
                  </a:lnTo>
                  <a:lnTo>
                    <a:pt x="128" y="38"/>
                  </a:lnTo>
                  <a:lnTo>
                    <a:pt x="133" y="44"/>
                  </a:lnTo>
                  <a:lnTo>
                    <a:pt x="135" y="47"/>
                  </a:lnTo>
                  <a:lnTo>
                    <a:pt x="138" y="54"/>
                  </a:lnTo>
                  <a:lnTo>
                    <a:pt x="140" y="56"/>
                  </a:lnTo>
                  <a:lnTo>
                    <a:pt x="142" y="63"/>
                  </a:lnTo>
                  <a:lnTo>
                    <a:pt x="152" y="75"/>
                  </a:lnTo>
                  <a:lnTo>
                    <a:pt x="152" y="78"/>
                  </a:lnTo>
                  <a:lnTo>
                    <a:pt x="156" y="80"/>
                  </a:lnTo>
                  <a:lnTo>
                    <a:pt x="163" y="83"/>
                  </a:lnTo>
                  <a:lnTo>
                    <a:pt x="168" y="83"/>
                  </a:lnTo>
                  <a:lnTo>
                    <a:pt x="175" y="82"/>
                  </a:lnTo>
                  <a:lnTo>
                    <a:pt x="180" y="75"/>
                  </a:lnTo>
                  <a:lnTo>
                    <a:pt x="187" y="70"/>
                  </a:lnTo>
                  <a:lnTo>
                    <a:pt x="194" y="68"/>
                  </a:lnTo>
                  <a:lnTo>
                    <a:pt x="206" y="68"/>
                  </a:lnTo>
                  <a:lnTo>
                    <a:pt x="211" y="71"/>
                  </a:lnTo>
                  <a:lnTo>
                    <a:pt x="215" y="73"/>
                  </a:lnTo>
                  <a:lnTo>
                    <a:pt x="218" y="75"/>
                  </a:lnTo>
                  <a:lnTo>
                    <a:pt x="221" y="78"/>
                  </a:lnTo>
                  <a:lnTo>
                    <a:pt x="221" y="83"/>
                  </a:lnTo>
                  <a:lnTo>
                    <a:pt x="225" y="87"/>
                  </a:lnTo>
                  <a:lnTo>
                    <a:pt x="225" y="94"/>
                  </a:lnTo>
                  <a:lnTo>
                    <a:pt x="227" y="95"/>
                  </a:lnTo>
                  <a:lnTo>
                    <a:pt x="234" y="95"/>
                  </a:lnTo>
                  <a:lnTo>
                    <a:pt x="240" y="97"/>
                  </a:lnTo>
                  <a:lnTo>
                    <a:pt x="259" y="97"/>
                  </a:lnTo>
                  <a:lnTo>
                    <a:pt x="280" y="101"/>
                  </a:lnTo>
                  <a:lnTo>
                    <a:pt x="282" y="102"/>
                  </a:lnTo>
                  <a:lnTo>
                    <a:pt x="292" y="102"/>
                  </a:lnTo>
                  <a:lnTo>
                    <a:pt x="299" y="102"/>
                  </a:lnTo>
                  <a:lnTo>
                    <a:pt x="304" y="101"/>
                  </a:lnTo>
                  <a:lnTo>
                    <a:pt x="306" y="95"/>
                  </a:lnTo>
                  <a:lnTo>
                    <a:pt x="311" y="94"/>
                  </a:lnTo>
                  <a:lnTo>
                    <a:pt x="315" y="90"/>
                  </a:lnTo>
                  <a:lnTo>
                    <a:pt x="325" y="90"/>
                  </a:lnTo>
                  <a:lnTo>
                    <a:pt x="346" y="94"/>
                  </a:lnTo>
                  <a:lnTo>
                    <a:pt x="351" y="95"/>
                  </a:lnTo>
                  <a:lnTo>
                    <a:pt x="355" y="97"/>
                  </a:lnTo>
                  <a:lnTo>
                    <a:pt x="358" y="101"/>
                  </a:lnTo>
                  <a:lnTo>
                    <a:pt x="365" y="102"/>
                  </a:lnTo>
                  <a:lnTo>
                    <a:pt x="374" y="102"/>
                  </a:lnTo>
                  <a:lnTo>
                    <a:pt x="393" y="101"/>
                  </a:lnTo>
                  <a:lnTo>
                    <a:pt x="400" y="101"/>
                  </a:lnTo>
                  <a:lnTo>
                    <a:pt x="405" y="95"/>
                  </a:lnTo>
                  <a:lnTo>
                    <a:pt x="413" y="94"/>
                  </a:lnTo>
                  <a:lnTo>
                    <a:pt x="419" y="90"/>
                  </a:lnTo>
                  <a:lnTo>
                    <a:pt x="424" y="90"/>
                  </a:lnTo>
                  <a:lnTo>
                    <a:pt x="427" y="90"/>
                  </a:lnTo>
                  <a:lnTo>
                    <a:pt x="431" y="94"/>
                  </a:lnTo>
                  <a:lnTo>
                    <a:pt x="434" y="97"/>
                  </a:lnTo>
                  <a:lnTo>
                    <a:pt x="434" y="109"/>
                  </a:lnTo>
                  <a:lnTo>
                    <a:pt x="434" y="121"/>
                  </a:lnTo>
                  <a:lnTo>
                    <a:pt x="431" y="127"/>
                  </a:lnTo>
                  <a:lnTo>
                    <a:pt x="424" y="134"/>
                  </a:lnTo>
                  <a:lnTo>
                    <a:pt x="420" y="140"/>
                  </a:lnTo>
                  <a:lnTo>
                    <a:pt x="420" y="144"/>
                  </a:lnTo>
                  <a:lnTo>
                    <a:pt x="420" y="149"/>
                  </a:lnTo>
                  <a:lnTo>
                    <a:pt x="420" y="156"/>
                  </a:lnTo>
                  <a:lnTo>
                    <a:pt x="424" y="161"/>
                  </a:lnTo>
                  <a:lnTo>
                    <a:pt x="427" y="166"/>
                  </a:lnTo>
                  <a:lnTo>
                    <a:pt x="432" y="168"/>
                  </a:lnTo>
                  <a:lnTo>
                    <a:pt x="438" y="173"/>
                  </a:lnTo>
                  <a:lnTo>
                    <a:pt x="443" y="175"/>
                  </a:lnTo>
                  <a:lnTo>
                    <a:pt x="444" y="177"/>
                  </a:lnTo>
                  <a:lnTo>
                    <a:pt x="446" y="177"/>
                  </a:lnTo>
                  <a:lnTo>
                    <a:pt x="448" y="182"/>
                  </a:lnTo>
                  <a:lnTo>
                    <a:pt x="451" y="184"/>
                  </a:lnTo>
                  <a:lnTo>
                    <a:pt x="448" y="189"/>
                  </a:lnTo>
                  <a:lnTo>
                    <a:pt x="444" y="192"/>
                  </a:lnTo>
                  <a:lnTo>
                    <a:pt x="439" y="196"/>
                  </a:lnTo>
                  <a:lnTo>
                    <a:pt x="434" y="196"/>
                  </a:lnTo>
                  <a:lnTo>
                    <a:pt x="434" y="196"/>
                  </a:lnTo>
                  <a:lnTo>
                    <a:pt x="432" y="199"/>
                  </a:lnTo>
                  <a:lnTo>
                    <a:pt x="427" y="208"/>
                  </a:lnTo>
                  <a:lnTo>
                    <a:pt x="424" y="222"/>
                  </a:lnTo>
                  <a:lnTo>
                    <a:pt x="424" y="217"/>
                  </a:lnTo>
                  <a:lnTo>
                    <a:pt x="420" y="227"/>
                  </a:lnTo>
                  <a:lnTo>
                    <a:pt x="420" y="217"/>
                  </a:lnTo>
                  <a:lnTo>
                    <a:pt x="419" y="215"/>
                  </a:lnTo>
                  <a:lnTo>
                    <a:pt x="412" y="215"/>
                  </a:lnTo>
                  <a:lnTo>
                    <a:pt x="408" y="217"/>
                  </a:lnTo>
                  <a:lnTo>
                    <a:pt x="405" y="217"/>
                  </a:lnTo>
                  <a:lnTo>
                    <a:pt x="398" y="217"/>
                  </a:lnTo>
                  <a:lnTo>
                    <a:pt x="393" y="222"/>
                  </a:lnTo>
                  <a:lnTo>
                    <a:pt x="386" y="222"/>
                  </a:lnTo>
                  <a:lnTo>
                    <a:pt x="384" y="227"/>
                  </a:lnTo>
                  <a:lnTo>
                    <a:pt x="377" y="229"/>
                  </a:lnTo>
                  <a:lnTo>
                    <a:pt x="372" y="236"/>
                  </a:lnTo>
                  <a:lnTo>
                    <a:pt x="365" y="239"/>
                  </a:lnTo>
                  <a:lnTo>
                    <a:pt x="361" y="243"/>
                  </a:lnTo>
                  <a:lnTo>
                    <a:pt x="358" y="248"/>
                  </a:lnTo>
                  <a:lnTo>
                    <a:pt x="358" y="260"/>
                  </a:lnTo>
                  <a:lnTo>
                    <a:pt x="358" y="262"/>
                  </a:lnTo>
                  <a:lnTo>
                    <a:pt x="358" y="263"/>
                  </a:lnTo>
                  <a:lnTo>
                    <a:pt x="344" y="281"/>
                  </a:lnTo>
                  <a:lnTo>
                    <a:pt x="341" y="282"/>
                  </a:lnTo>
                  <a:lnTo>
                    <a:pt x="341" y="282"/>
                  </a:lnTo>
                  <a:lnTo>
                    <a:pt x="339" y="289"/>
                  </a:lnTo>
                  <a:lnTo>
                    <a:pt x="334" y="293"/>
                  </a:lnTo>
                  <a:lnTo>
                    <a:pt x="330" y="294"/>
                  </a:lnTo>
                  <a:lnTo>
                    <a:pt x="313" y="294"/>
                  </a:lnTo>
                  <a:lnTo>
                    <a:pt x="311" y="294"/>
                  </a:lnTo>
                  <a:lnTo>
                    <a:pt x="308" y="300"/>
                  </a:lnTo>
                  <a:lnTo>
                    <a:pt x="306" y="300"/>
                  </a:lnTo>
                  <a:lnTo>
                    <a:pt x="298" y="301"/>
                  </a:lnTo>
                  <a:lnTo>
                    <a:pt x="280" y="301"/>
                  </a:lnTo>
                  <a:lnTo>
                    <a:pt x="268" y="301"/>
                  </a:lnTo>
                  <a:lnTo>
                    <a:pt x="259" y="298"/>
                  </a:lnTo>
                  <a:lnTo>
                    <a:pt x="253" y="294"/>
                  </a:lnTo>
                  <a:lnTo>
                    <a:pt x="249" y="293"/>
                  </a:lnTo>
                  <a:lnTo>
                    <a:pt x="234" y="289"/>
                  </a:lnTo>
                  <a:lnTo>
                    <a:pt x="227" y="293"/>
                  </a:lnTo>
                  <a:lnTo>
                    <a:pt x="225" y="294"/>
                  </a:lnTo>
                  <a:lnTo>
                    <a:pt x="218" y="300"/>
                  </a:lnTo>
                  <a:lnTo>
                    <a:pt x="211" y="300"/>
                  </a:lnTo>
                  <a:lnTo>
                    <a:pt x="199" y="298"/>
                  </a:lnTo>
                  <a:lnTo>
                    <a:pt x="194" y="301"/>
                  </a:lnTo>
                  <a:lnTo>
                    <a:pt x="189" y="301"/>
                  </a:lnTo>
                  <a:lnTo>
                    <a:pt x="187" y="303"/>
                  </a:lnTo>
                  <a:lnTo>
                    <a:pt x="180" y="310"/>
                  </a:lnTo>
                  <a:lnTo>
                    <a:pt x="173" y="317"/>
                  </a:lnTo>
                  <a:lnTo>
                    <a:pt x="171" y="322"/>
                  </a:lnTo>
                  <a:lnTo>
                    <a:pt x="171" y="326"/>
                  </a:lnTo>
                  <a:lnTo>
                    <a:pt x="168" y="329"/>
                  </a:lnTo>
                  <a:lnTo>
                    <a:pt x="161" y="329"/>
                  </a:lnTo>
                  <a:lnTo>
                    <a:pt x="121" y="329"/>
                  </a:lnTo>
                  <a:lnTo>
                    <a:pt x="113" y="329"/>
                  </a:lnTo>
                  <a:lnTo>
                    <a:pt x="106" y="326"/>
                  </a:lnTo>
                  <a:lnTo>
                    <a:pt x="92" y="326"/>
                  </a:lnTo>
                  <a:lnTo>
                    <a:pt x="68" y="322"/>
                  </a:lnTo>
                  <a:lnTo>
                    <a:pt x="47" y="317"/>
                  </a:lnTo>
                  <a:lnTo>
                    <a:pt x="42" y="315"/>
                  </a:lnTo>
                  <a:lnTo>
                    <a:pt x="40" y="313"/>
                  </a:lnTo>
                  <a:lnTo>
                    <a:pt x="33" y="310"/>
                  </a:lnTo>
                  <a:lnTo>
                    <a:pt x="30" y="310"/>
                  </a:lnTo>
                  <a:lnTo>
                    <a:pt x="26" y="313"/>
                  </a:lnTo>
                  <a:lnTo>
                    <a:pt x="21" y="319"/>
                  </a:lnTo>
                  <a:lnTo>
                    <a:pt x="17" y="322"/>
                  </a:lnTo>
                  <a:lnTo>
                    <a:pt x="14" y="324"/>
                  </a:lnTo>
                  <a:lnTo>
                    <a:pt x="9" y="326"/>
                  </a:lnTo>
                  <a:lnTo>
                    <a:pt x="7" y="329"/>
                  </a:lnTo>
                  <a:lnTo>
                    <a:pt x="7" y="324"/>
                  </a:lnTo>
                  <a:lnTo>
                    <a:pt x="5" y="298"/>
                  </a:lnTo>
                  <a:lnTo>
                    <a:pt x="0" y="275"/>
                  </a:lnTo>
                  <a:lnTo>
                    <a:pt x="0" y="248"/>
                  </a:lnTo>
                  <a:lnTo>
                    <a:pt x="0" y="243"/>
                  </a:lnTo>
                  <a:lnTo>
                    <a:pt x="0" y="239"/>
                  </a:lnTo>
                  <a:lnTo>
                    <a:pt x="7" y="236"/>
                  </a:lnTo>
                  <a:lnTo>
                    <a:pt x="16" y="232"/>
                  </a:lnTo>
                  <a:lnTo>
                    <a:pt x="31" y="232"/>
                  </a:lnTo>
                  <a:lnTo>
                    <a:pt x="33" y="229"/>
                  </a:lnTo>
                  <a:lnTo>
                    <a:pt x="33" y="229"/>
                  </a:lnTo>
                  <a:lnTo>
                    <a:pt x="35" y="223"/>
                  </a:lnTo>
                  <a:lnTo>
                    <a:pt x="40" y="217"/>
                  </a:lnTo>
                  <a:lnTo>
                    <a:pt x="42" y="208"/>
                  </a:lnTo>
                  <a:lnTo>
                    <a:pt x="42" y="213"/>
                  </a:lnTo>
                  <a:lnTo>
                    <a:pt x="45" y="213"/>
                  </a:lnTo>
                  <a:lnTo>
                    <a:pt x="59" y="215"/>
                  </a:lnTo>
                  <a:lnTo>
                    <a:pt x="81" y="213"/>
                  </a:lnTo>
                  <a:lnTo>
                    <a:pt x="102" y="211"/>
                  </a:lnTo>
                  <a:lnTo>
                    <a:pt x="106" y="208"/>
                  </a:lnTo>
                  <a:lnTo>
                    <a:pt x="106" y="196"/>
                  </a:lnTo>
                  <a:lnTo>
                    <a:pt x="100" y="184"/>
                  </a:lnTo>
                  <a:lnTo>
                    <a:pt x="95" y="180"/>
                  </a:lnTo>
                  <a:lnTo>
                    <a:pt x="88" y="170"/>
                  </a:lnTo>
                  <a:lnTo>
                    <a:pt x="87" y="168"/>
                  </a:lnTo>
                  <a:lnTo>
                    <a:pt x="85" y="168"/>
                  </a:lnTo>
                  <a:lnTo>
                    <a:pt x="74" y="166"/>
                  </a:lnTo>
                  <a:lnTo>
                    <a:pt x="64" y="159"/>
                  </a:lnTo>
                  <a:lnTo>
                    <a:pt x="62" y="156"/>
                  </a:lnTo>
                  <a:lnTo>
                    <a:pt x="59" y="156"/>
                  </a:lnTo>
                  <a:lnTo>
                    <a:pt x="54" y="154"/>
                  </a:lnTo>
                  <a:lnTo>
                    <a:pt x="54" y="121"/>
                  </a:lnTo>
                  <a:lnTo>
                    <a:pt x="55" y="114"/>
                  </a:lnTo>
                  <a:lnTo>
                    <a:pt x="59" y="109"/>
                  </a:lnTo>
                  <a:lnTo>
                    <a:pt x="62" y="102"/>
                  </a:lnTo>
                  <a:lnTo>
                    <a:pt x="62" y="97"/>
                  </a:lnTo>
                  <a:lnTo>
                    <a:pt x="64" y="95"/>
                  </a:lnTo>
                  <a:lnTo>
                    <a:pt x="66" y="95"/>
                  </a:lnTo>
                  <a:lnTo>
                    <a:pt x="74" y="95"/>
                  </a:lnTo>
                  <a:lnTo>
                    <a:pt x="76" y="94"/>
                  </a:lnTo>
                  <a:lnTo>
                    <a:pt x="76" y="87"/>
                  </a:lnTo>
                  <a:lnTo>
                    <a:pt x="74" y="83"/>
                  </a:lnTo>
                  <a:lnTo>
                    <a:pt x="71" y="73"/>
                  </a:lnTo>
                  <a:lnTo>
                    <a:pt x="71" y="70"/>
                  </a:lnTo>
                  <a:lnTo>
                    <a:pt x="68" y="68"/>
                  </a:lnTo>
                  <a:lnTo>
                    <a:pt x="64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5" y="61"/>
                  </a:lnTo>
                  <a:lnTo>
                    <a:pt x="52" y="57"/>
                  </a:lnTo>
                  <a:lnTo>
                    <a:pt x="45" y="54"/>
                  </a:lnTo>
                  <a:lnTo>
                    <a:pt x="36" y="44"/>
                  </a:lnTo>
                  <a:lnTo>
                    <a:pt x="30" y="35"/>
                  </a:lnTo>
                  <a:lnTo>
                    <a:pt x="26" y="31"/>
                  </a:lnTo>
                  <a:lnTo>
                    <a:pt x="24" y="28"/>
                  </a:lnTo>
                  <a:lnTo>
                    <a:pt x="19" y="23"/>
                  </a:lnTo>
                  <a:lnTo>
                    <a:pt x="31" y="18"/>
                  </a:lnTo>
                  <a:lnTo>
                    <a:pt x="40" y="14"/>
                  </a:lnTo>
                  <a:lnTo>
                    <a:pt x="47" y="7"/>
                  </a:lnTo>
                  <a:lnTo>
                    <a:pt x="54" y="4"/>
                  </a:lnTo>
                  <a:lnTo>
                    <a:pt x="5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2" name="Freeform 91">
              <a:extLst>
                <a:ext uri="{FF2B5EF4-FFF2-40B4-BE49-F238E27FC236}">
                  <a16:creationId xmlns:a16="http://schemas.microsoft.com/office/drawing/2014/main" xmlns="" id="{6CDE0257-D558-4746-93CB-D72EA7640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65164" y="5286780"/>
              <a:ext cx="68263" cy="84138"/>
            </a:xfrm>
            <a:custGeom>
              <a:avLst/>
              <a:gdLst>
                <a:gd name="T0" fmla="*/ 16 w 87"/>
                <a:gd name="T1" fmla="*/ 0 h 105"/>
                <a:gd name="T2" fmla="*/ 24 w 87"/>
                <a:gd name="T3" fmla="*/ 0 h 105"/>
                <a:gd name="T4" fmla="*/ 37 w 87"/>
                <a:gd name="T5" fmla="*/ 1 h 105"/>
                <a:gd name="T6" fmla="*/ 42 w 87"/>
                <a:gd name="T7" fmla="*/ 1 h 105"/>
                <a:gd name="T8" fmla="*/ 47 w 87"/>
                <a:gd name="T9" fmla="*/ 7 h 105"/>
                <a:gd name="T10" fmla="*/ 52 w 87"/>
                <a:gd name="T11" fmla="*/ 12 h 105"/>
                <a:gd name="T12" fmla="*/ 56 w 87"/>
                <a:gd name="T13" fmla="*/ 17 h 105"/>
                <a:gd name="T14" fmla="*/ 61 w 87"/>
                <a:gd name="T15" fmla="*/ 22 h 105"/>
                <a:gd name="T16" fmla="*/ 64 w 87"/>
                <a:gd name="T17" fmla="*/ 27 h 105"/>
                <a:gd name="T18" fmla="*/ 66 w 87"/>
                <a:gd name="T19" fmla="*/ 34 h 105"/>
                <a:gd name="T20" fmla="*/ 68 w 87"/>
                <a:gd name="T21" fmla="*/ 43 h 105"/>
                <a:gd name="T22" fmla="*/ 68 w 87"/>
                <a:gd name="T23" fmla="*/ 50 h 105"/>
                <a:gd name="T24" fmla="*/ 71 w 87"/>
                <a:gd name="T25" fmla="*/ 52 h 105"/>
                <a:gd name="T26" fmla="*/ 75 w 87"/>
                <a:gd name="T27" fmla="*/ 55 h 105"/>
                <a:gd name="T28" fmla="*/ 78 w 87"/>
                <a:gd name="T29" fmla="*/ 55 h 105"/>
                <a:gd name="T30" fmla="*/ 85 w 87"/>
                <a:gd name="T31" fmla="*/ 62 h 105"/>
                <a:gd name="T32" fmla="*/ 87 w 87"/>
                <a:gd name="T33" fmla="*/ 72 h 105"/>
                <a:gd name="T34" fmla="*/ 87 w 87"/>
                <a:gd name="T35" fmla="*/ 74 h 105"/>
                <a:gd name="T36" fmla="*/ 85 w 87"/>
                <a:gd name="T37" fmla="*/ 81 h 105"/>
                <a:gd name="T38" fmla="*/ 85 w 87"/>
                <a:gd name="T39" fmla="*/ 83 h 105"/>
                <a:gd name="T40" fmla="*/ 82 w 87"/>
                <a:gd name="T41" fmla="*/ 86 h 105"/>
                <a:gd name="T42" fmla="*/ 75 w 87"/>
                <a:gd name="T43" fmla="*/ 88 h 105"/>
                <a:gd name="T44" fmla="*/ 75 w 87"/>
                <a:gd name="T45" fmla="*/ 90 h 105"/>
                <a:gd name="T46" fmla="*/ 75 w 87"/>
                <a:gd name="T47" fmla="*/ 90 h 105"/>
                <a:gd name="T48" fmla="*/ 75 w 87"/>
                <a:gd name="T49" fmla="*/ 93 h 105"/>
                <a:gd name="T50" fmla="*/ 73 w 87"/>
                <a:gd name="T51" fmla="*/ 95 h 105"/>
                <a:gd name="T52" fmla="*/ 75 w 87"/>
                <a:gd name="T53" fmla="*/ 97 h 105"/>
                <a:gd name="T54" fmla="*/ 75 w 87"/>
                <a:gd name="T55" fmla="*/ 98 h 105"/>
                <a:gd name="T56" fmla="*/ 73 w 87"/>
                <a:gd name="T57" fmla="*/ 100 h 105"/>
                <a:gd name="T58" fmla="*/ 68 w 87"/>
                <a:gd name="T59" fmla="*/ 102 h 105"/>
                <a:gd name="T60" fmla="*/ 63 w 87"/>
                <a:gd name="T61" fmla="*/ 102 h 105"/>
                <a:gd name="T62" fmla="*/ 59 w 87"/>
                <a:gd name="T63" fmla="*/ 104 h 105"/>
                <a:gd name="T64" fmla="*/ 42 w 87"/>
                <a:gd name="T65" fmla="*/ 105 h 105"/>
                <a:gd name="T66" fmla="*/ 28 w 87"/>
                <a:gd name="T67" fmla="*/ 105 h 105"/>
                <a:gd name="T68" fmla="*/ 24 w 87"/>
                <a:gd name="T69" fmla="*/ 104 h 105"/>
                <a:gd name="T70" fmla="*/ 14 w 87"/>
                <a:gd name="T71" fmla="*/ 90 h 105"/>
                <a:gd name="T72" fmla="*/ 11 w 87"/>
                <a:gd name="T73" fmla="*/ 88 h 105"/>
                <a:gd name="T74" fmla="*/ 11 w 87"/>
                <a:gd name="T75" fmla="*/ 74 h 105"/>
                <a:gd name="T76" fmla="*/ 14 w 87"/>
                <a:gd name="T77" fmla="*/ 71 h 105"/>
                <a:gd name="T78" fmla="*/ 14 w 87"/>
                <a:gd name="T79" fmla="*/ 64 h 105"/>
                <a:gd name="T80" fmla="*/ 19 w 87"/>
                <a:gd name="T81" fmla="*/ 62 h 105"/>
                <a:gd name="T82" fmla="*/ 21 w 87"/>
                <a:gd name="T83" fmla="*/ 57 h 105"/>
                <a:gd name="T84" fmla="*/ 21 w 87"/>
                <a:gd name="T85" fmla="*/ 55 h 105"/>
                <a:gd name="T86" fmla="*/ 19 w 87"/>
                <a:gd name="T87" fmla="*/ 52 h 105"/>
                <a:gd name="T88" fmla="*/ 16 w 87"/>
                <a:gd name="T89" fmla="*/ 50 h 105"/>
                <a:gd name="T90" fmla="*/ 11 w 87"/>
                <a:gd name="T91" fmla="*/ 50 h 105"/>
                <a:gd name="T92" fmla="*/ 9 w 87"/>
                <a:gd name="T93" fmla="*/ 43 h 105"/>
                <a:gd name="T94" fmla="*/ 4 w 87"/>
                <a:gd name="T95" fmla="*/ 40 h 105"/>
                <a:gd name="T96" fmla="*/ 2 w 87"/>
                <a:gd name="T97" fmla="*/ 36 h 105"/>
                <a:gd name="T98" fmla="*/ 2 w 87"/>
                <a:gd name="T99" fmla="*/ 34 h 105"/>
                <a:gd name="T100" fmla="*/ 0 w 87"/>
                <a:gd name="T101" fmla="*/ 29 h 105"/>
                <a:gd name="T102" fmla="*/ 0 w 87"/>
                <a:gd name="T103" fmla="*/ 12 h 105"/>
                <a:gd name="T104" fmla="*/ 2 w 87"/>
                <a:gd name="T105" fmla="*/ 8 h 105"/>
                <a:gd name="T106" fmla="*/ 2 w 87"/>
                <a:gd name="T107" fmla="*/ 7 h 105"/>
                <a:gd name="T108" fmla="*/ 5 w 87"/>
                <a:gd name="T109" fmla="*/ 1 h 105"/>
                <a:gd name="T110" fmla="*/ 16 w 87"/>
                <a:gd name="T111" fmla="*/ 0 h 105"/>
                <a:gd name="T112" fmla="*/ 16 w 87"/>
                <a:gd name="T113" fmla="*/ 0 h 105"/>
                <a:gd name="T114" fmla="*/ 16 w 87"/>
                <a:gd name="T11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7" h="105">
                  <a:moveTo>
                    <a:pt x="16" y="0"/>
                  </a:moveTo>
                  <a:lnTo>
                    <a:pt x="24" y="0"/>
                  </a:lnTo>
                  <a:lnTo>
                    <a:pt x="37" y="1"/>
                  </a:lnTo>
                  <a:lnTo>
                    <a:pt x="42" y="1"/>
                  </a:lnTo>
                  <a:lnTo>
                    <a:pt x="47" y="7"/>
                  </a:lnTo>
                  <a:lnTo>
                    <a:pt x="52" y="12"/>
                  </a:lnTo>
                  <a:lnTo>
                    <a:pt x="56" y="17"/>
                  </a:lnTo>
                  <a:lnTo>
                    <a:pt x="61" y="22"/>
                  </a:lnTo>
                  <a:lnTo>
                    <a:pt x="64" y="27"/>
                  </a:lnTo>
                  <a:lnTo>
                    <a:pt x="66" y="34"/>
                  </a:lnTo>
                  <a:lnTo>
                    <a:pt x="68" y="43"/>
                  </a:lnTo>
                  <a:lnTo>
                    <a:pt x="68" y="50"/>
                  </a:lnTo>
                  <a:lnTo>
                    <a:pt x="71" y="52"/>
                  </a:lnTo>
                  <a:lnTo>
                    <a:pt x="75" y="55"/>
                  </a:lnTo>
                  <a:lnTo>
                    <a:pt x="78" y="55"/>
                  </a:lnTo>
                  <a:lnTo>
                    <a:pt x="85" y="62"/>
                  </a:lnTo>
                  <a:lnTo>
                    <a:pt x="87" y="72"/>
                  </a:lnTo>
                  <a:lnTo>
                    <a:pt x="87" y="74"/>
                  </a:lnTo>
                  <a:lnTo>
                    <a:pt x="85" y="81"/>
                  </a:lnTo>
                  <a:lnTo>
                    <a:pt x="85" y="83"/>
                  </a:lnTo>
                  <a:lnTo>
                    <a:pt x="82" y="86"/>
                  </a:lnTo>
                  <a:lnTo>
                    <a:pt x="75" y="88"/>
                  </a:lnTo>
                  <a:lnTo>
                    <a:pt x="75" y="90"/>
                  </a:lnTo>
                  <a:lnTo>
                    <a:pt x="75" y="90"/>
                  </a:lnTo>
                  <a:lnTo>
                    <a:pt x="75" y="93"/>
                  </a:lnTo>
                  <a:lnTo>
                    <a:pt x="73" y="95"/>
                  </a:lnTo>
                  <a:lnTo>
                    <a:pt x="75" y="97"/>
                  </a:lnTo>
                  <a:lnTo>
                    <a:pt x="75" y="98"/>
                  </a:lnTo>
                  <a:lnTo>
                    <a:pt x="73" y="100"/>
                  </a:lnTo>
                  <a:lnTo>
                    <a:pt x="68" y="102"/>
                  </a:lnTo>
                  <a:lnTo>
                    <a:pt x="63" y="102"/>
                  </a:lnTo>
                  <a:lnTo>
                    <a:pt x="59" y="104"/>
                  </a:lnTo>
                  <a:lnTo>
                    <a:pt x="42" y="105"/>
                  </a:lnTo>
                  <a:lnTo>
                    <a:pt x="28" y="105"/>
                  </a:lnTo>
                  <a:lnTo>
                    <a:pt x="24" y="104"/>
                  </a:lnTo>
                  <a:lnTo>
                    <a:pt x="14" y="90"/>
                  </a:lnTo>
                  <a:lnTo>
                    <a:pt x="11" y="88"/>
                  </a:lnTo>
                  <a:lnTo>
                    <a:pt x="11" y="74"/>
                  </a:lnTo>
                  <a:lnTo>
                    <a:pt x="14" y="71"/>
                  </a:lnTo>
                  <a:lnTo>
                    <a:pt x="14" y="64"/>
                  </a:lnTo>
                  <a:lnTo>
                    <a:pt x="19" y="62"/>
                  </a:lnTo>
                  <a:lnTo>
                    <a:pt x="21" y="57"/>
                  </a:lnTo>
                  <a:lnTo>
                    <a:pt x="21" y="55"/>
                  </a:lnTo>
                  <a:lnTo>
                    <a:pt x="19" y="52"/>
                  </a:lnTo>
                  <a:lnTo>
                    <a:pt x="16" y="50"/>
                  </a:lnTo>
                  <a:lnTo>
                    <a:pt x="11" y="50"/>
                  </a:lnTo>
                  <a:lnTo>
                    <a:pt x="9" y="43"/>
                  </a:lnTo>
                  <a:lnTo>
                    <a:pt x="4" y="40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0" y="29"/>
                  </a:lnTo>
                  <a:lnTo>
                    <a:pt x="0" y="12"/>
                  </a:lnTo>
                  <a:lnTo>
                    <a:pt x="2" y="8"/>
                  </a:lnTo>
                  <a:lnTo>
                    <a:pt x="2" y="7"/>
                  </a:lnTo>
                  <a:lnTo>
                    <a:pt x="5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3" name="Freeform 92">
              <a:extLst>
                <a:ext uri="{FF2B5EF4-FFF2-40B4-BE49-F238E27FC236}">
                  <a16:creationId xmlns:a16="http://schemas.microsoft.com/office/drawing/2014/main" xmlns="" id="{056C65D2-4C40-4952-B249-DE2426369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8364" y="4918480"/>
              <a:ext cx="233363" cy="236538"/>
            </a:xfrm>
            <a:custGeom>
              <a:avLst/>
              <a:gdLst>
                <a:gd name="T0" fmla="*/ 126 w 292"/>
                <a:gd name="T1" fmla="*/ 7 h 298"/>
                <a:gd name="T2" fmla="*/ 133 w 292"/>
                <a:gd name="T3" fmla="*/ 23 h 298"/>
                <a:gd name="T4" fmla="*/ 156 w 292"/>
                <a:gd name="T5" fmla="*/ 23 h 298"/>
                <a:gd name="T6" fmla="*/ 178 w 292"/>
                <a:gd name="T7" fmla="*/ 19 h 298"/>
                <a:gd name="T8" fmla="*/ 183 w 292"/>
                <a:gd name="T9" fmla="*/ 23 h 298"/>
                <a:gd name="T10" fmla="*/ 199 w 292"/>
                <a:gd name="T11" fmla="*/ 54 h 298"/>
                <a:gd name="T12" fmla="*/ 200 w 292"/>
                <a:gd name="T13" fmla="*/ 66 h 298"/>
                <a:gd name="T14" fmla="*/ 206 w 292"/>
                <a:gd name="T15" fmla="*/ 102 h 298"/>
                <a:gd name="T16" fmla="*/ 214 w 292"/>
                <a:gd name="T17" fmla="*/ 123 h 298"/>
                <a:gd name="T18" fmla="*/ 228 w 292"/>
                <a:gd name="T19" fmla="*/ 132 h 298"/>
                <a:gd name="T20" fmla="*/ 245 w 292"/>
                <a:gd name="T21" fmla="*/ 145 h 298"/>
                <a:gd name="T22" fmla="*/ 259 w 292"/>
                <a:gd name="T23" fmla="*/ 161 h 298"/>
                <a:gd name="T24" fmla="*/ 287 w 292"/>
                <a:gd name="T25" fmla="*/ 185 h 298"/>
                <a:gd name="T26" fmla="*/ 292 w 292"/>
                <a:gd name="T27" fmla="*/ 199 h 298"/>
                <a:gd name="T28" fmla="*/ 285 w 292"/>
                <a:gd name="T29" fmla="*/ 208 h 298"/>
                <a:gd name="T30" fmla="*/ 268 w 292"/>
                <a:gd name="T31" fmla="*/ 215 h 298"/>
                <a:gd name="T32" fmla="*/ 258 w 292"/>
                <a:gd name="T33" fmla="*/ 218 h 298"/>
                <a:gd name="T34" fmla="*/ 252 w 292"/>
                <a:gd name="T35" fmla="*/ 230 h 298"/>
                <a:gd name="T36" fmla="*/ 237 w 292"/>
                <a:gd name="T37" fmla="*/ 249 h 298"/>
                <a:gd name="T38" fmla="*/ 219 w 292"/>
                <a:gd name="T39" fmla="*/ 272 h 298"/>
                <a:gd name="T40" fmla="*/ 206 w 292"/>
                <a:gd name="T41" fmla="*/ 286 h 298"/>
                <a:gd name="T42" fmla="*/ 149 w 292"/>
                <a:gd name="T43" fmla="*/ 289 h 298"/>
                <a:gd name="T44" fmla="*/ 130 w 292"/>
                <a:gd name="T45" fmla="*/ 298 h 298"/>
                <a:gd name="T46" fmla="*/ 114 w 292"/>
                <a:gd name="T47" fmla="*/ 282 h 298"/>
                <a:gd name="T48" fmla="*/ 98 w 292"/>
                <a:gd name="T49" fmla="*/ 265 h 298"/>
                <a:gd name="T50" fmla="*/ 74 w 292"/>
                <a:gd name="T51" fmla="*/ 260 h 298"/>
                <a:gd name="T52" fmla="*/ 59 w 292"/>
                <a:gd name="T53" fmla="*/ 272 h 298"/>
                <a:gd name="T54" fmla="*/ 48 w 292"/>
                <a:gd name="T55" fmla="*/ 272 h 298"/>
                <a:gd name="T56" fmla="*/ 31 w 292"/>
                <a:gd name="T57" fmla="*/ 272 h 298"/>
                <a:gd name="T58" fmla="*/ 7 w 292"/>
                <a:gd name="T59" fmla="*/ 265 h 298"/>
                <a:gd name="T60" fmla="*/ 2 w 292"/>
                <a:gd name="T61" fmla="*/ 239 h 298"/>
                <a:gd name="T62" fmla="*/ 7 w 292"/>
                <a:gd name="T63" fmla="*/ 241 h 298"/>
                <a:gd name="T64" fmla="*/ 7 w 292"/>
                <a:gd name="T65" fmla="*/ 234 h 298"/>
                <a:gd name="T66" fmla="*/ 14 w 292"/>
                <a:gd name="T67" fmla="*/ 196 h 298"/>
                <a:gd name="T68" fmla="*/ 19 w 292"/>
                <a:gd name="T69" fmla="*/ 182 h 298"/>
                <a:gd name="T70" fmla="*/ 36 w 292"/>
                <a:gd name="T71" fmla="*/ 177 h 298"/>
                <a:gd name="T72" fmla="*/ 60 w 292"/>
                <a:gd name="T73" fmla="*/ 168 h 298"/>
                <a:gd name="T74" fmla="*/ 73 w 292"/>
                <a:gd name="T75" fmla="*/ 152 h 298"/>
                <a:gd name="T76" fmla="*/ 67 w 292"/>
                <a:gd name="T77" fmla="*/ 138 h 298"/>
                <a:gd name="T78" fmla="*/ 59 w 292"/>
                <a:gd name="T79" fmla="*/ 114 h 298"/>
                <a:gd name="T80" fmla="*/ 52 w 292"/>
                <a:gd name="T81" fmla="*/ 80 h 298"/>
                <a:gd name="T82" fmla="*/ 60 w 292"/>
                <a:gd name="T83" fmla="*/ 73 h 298"/>
                <a:gd name="T84" fmla="*/ 76 w 292"/>
                <a:gd name="T85" fmla="*/ 61 h 298"/>
                <a:gd name="T86" fmla="*/ 98 w 292"/>
                <a:gd name="T87" fmla="*/ 55 h 298"/>
                <a:gd name="T88" fmla="*/ 130 w 292"/>
                <a:gd name="T89" fmla="*/ 52 h 298"/>
                <a:gd name="T90" fmla="*/ 126 w 292"/>
                <a:gd name="T91" fmla="*/ 38 h 298"/>
                <a:gd name="T92" fmla="*/ 116 w 292"/>
                <a:gd name="T93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92" h="298">
                  <a:moveTo>
                    <a:pt x="116" y="0"/>
                  </a:moveTo>
                  <a:lnTo>
                    <a:pt x="123" y="4"/>
                  </a:lnTo>
                  <a:lnTo>
                    <a:pt x="126" y="7"/>
                  </a:lnTo>
                  <a:lnTo>
                    <a:pt x="130" y="12"/>
                  </a:lnTo>
                  <a:lnTo>
                    <a:pt x="133" y="16"/>
                  </a:lnTo>
                  <a:lnTo>
                    <a:pt x="133" y="23"/>
                  </a:lnTo>
                  <a:lnTo>
                    <a:pt x="135" y="26"/>
                  </a:lnTo>
                  <a:lnTo>
                    <a:pt x="138" y="26"/>
                  </a:lnTo>
                  <a:lnTo>
                    <a:pt x="156" y="23"/>
                  </a:lnTo>
                  <a:lnTo>
                    <a:pt x="171" y="23"/>
                  </a:lnTo>
                  <a:lnTo>
                    <a:pt x="175" y="21"/>
                  </a:lnTo>
                  <a:lnTo>
                    <a:pt x="178" y="19"/>
                  </a:lnTo>
                  <a:lnTo>
                    <a:pt x="183" y="9"/>
                  </a:lnTo>
                  <a:lnTo>
                    <a:pt x="183" y="14"/>
                  </a:lnTo>
                  <a:lnTo>
                    <a:pt x="183" y="23"/>
                  </a:lnTo>
                  <a:lnTo>
                    <a:pt x="192" y="49"/>
                  </a:lnTo>
                  <a:lnTo>
                    <a:pt x="194" y="54"/>
                  </a:lnTo>
                  <a:lnTo>
                    <a:pt x="199" y="54"/>
                  </a:lnTo>
                  <a:lnTo>
                    <a:pt x="199" y="55"/>
                  </a:lnTo>
                  <a:lnTo>
                    <a:pt x="199" y="61"/>
                  </a:lnTo>
                  <a:lnTo>
                    <a:pt x="200" y="66"/>
                  </a:lnTo>
                  <a:lnTo>
                    <a:pt x="206" y="76"/>
                  </a:lnTo>
                  <a:lnTo>
                    <a:pt x="206" y="92"/>
                  </a:lnTo>
                  <a:lnTo>
                    <a:pt x="206" y="102"/>
                  </a:lnTo>
                  <a:lnTo>
                    <a:pt x="207" y="114"/>
                  </a:lnTo>
                  <a:lnTo>
                    <a:pt x="209" y="119"/>
                  </a:lnTo>
                  <a:lnTo>
                    <a:pt x="214" y="123"/>
                  </a:lnTo>
                  <a:lnTo>
                    <a:pt x="219" y="126"/>
                  </a:lnTo>
                  <a:lnTo>
                    <a:pt x="225" y="130"/>
                  </a:lnTo>
                  <a:lnTo>
                    <a:pt x="228" y="132"/>
                  </a:lnTo>
                  <a:lnTo>
                    <a:pt x="233" y="135"/>
                  </a:lnTo>
                  <a:lnTo>
                    <a:pt x="245" y="142"/>
                  </a:lnTo>
                  <a:lnTo>
                    <a:pt x="245" y="145"/>
                  </a:lnTo>
                  <a:lnTo>
                    <a:pt x="245" y="145"/>
                  </a:lnTo>
                  <a:lnTo>
                    <a:pt x="252" y="154"/>
                  </a:lnTo>
                  <a:lnTo>
                    <a:pt x="259" y="161"/>
                  </a:lnTo>
                  <a:lnTo>
                    <a:pt x="264" y="163"/>
                  </a:lnTo>
                  <a:lnTo>
                    <a:pt x="273" y="173"/>
                  </a:lnTo>
                  <a:lnTo>
                    <a:pt x="287" y="185"/>
                  </a:lnTo>
                  <a:lnTo>
                    <a:pt x="290" y="185"/>
                  </a:lnTo>
                  <a:lnTo>
                    <a:pt x="292" y="187"/>
                  </a:lnTo>
                  <a:lnTo>
                    <a:pt x="292" y="199"/>
                  </a:lnTo>
                  <a:lnTo>
                    <a:pt x="290" y="203"/>
                  </a:lnTo>
                  <a:lnTo>
                    <a:pt x="287" y="206"/>
                  </a:lnTo>
                  <a:lnTo>
                    <a:pt x="285" y="208"/>
                  </a:lnTo>
                  <a:lnTo>
                    <a:pt x="278" y="211"/>
                  </a:lnTo>
                  <a:lnTo>
                    <a:pt x="273" y="211"/>
                  </a:lnTo>
                  <a:lnTo>
                    <a:pt x="268" y="215"/>
                  </a:lnTo>
                  <a:lnTo>
                    <a:pt x="268" y="215"/>
                  </a:lnTo>
                  <a:lnTo>
                    <a:pt x="261" y="215"/>
                  </a:lnTo>
                  <a:lnTo>
                    <a:pt x="258" y="218"/>
                  </a:lnTo>
                  <a:lnTo>
                    <a:pt x="254" y="220"/>
                  </a:lnTo>
                  <a:lnTo>
                    <a:pt x="254" y="227"/>
                  </a:lnTo>
                  <a:lnTo>
                    <a:pt x="252" y="230"/>
                  </a:lnTo>
                  <a:lnTo>
                    <a:pt x="249" y="235"/>
                  </a:lnTo>
                  <a:lnTo>
                    <a:pt x="242" y="242"/>
                  </a:lnTo>
                  <a:lnTo>
                    <a:pt x="237" y="249"/>
                  </a:lnTo>
                  <a:lnTo>
                    <a:pt x="233" y="253"/>
                  </a:lnTo>
                  <a:lnTo>
                    <a:pt x="221" y="268"/>
                  </a:lnTo>
                  <a:lnTo>
                    <a:pt x="219" y="272"/>
                  </a:lnTo>
                  <a:lnTo>
                    <a:pt x="214" y="279"/>
                  </a:lnTo>
                  <a:lnTo>
                    <a:pt x="209" y="282"/>
                  </a:lnTo>
                  <a:lnTo>
                    <a:pt x="206" y="286"/>
                  </a:lnTo>
                  <a:lnTo>
                    <a:pt x="161" y="286"/>
                  </a:lnTo>
                  <a:lnTo>
                    <a:pt x="154" y="286"/>
                  </a:lnTo>
                  <a:lnTo>
                    <a:pt x="149" y="289"/>
                  </a:lnTo>
                  <a:lnTo>
                    <a:pt x="145" y="292"/>
                  </a:lnTo>
                  <a:lnTo>
                    <a:pt x="138" y="298"/>
                  </a:lnTo>
                  <a:lnTo>
                    <a:pt x="130" y="298"/>
                  </a:lnTo>
                  <a:lnTo>
                    <a:pt x="123" y="294"/>
                  </a:lnTo>
                  <a:lnTo>
                    <a:pt x="117" y="289"/>
                  </a:lnTo>
                  <a:lnTo>
                    <a:pt x="114" y="282"/>
                  </a:lnTo>
                  <a:lnTo>
                    <a:pt x="109" y="273"/>
                  </a:lnTo>
                  <a:lnTo>
                    <a:pt x="102" y="265"/>
                  </a:lnTo>
                  <a:lnTo>
                    <a:pt x="98" y="265"/>
                  </a:lnTo>
                  <a:lnTo>
                    <a:pt x="93" y="260"/>
                  </a:lnTo>
                  <a:lnTo>
                    <a:pt x="86" y="260"/>
                  </a:lnTo>
                  <a:lnTo>
                    <a:pt x="74" y="260"/>
                  </a:lnTo>
                  <a:lnTo>
                    <a:pt x="67" y="261"/>
                  </a:lnTo>
                  <a:lnTo>
                    <a:pt x="60" y="268"/>
                  </a:lnTo>
                  <a:lnTo>
                    <a:pt x="59" y="272"/>
                  </a:lnTo>
                  <a:lnTo>
                    <a:pt x="55" y="272"/>
                  </a:lnTo>
                  <a:lnTo>
                    <a:pt x="52" y="272"/>
                  </a:lnTo>
                  <a:lnTo>
                    <a:pt x="48" y="272"/>
                  </a:lnTo>
                  <a:lnTo>
                    <a:pt x="29" y="273"/>
                  </a:lnTo>
                  <a:lnTo>
                    <a:pt x="35" y="272"/>
                  </a:lnTo>
                  <a:lnTo>
                    <a:pt x="31" y="272"/>
                  </a:lnTo>
                  <a:lnTo>
                    <a:pt x="26" y="272"/>
                  </a:lnTo>
                  <a:lnTo>
                    <a:pt x="14" y="268"/>
                  </a:lnTo>
                  <a:lnTo>
                    <a:pt x="7" y="265"/>
                  </a:lnTo>
                  <a:lnTo>
                    <a:pt x="2" y="265"/>
                  </a:lnTo>
                  <a:lnTo>
                    <a:pt x="0" y="241"/>
                  </a:lnTo>
                  <a:lnTo>
                    <a:pt x="2" y="239"/>
                  </a:lnTo>
                  <a:lnTo>
                    <a:pt x="0" y="239"/>
                  </a:lnTo>
                  <a:lnTo>
                    <a:pt x="0" y="237"/>
                  </a:lnTo>
                  <a:lnTo>
                    <a:pt x="7" y="241"/>
                  </a:lnTo>
                  <a:lnTo>
                    <a:pt x="7" y="246"/>
                  </a:lnTo>
                  <a:lnTo>
                    <a:pt x="10" y="246"/>
                  </a:lnTo>
                  <a:lnTo>
                    <a:pt x="7" y="234"/>
                  </a:lnTo>
                  <a:lnTo>
                    <a:pt x="7" y="220"/>
                  </a:lnTo>
                  <a:lnTo>
                    <a:pt x="7" y="211"/>
                  </a:lnTo>
                  <a:lnTo>
                    <a:pt x="14" y="196"/>
                  </a:lnTo>
                  <a:lnTo>
                    <a:pt x="14" y="192"/>
                  </a:lnTo>
                  <a:lnTo>
                    <a:pt x="17" y="185"/>
                  </a:lnTo>
                  <a:lnTo>
                    <a:pt x="19" y="182"/>
                  </a:lnTo>
                  <a:lnTo>
                    <a:pt x="22" y="180"/>
                  </a:lnTo>
                  <a:lnTo>
                    <a:pt x="31" y="177"/>
                  </a:lnTo>
                  <a:lnTo>
                    <a:pt x="36" y="177"/>
                  </a:lnTo>
                  <a:lnTo>
                    <a:pt x="47" y="175"/>
                  </a:lnTo>
                  <a:lnTo>
                    <a:pt x="55" y="173"/>
                  </a:lnTo>
                  <a:lnTo>
                    <a:pt x="60" y="168"/>
                  </a:lnTo>
                  <a:lnTo>
                    <a:pt x="67" y="161"/>
                  </a:lnTo>
                  <a:lnTo>
                    <a:pt x="69" y="156"/>
                  </a:lnTo>
                  <a:lnTo>
                    <a:pt x="73" y="152"/>
                  </a:lnTo>
                  <a:lnTo>
                    <a:pt x="73" y="145"/>
                  </a:lnTo>
                  <a:lnTo>
                    <a:pt x="69" y="142"/>
                  </a:lnTo>
                  <a:lnTo>
                    <a:pt x="67" y="138"/>
                  </a:lnTo>
                  <a:lnTo>
                    <a:pt x="64" y="133"/>
                  </a:lnTo>
                  <a:lnTo>
                    <a:pt x="60" y="123"/>
                  </a:lnTo>
                  <a:lnTo>
                    <a:pt x="59" y="114"/>
                  </a:lnTo>
                  <a:lnTo>
                    <a:pt x="52" y="100"/>
                  </a:lnTo>
                  <a:lnTo>
                    <a:pt x="52" y="81"/>
                  </a:lnTo>
                  <a:lnTo>
                    <a:pt x="52" y="80"/>
                  </a:lnTo>
                  <a:lnTo>
                    <a:pt x="54" y="74"/>
                  </a:lnTo>
                  <a:lnTo>
                    <a:pt x="59" y="73"/>
                  </a:lnTo>
                  <a:lnTo>
                    <a:pt x="60" y="73"/>
                  </a:lnTo>
                  <a:lnTo>
                    <a:pt x="64" y="69"/>
                  </a:lnTo>
                  <a:lnTo>
                    <a:pt x="73" y="68"/>
                  </a:lnTo>
                  <a:lnTo>
                    <a:pt x="76" y="61"/>
                  </a:lnTo>
                  <a:lnTo>
                    <a:pt x="79" y="59"/>
                  </a:lnTo>
                  <a:lnTo>
                    <a:pt x="83" y="59"/>
                  </a:lnTo>
                  <a:lnTo>
                    <a:pt x="98" y="55"/>
                  </a:lnTo>
                  <a:lnTo>
                    <a:pt x="117" y="54"/>
                  </a:lnTo>
                  <a:lnTo>
                    <a:pt x="128" y="54"/>
                  </a:lnTo>
                  <a:lnTo>
                    <a:pt x="130" y="52"/>
                  </a:lnTo>
                  <a:lnTo>
                    <a:pt x="130" y="49"/>
                  </a:lnTo>
                  <a:lnTo>
                    <a:pt x="128" y="47"/>
                  </a:lnTo>
                  <a:lnTo>
                    <a:pt x="126" y="38"/>
                  </a:lnTo>
                  <a:lnTo>
                    <a:pt x="123" y="35"/>
                  </a:lnTo>
                  <a:lnTo>
                    <a:pt x="123" y="29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4" name="Freeform 93">
              <a:extLst>
                <a:ext uri="{FF2B5EF4-FFF2-40B4-BE49-F238E27FC236}">
                  <a16:creationId xmlns:a16="http://schemas.microsoft.com/office/drawing/2014/main" xmlns="" id="{DC38FD4A-9485-4E45-9403-335E1BBE0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44505" y="5107565"/>
              <a:ext cx="663575" cy="609600"/>
            </a:xfrm>
            <a:custGeom>
              <a:avLst/>
              <a:gdLst>
                <a:gd name="T0" fmla="*/ 485 w 837"/>
                <a:gd name="T1" fmla="*/ 31 h 768"/>
                <a:gd name="T2" fmla="*/ 509 w 837"/>
                <a:gd name="T3" fmla="*/ 66 h 768"/>
                <a:gd name="T4" fmla="*/ 524 w 837"/>
                <a:gd name="T5" fmla="*/ 98 h 768"/>
                <a:gd name="T6" fmla="*/ 562 w 837"/>
                <a:gd name="T7" fmla="*/ 138 h 768"/>
                <a:gd name="T8" fmla="*/ 588 w 837"/>
                <a:gd name="T9" fmla="*/ 164 h 768"/>
                <a:gd name="T10" fmla="*/ 600 w 837"/>
                <a:gd name="T11" fmla="*/ 225 h 768"/>
                <a:gd name="T12" fmla="*/ 631 w 837"/>
                <a:gd name="T13" fmla="*/ 263 h 768"/>
                <a:gd name="T14" fmla="*/ 709 w 837"/>
                <a:gd name="T15" fmla="*/ 265 h 768"/>
                <a:gd name="T16" fmla="*/ 756 w 837"/>
                <a:gd name="T17" fmla="*/ 277 h 768"/>
                <a:gd name="T18" fmla="*/ 782 w 837"/>
                <a:gd name="T19" fmla="*/ 301 h 768"/>
                <a:gd name="T20" fmla="*/ 771 w 837"/>
                <a:gd name="T21" fmla="*/ 361 h 768"/>
                <a:gd name="T22" fmla="*/ 796 w 837"/>
                <a:gd name="T23" fmla="*/ 384 h 768"/>
                <a:gd name="T24" fmla="*/ 822 w 837"/>
                <a:gd name="T25" fmla="*/ 367 h 768"/>
                <a:gd name="T26" fmla="*/ 813 w 837"/>
                <a:gd name="T27" fmla="*/ 403 h 768"/>
                <a:gd name="T28" fmla="*/ 754 w 837"/>
                <a:gd name="T29" fmla="*/ 438 h 768"/>
                <a:gd name="T30" fmla="*/ 709 w 837"/>
                <a:gd name="T31" fmla="*/ 472 h 768"/>
                <a:gd name="T32" fmla="*/ 668 w 837"/>
                <a:gd name="T33" fmla="*/ 496 h 768"/>
                <a:gd name="T34" fmla="*/ 701 w 837"/>
                <a:gd name="T35" fmla="*/ 524 h 768"/>
                <a:gd name="T36" fmla="*/ 730 w 837"/>
                <a:gd name="T37" fmla="*/ 566 h 768"/>
                <a:gd name="T38" fmla="*/ 704 w 837"/>
                <a:gd name="T39" fmla="*/ 593 h 768"/>
                <a:gd name="T40" fmla="*/ 683 w 837"/>
                <a:gd name="T41" fmla="*/ 633 h 768"/>
                <a:gd name="T42" fmla="*/ 649 w 837"/>
                <a:gd name="T43" fmla="*/ 650 h 768"/>
                <a:gd name="T44" fmla="*/ 612 w 837"/>
                <a:gd name="T45" fmla="*/ 659 h 768"/>
                <a:gd name="T46" fmla="*/ 573 w 837"/>
                <a:gd name="T47" fmla="*/ 662 h 768"/>
                <a:gd name="T48" fmla="*/ 578 w 837"/>
                <a:gd name="T49" fmla="*/ 598 h 768"/>
                <a:gd name="T50" fmla="*/ 531 w 837"/>
                <a:gd name="T51" fmla="*/ 572 h 768"/>
                <a:gd name="T52" fmla="*/ 510 w 837"/>
                <a:gd name="T53" fmla="*/ 579 h 768"/>
                <a:gd name="T54" fmla="*/ 483 w 837"/>
                <a:gd name="T55" fmla="*/ 621 h 768"/>
                <a:gd name="T56" fmla="*/ 509 w 837"/>
                <a:gd name="T57" fmla="*/ 659 h 768"/>
                <a:gd name="T58" fmla="*/ 485 w 837"/>
                <a:gd name="T59" fmla="*/ 714 h 768"/>
                <a:gd name="T60" fmla="*/ 459 w 837"/>
                <a:gd name="T61" fmla="*/ 751 h 768"/>
                <a:gd name="T62" fmla="*/ 419 w 837"/>
                <a:gd name="T63" fmla="*/ 756 h 768"/>
                <a:gd name="T64" fmla="*/ 384 w 837"/>
                <a:gd name="T65" fmla="*/ 728 h 768"/>
                <a:gd name="T66" fmla="*/ 353 w 837"/>
                <a:gd name="T67" fmla="*/ 681 h 768"/>
                <a:gd name="T68" fmla="*/ 306 w 837"/>
                <a:gd name="T69" fmla="*/ 626 h 768"/>
                <a:gd name="T70" fmla="*/ 241 w 837"/>
                <a:gd name="T71" fmla="*/ 600 h 768"/>
                <a:gd name="T72" fmla="*/ 177 w 837"/>
                <a:gd name="T73" fmla="*/ 572 h 768"/>
                <a:gd name="T74" fmla="*/ 132 w 837"/>
                <a:gd name="T75" fmla="*/ 579 h 768"/>
                <a:gd name="T76" fmla="*/ 106 w 837"/>
                <a:gd name="T77" fmla="*/ 531 h 768"/>
                <a:gd name="T78" fmla="*/ 78 w 837"/>
                <a:gd name="T79" fmla="*/ 479 h 768"/>
                <a:gd name="T80" fmla="*/ 40 w 837"/>
                <a:gd name="T81" fmla="*/ 450 h 768"/>
                <a:gd name="T82" fmla="*/ 49 w 837"/>
                <a:gd name="T83" fmla="*/ 379 h 768"/>
                <a:gd name="T84" fmla="*/ 2 w 837"/>
                <a:gd name="T85" fmla="*/ 354 h 768"/>
                <a:gd name="T86" fmla="*/ 13 w 837"/>
                <a:gd name="T87" fmla="*/ 306 h 768"/>
                <a:gd name="T88" fmla="*/ 33 w 837"/>
                <a:gd name="T89" fmla="*/ 271 h 768"/>
                <a:gd name="T90" fmla="*/ 66 w 837"/>
                <a:gd name="T91" fmla="*/ 228 h 768"/>
                <a:gd name="T92" fmla="*/ 121 w 837"/>
                <a:gd name="T93" fmla="*/ 207 h 768"/>
                <a:gd name="T94" fmla="*/ 134 w 837"/>
                <a:gd name="T95" fmla="*/ 237 h 768"/>
                <a:gd name="T96" fmla="*/ 191 w 837"/>
                <a:gd name="T97" fmla="*/ 228 h 768"/>
                <a:gd name="T98" fmla="*/ 244 w 837"/>
                <a:gd name="T99" fmla="*/ 218 h 768"/>
                <a:gd name="T100" fmla="*/ 279 w 837"/>
                <a:gd name="T101" fmla="*/ 164 h 768"/>
                <a:gd name="T102" fmla="*/ 320 w 837"/>
                <a:gd name="T103" fmla="*/ 124 h 768"/>
                <a:gd name="T104" fmla="*/ 353 w 837"/>
                <a:gd name="T105" fmla="*/ 93 h 768"/>
                <a:gd name="T106" fmla="*/ 367 w 837"/>
                <a:gd name="T107" fmla="*/ 53 h 768"/>
                <a:gd name="T108" fmla="*/ 398 w 837"/>
                <a:gd name="T109" fmla="*/ 31 h 768"/>
                <a:gd name="T110" fmla="*/ 434 w 837"/>
                <a:gd name="T111" fmla="*/ 1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7" h="768">
                  <a:moveTo>
                    <a:pt x="445" y="0"/>
                  </a:moveTo>
                  <a:lnTo>
                    <a:pt x="452" y="0"/>
                  </a:lnTo>
                  <a:lnTo>
                    <a:pt x="452" y="24"/>
                  </a:lnTo>
                  <a:lnTo>
                    <a:pt x="457" y="26"/>
                  </a:lnTo>
                  <a:lnTo>
                    <a:pt x="465" y="28"/>
                  </a:lnTo>
                  <a:lnTo>
                    <a:pt x="476" y="31"/>
                  </a:lnTo>
                  <a:lnTo>
                    <a:pt x="483" y="31"/>
                  </a:lnTo>
                  <a:lnTo>
                    <a:pt x="485" y="31"/>
                  </a:lnTo>
                  <a:lnTo>
                    <a:pt x="481" y="34"/>
                  </a:lnTo>
                  <a:lnTo>
                    <a:pt x="491" y="47"/>
                  </a:lnTo>
                  <a:lnTo>
                    <a:pt x="498" y="57"/>
                  </a:lnTo>
                  <a:lnTo>
                    <a:pt x="498" y="57"/>
                  </a:lnTo>
                  <a:lnTo>
                    <a:pt x="498" y="59"/>
                  </a:lnTo>
                  <a:lnTo>
                    <a:pt x="502" y="64"/>
                  </a:lnTo>
                  <a:lnTo>
                    <a:pt x="505" y="66"/>
                  </a:lnTo>
                  <a:lnTo>
                    <a:pt x="509" y="66"/>
                  </a:lnTo>
                  <a:lnTo>
                    <a:pt x="512" y="66"/>
                  </a:lnTo>
                  <a:lnTo>
                    <a:pt x="517" y="72"/>
                  </a:lnTo>
                  <a:lnTo>
                    <a:pt x="517" y="78"/>
                  </a:lnTo>
                  <a:lnTo>
                    <a:pt x="519" y="85"/>
                  </a:lnTo>
                  <a:lnTo>
                    <a:pt x="519" y="88"/>
                  </a:lnTo>
                  <a:lnTo>
                    <a:pt x="523" y="93"/>
                  </a:lnTo>
                  <a:lnTo>
                    <a:pt x="523" y="97"/>
                  </a:lnTo>
                  <a:lnTo>
                    <a:pt x="524" y="98"/>
                  </a:lnTo>
                  <a:lnTo>
                    <a:pt x="529" y="109"/>
                  </a:lnTo>
                  <a:lnTo>
                    <a:pt x="535" y="119"/>
                  </a:lnTo>
                  <a:lnTo>
                    <a:pt x="538" y="124"/>
                  </a:lnTo>
                  <a:lnTo>
                    <a:pt x="542" y="128"/>
                  </a:lnTo>
                  <a:lnTo>
                    <a:pt x="545" y="128"/>
                  </a:lnTo>
                  <a:lnTo>
                    <a:pt x="552" y="133"/>
                  </a:lnTo>
                  <a:lnTo>
                    <a:pt x="557" y="135"/>
                  </a:lnTo>
                  <a:lnTo>
                    <a:pt x="562" y="138"/>
                  </a:lnTo>
                  <a:lnTo>
                    <a:pt x="564" y="140"/>
                  </a:lnTo>
                  <a:lnTo>
                    <a:pt x="566" y="147"/>
                  </a:lnTo>
                  <a:lnTo>
                    <a:pt x="566" y="150"/>
                  </a:lnTo>
                  <a:lnTo>
                    <a:pt x="571" y="152"/>
                  </a:lnTo>
                  <a:lnTo>
                    <a:pt x="576" y="152"/>
                  </a:lnTo>
                  <a:lnTo>
                    <a:pt x="581" y="156"/>
                  </a:lnTo>
                  <a:lnTo>
                    <a:pt x="585" y="157"/>
                  </a:lnTo>
                  <a:lnTo>
                    <a:pt x="588" y="164"/>
                  </a:lnTo>
                  <a:lnTo>
                    <a:pt x="588" y="194"/>
                  </a:lnTo>
                  <a:lnTo>
                    <a:pt x="590" y="204"/>
                  </a:lnTo>
                  <a:lnTo>
                    <a:pt x="592" y="207"/>
                  </a:lnTo>
                  <a:lnTo>
                    <a:pt x="593" y="211"/>
                  </a:lnTo>
                  <a:lnTo>
                    <a:pt x="595" y="216"/>
                  </a:lnTo>
                  <a:lnTo>
                    <a:pt x="599" y="220"/>
                  </a:lnTo>
                  <a:lnTo>
                    <a:pt x="600" y="221"/>
                  </a:lnTo>
                  <a:lnTo>
                    <a:pt x="600" y="225"/>
                  </a:lnTo>
                  <a:lnTo>
                    <a:pt x="604" y="230"/>
                  </a:lnTo>
                  <a:lnTo>
                    <a:pt x="607" y="233"/>
                  </a:lnTo>
                  <a:lnTo>
                    <a:pt x="611" y="237"/>
                  </a:lnTo>
                  <a:lnTo>
                    <a:pt x="618" y="244"/>
                  </a:lnTo>
                  <a:lnTo>
                    <a:pt x="623" y="256"/>
                  </a:lnTo>
                  <a:lnTo>
                    <a:pt x="625" y="258"/>
                  </a:lnTo>
                  <a:lnTo>
                    <a:pt x="625" y="259"/>
                  </a:lnTo>
                  <a:lnTo>
                    <a:pt x="631" y="263"/>
                  </a:lnTo>
                  <a:lnTo>
                    <a:pt x="642" y="263"/>
                  </a:lnTo>
                  <a:lnTo>
                    <a:pt x="645" y="261"/>
                  </a:lnTo>
                  <a:lnTo>
                    <a:pt x="650" y="254"/>
                  </a:lnTo>
                  <a:lnTo>
                    <a:pt x="657" y="249"/>
                  </a:lnTo>
                  <a:lnTo>
                    <a:pt x="659" y="247"/>
                  </a:lnTo>
                  <a:lnTo>
                    <a:pt x="709" y="247"/>
                  </a:lnTo>
                  <a:lnTo>
                    <a:pt x="709" y="249"/>
                  </a:lnTo>
                  <a:lnTo>
                    <a:pt x="709" y="265"/>
                  </a:lnTo>
                  <a:lnTo>
                    <a:pt x="713" y="273"/>
                  </a:lnTo>
                  <a:lnTo>
                    <a:pt x="713" y="277"/>
                  </a:lnTo>
                  <a:lnTo>
                    <a:pt x="716" y="280"/>
                  </a:lnTo>
                  <a:lnTo>
                    <a:pt x="718" y="282"/>
                  </a:lnTo>
                  <a:lnTo>
                    <a:pt x="730" y="282"/>
                  </a:lnTo>
                  <a:lnTo>
                    <a:pt x="735" y="280"/>
                  </a:lnTo>
                  <a:lnTo>
                    <a:pt x="744" y="277"/>
                  </a:lnTo>
                  <a:lnTo>
                    <a:pt x="756" y="277"/>
                  </a:lnTo>
                  <a:lnTo>
                    <a:pt x="761" y="282"/>
                  </a:lnTo>
                  <a:lnTo>
                    <a:pt x="765" y="287"/>
                  </a:lnTo>
                  <a:lnTo>
                    <a:pt x="765" y="285"/>
                  </a:lnTo>
                  <a:lnTo>
                    <a:pt x="768" y="287"/>
                  </a:lnTo>
                  <a:lnTo>
                    <a:pt x="768" y="287"/>
                  </a:lnTo>
                  <a:lnTo>
                    <a:pt x="771" y="296"/>
                  </a:lnTo>
                  <a:lnTo>
                    <a:pt x="775" y="297"/>
                  </a:lnTo>
                  <a:lnTo>
                    <a:pt x="782" y="301"/>
                  </a:lnTo>
                  <a:lnTo>
                    <a:pt x="787" y="303"/>
                  </a:lnTo>
                  <a:lnTo>
                    <a:pt x="784" y="313"/>
                  </a:lnTo>
                  <a:lnTo>
                    <a:pt x="778" y="322"/>
                  </a:lnTo>
                  <a:lnTo>
                    <a:pt x="777" y="327"/>
                  </a:lnTo>
                  <a:lnTo>
                    <a:pt x="775" y="337"/>
                  </a:lnTo>
                  <a:lnTo>
                    <a:pt x="777" y="348"/>
                  </a:lnTo>
                  <a:lnTo>
                    <a:pt x="775" y="358"/>
                  </a:lnTo>
                  <a:lnTo>
                    <a:pt x="771" y="361"/>
                  </a:lnTo>
                  <a:lnTo>
                    <a:pt x="768" y="365"/>
                  </a:lnTo>
                  <a:lnTo>
                    <a:pt x="765" y="368"/>
                  </a:lnTo>
                  <a:lnTo>
                    <a:pt x="765" y="374"/>
                  </a:lnTo>
                  <a:lnTo>
                    <a:pt x="768" y="380"/>
                  </a:lnTo>
                  <a:lnTo>
                    <a:pt x="771" y="384"/>
                  </a:lnTo>
                  <a:lnTo>
                    <a:pt x="782" y="384"/>
                  </a:lnTo>
                  <a:lnTo>
                    <a:pt x="792" y="384"/>
                  </a:lnTo>
                  <a:lnTo>
                    <a:pt x="796" y="384"/>
                  </a:lnTo>
                  <a:lnTo>
                    <a:pt x="799" y="380"/>
                  </a:lnTo>
                  <a:lnTo>
                    <a:pt x="801" y="377"/>
                  </a:lnTo>
                  <a:lnTo>
                    <a:pt x="803" y="374"/>
                  </a:lnTo>
                  <a:lnTo>
                    <a:pt x="803" y="368"/>
                  </a:lnTo>
                  <a:lnTo>
                    <a:pt x="810" y="365"/>
                  </a:lnTo>
                  <a:lnTo>
                    <a:pt x="810" y="365"/>
                  </a:lnTo>
                  <a:lnTo>
                    <a:pt x="818" y="365"/>
                  </a:lnTo>
                  <a:lnTo>
                    <a:pt x="822" y="367"/>
                  </a:lnTo>
                  <a:lnTo>
                    <a:pt x="825" y="368"/>
                  </a:lnTo>
                  <a:lnTo>
                    <a:pt x="829" y="377"/>
                  </a:lnTo>
                  <a:lnTo>
                    <a:pt x="837" y="386"/>
                  </a:lnTo>
                  <a:lnTo>
                    <a:pt x="832" y="387"/>
                  </a:lnTo>
                  <a:lnTo>
                    <a:pt x="829" y="391"/>
                  </a:lnTo>
                  <a:lnTo>
                    <a:pt x="827" y="393"/>
                  </a:lnTo>
                  <a:lnTo>
                    <a:pt x="822" y="399"/>
                  </a:lnTo>
                  <a:lnTo>
                    <a:pt x="813" y="403"/>
                  </a:lnTo>
                  <a:lnTo>
                    <a:pt x="803" y="406"/>
                  </a:lnTo>
                  <a:lnTo>
                    <a:pt x="799" y="406"/>
                  </a:lnTo>
                  <a:lnTo>
                    <a:pt x="796" y="408"/>
                  </a:lnTo>
                  <a:lnTo>
                    <a:pt x="778" y="420"/>
                  </a:lnTo>
                  <a:lnTo>
                    <a:pt x="777" y="424"/>
                  </a:lnTo>
                  <a:lnTo>
                    <a:pt x="771" y="431"/>
                  </a:lnTo>
                  <a:lnTo>
                    <a:pt x="765" y="431"/>
                  </a:lnTo>
                  <a:lnTo>
                    <a:pt x="754" y="438"/>
                  </a:lnTo>
                  <a:lnTo>
                    <a:pt x="744" y="443"/>
                  </a:lnTo>
                  <a:lnTo>
                    <a:pt x="740" y="446"/>
                  </a:lnTo>
                  <a:lnTo>
                    <a:pt x="728" y="446"/>
                  </a:lnTo>
                  <a:lnTo>
                    <a:pt x="725" y="448"/>
                  </a:lnTo>
                  <a:lnTo>
                    <a:pt x="721" y="453"/>
                  </a:lnTo>
                  <a:lnTo>
                    <a:pt x="716" y="462"/>
                  </a:lnTo>
                  <a:lnTo>
                    <a:pt x="713" y="465"/>
                  </a:lnTo>
                  <a:lnTo>
                    <a:pt x="709" y="472"/>
                  </a:lnTo>
                  <a:lnTo>
                    <a:pt x="708" y="472"/>
                  </a:lnTo>
                  <a:lnTo>
                    <a:pt x="699" y="472"/>
                  </a:lnTo>
                  <a:lnTo>
                    <a:pt x="692" y="474"/>
                  </a:lnTo>
                  <a:lnTo>
                    <a:pt x="685" y="477"/>
                  </a:lnTo>
                  <a:lnTo>
                    <a:pt x="678" y="479"/>
                  </a:lnTo>
                  <a:lnTo>
                    <a:pt x="671" y="484"/>
                  </a:lnTo>
                  <a:lnTo>
                    <a:pt x="669" y="488"/>
                  </a:lnTo>
                  <a:lnTo>
                    <a:pt x="668" y="496"/>
                  </a:lnTo>
                  <a:lnTo>
                    <a:pt x="668" y="503"/>
                  </a:lnTo>
                  <a:lnTo>
                    <a:pt x="669" y="505"/>
                  </a:lnTo>
                  <a:lnTo>
                    <a:pt x="671" y="512"/>
                  </a:lnTo>
                  <a:lnTo>
                    <a:pt x="671" y="517"/>
                  </a:lnTo>
                  <a:lnTo>
                    <a:pt x="675" y="519"/>
                  </a:lnTo>
                  <a:lnTo>
                    <a:pt x="678" y="521"/>
                  </a:lnTo>
                  <a:lnTo>
                    <a:pt x="695" y="521"/>
                  </a:lnTo>
                  <a:lnTo>
                    <a:pt x="701" y="524"/>
                  </a:lnTo>
                  <a:lnTo>
                    <a:pt x="708" y="526"/>
                  </a:lnTo>
                  <a:lnTo>
                    <a:pt x="713" y="527"/>
                  </a:lnTo>
                  <a:lnTo>
                    <a:pt x="716" y="531"/>
                  </a:lnTo>
                  <a:lnTo>
                    <a:pt x="718" y="531"/>
                  </a:lnTo>
                  <a:lnTo>
                    <a:pt x="730" y="543"/>
                  </a:lnTo>
                  <a:lnTo>
                    <a:pt x="732" y="550"/>
                  </a:lnTo>
                  <a:lnTo>
                    <a:pt x="732" y="552"/>
                  </a:lnTo>
                  <a:lnTo>
                    <a:pt x="730" y="566"/>
                  </a:lnTo>
                  <a:lnTo>
                    <a:pt x="723" y="566"/>
                  </a:lnTo>
                  <a:lnTo>
                    <a:pt x="716" y="566"/>
                  </a:lnTo>
                  <a:lnTo>
                    <a:pt x="709" y="571"/>
                  </a:lnTo>
                  <a:lnTo>
                    <a:pt x="704" y="574"/>
                  </a:lnTo>
                  <a:lnTo>
                    <a:pt x="699" y="585"/>
                  </a:lnTo>
                  <a:lnTo>
                    <a:pt x="697" y="590"/>
                  </a:lnTo>
                  <a:lnTo>
                    <a:pt x="699" y="590"/>
                  </a:lnTo>
                  <a:lnTo>
                    <a:pt x="704" y="593"/>
                  </a:lnTo>
                  <a:lnTo>
                    <a:pt x="706" y="597"/>
                  </a:lnTo>
                  <a:lnTo>
                    <a:pt x="708" y="600"/>
                  </a:lnTo>
                  <a:lnTo>
                    <a:pt x="706" y="605"/>
                  </a:lnTo>
                  <a:lnTo>
                    <a:pt x="706" y="609"/>
                  </a:lnTo>
                  <a:lnTo>
                    <a:pt x="702" y="612"/>
                  </a:lnTo>
                  <a:lnTo>
                    <a:pt x="697" y="617"/>
                  </a:lnTo>
                  <a:lnTo>
                    <a:pt x="685" y="630"/>
                  </a:lnTo>
                  <a:lnTo>
                    <a:pt x="683" y="633"/>
                  </a:lnTo>
                  <a:lnTo>
                    <a:pt x="685" y="640"/>
                  </a:lnTo>
                  <a:lnTo>
                    <a:pt x="685" y="652"/>
                  </a:lnTo>
                  <a:lnTo>
                    <a:pt x="678" y="657"/>
                  </a:lnTo>
                  <a:lnTo>
                    <a:pt x="671" y="659"/>
                  </a:lnTo>
                  <a:lnTo>
                    <a:pt x="664" y="659"/>
                  </a:lnTo>
                  <a:lnTo>
                    <a:pt x="654" y="659"/>
                  </a:lnTo>
                  <a:lnTo>
                    <a:pt x="652" y="656"/>
                  </a:lnTo>
                  <a:lnTo>
                    <a:pt x="649" y="650"/>
                  </a:lnTo>
                  <a:lnTo>
                    <a:pt x="644" y="647"/>
                  </a:lnTo>
                  <a:lnTo>
                    <a:pt x="638" y="645"/>
                  </a:lnTo>
                  <a:lnTo>
                    <a:pt x="631" y="643"/>
                  </a:lnTo>
                  <a:lnTo>
                    <a:pt x="630" y="640"/>
                  </a:lnTo>
                  <a:lnTo>
                    <a:pt x="628" y="636"/>
                  </a:lnTo>
                  <a:lnTo>
                    <a:pt x="618" y="652"/>
                  </a:lnTo>
                  <a:lnTo>
                    <a:pt x="616" y="657"/>
                  </a:lnTo>
                  <a:lnTo>
                    <a:pt x="612" y="659"/>
                  </a:lnTo>
                  <a:lnTo>
                    <a:pt x="612" y="668"/>
                  </a:lnTo>
                  <a:lnTo>
                    <a:pt x="604" y="678"/>
                  </a:lnTo>
                  <a:lnTo>
                    <a:pt x="600" y="680"/>
                  </a:lnTo>
                  <a:lnTo>
                    <a:pt x="595" y="678"/>
                  </a:lnTo>
                  <a:lnTo>
                    <a:pt x="585" y="673"/>
                  </a:lnTo>
                  <a:lnTo>
                    <a:pt x="578" y="669"/>
                  </a:lnTo>
                  <a:lnTo>
                    <a:pt x="576" y="666"/>
                  </a:lnTo>
                  <a:lnTo>
                    <a:pt x="573" y="662"/>
                  </a:lnTo>
                  <a:lnTo>
                    <a:pt x="571" y="659"/>
                  </a:lnTo>
                  <a:lnTo>
                    <a:pt x="571" y="659"/>
                  </a:lnTo>
                  <a:lnTo>
                    <a:pt x="569" y="636"/>
                  </a:lnTo>
                  <a:lnTo>
                    <a:pt x="571" y="626"/>
                  </a:lnTo>
                  <a:lnTo>
                    <a:pt x="574" y="619"/>
                  </a:lnTo>
                  <a:lnTo>
                    <a:pt x="578" y="611"/>
                  </a:lnTo>
                  <a:lnTo>
                    <a:pt x="578" y="604"/>
                  </a:lnTo>
                  <a:lnTo>
                    <a:pt x="578" y="598"/>
                  </a:lnTo>
                  <a:lnTo>
                    <a:pt x="574" y="597"/>
                  </a:lnTo>
                  <a:lnTo>
                    <a:pt x="566" y="593"/>
                  </a:lnTo>
                  <a:lnTo>
                    <a:pt x="545" y="598"/>
                  </a:lnTo>
                  <a:lnTo>
                    <a:pt x="540" y="597"/>
                  </a:lnTo>
                  <a:lnTo>
                    <a:pt x="536" y="593"/>
                  </a:lnTo>
                  <a:lnTo>
                    <a:pt x="535" y="590"/>
                  </a:lnTo>
                  <a:lnTo>
                    <a:pt x="531" y="586"/>
                  </a:lnTo>
                  <a:lnTo>
                    <a:pt x="531" y="572"/>
                  </a:lnTo>
                  <a:lnTo>
                    <a:pt x="531" y="566"/>
                  </a:lnTo>
                  <a:lnTo>
                    <a:pt x="529" y="566"/>
                  </a:lnTo>
                  <a:lnTo>
                    <a:pt x="528" y="564"/>
                  </a:lnTo>
                  <a:lnTo>
                    <a:pt x="519" y="564"/>
                  </a:lnTo>
                  <a:lnTo>
                    <a:pt x="517" y="566"/>
                  </a:lnTo>
                  <a:lnTo>
                    <a:pt x="517" y="571"/>
                  </a:lnTo>
                  <a:lnTo>
                    <a:pt x="516" y="572"/>
                  </a:lnTo>
                  <a:lnTo>
                    <a:pt x="510" y="579"/>
                  </a:lnTo>
                  <a:lnTo>
                    <a:pt x="505" y="585"/>
                  </a:lnTo>
                  <a:lnTo>
                    <a:pt x="498" y="586"/>
                  </a:lnTo>
                  <a:lnTo>
                    <a:pt x="493" y="586"/>
                  </a:lnTo>
                  <a:lnTo>
                    <a:pt x="485" y="598"/>
                  </a:lnTo>
                  <a:lnTo>
                    <a:pt x="483" y="600"/>
                  </a:lnTo>
                  <a:lnTo>
                    <a:pt x="481" y="602"/>
                  </a:lnTo>
                  <a:lnTo>
                    <a:pt x="481" y="619"/>
                  </a:lnTo>
                  <a:lnTo>
                    <a:pt x="483" y="621"/>
                  </a:lnTo>
                  <a:lnTo>
                    <a:pt x="481" y="623"/>
                  </a:lnTo>
                  <a:lnTo>
                    <a:pt x="483" y="628"/>
                  </a:lnTo>
                  <a:lnTo>
                    <a:pt x="485" y="630"/>
                  </a:lnTo>
                  <a:lnTo>
                    <a:pt x="490" y="631"/>
                  </a:lnTo>
                  <a:lnTo>
                    <a:pt x="497" y="633"/>
                  </a:lnTo>
                  <a:lnTo>
                    <a:pt x="502" y="640"/>
                  </a:lnTo>
                  <a:lnTo>
                    <a:pt x="505" y="649"/>
                  </a:lnTo>
                  <a:lnTo>
                    <a:pt x="509" y="659"/>
                  </a:lnTo>
                  <a:lnTo>
                    <a:pt x="505" y="666"/>
                  </a:lnTo>
                  <a:lnTo>
                    <a:pt x="502" y="671"/>
                  </a:lnTo>
                  <a:lnTo>
                    <a:pt x="497" y="678"/>
                  </a:lnTo>
                  <a:lnTo>
                    <a:pt x="493" y="683"/>
                  </a:lnTo>
                  <a:lnTo>
                    <a:pt x="491" y="688"/>
                  </a:lnTo>
                  <a:lnTo>
                    <a:pt x="491" y="695"/>
                  </a:lnTo>
                  <a:lnTo>
                    <a:pt x="490" y="706"/>
                  </a:lnTo>
                  <a:lnTo>
                    <a:pt x="485" y="714"/>
                  </a:lnTo>
                  <a:lnTo>
                    <a:pt x="481" y="718"/>
                  </a:lnTo>
                  <a:lnTo>
                    <a:pt x="478" y="720"/>
                  </a:lnTo>
                  <a:lnTo>
                    <a:pt x="476" y="723"/>
                  </a:lnTo>
                  <a:lnTo>
                    <a:pt x="469" y="737"/>
                  </a:lnTo>
                  <a:lnTo>
                    <a:pt x="465" y="740"/>
                  </a:lnTo>
                  <a:lnTo>
                    <a:pt x="464" y="744"/>
                  </a:lnTo>
                  <a:lnTo>
                    <a:pt x="462" y="747"/>
                  </a:lnTo>
                  <a:lnTo>
                    <a:pt x="459" y="751"/>
                  </a:lnTo>
                  <a:lnTo>
                    <a:pt x="450" y="756"/>
                  </a:lnTo>
                  <a:lnTo>
                    <a:pt x="443" y="765"/>
                  </a:lnTo>
                  <a:lnTo>
                    <a:pt x="438" y="768"/>
                  </a:lnTo>
                  <a:lnTo>
                    <a:pt x="436" y="768"/>
                  </a:lnTo>
                  <a:lnTo>
                    <a:pt x="431" y="766"/>
                  </a:lnTo>
                  <a:lnTo>
                    <a:pt x="427" y="765"/>
                  </a:lnTo>
                  <a:lnTo>
                    <a:pt x="422" y="758"/>
                  </a:lnTo>
                  <a:lnTo>
                    <a:pt x="419" y="756"/>
                  </a:lnTo>
                  <a:lnTo>
                    <a:pt x="412" y="752"/>
                  </a:lnTo>
                  <a:lnTo>
                    <a:pt x="405" y="749"/>
                  </a:lnTo>
                  <a:lnTo>
                    <a:pt x="405" y="745"/>
                  </a:lnTo>
                  <a:lnTo>
                    <a:pt x="400" y="745"/>
                  </a:lnTo>
                  <a:lnTo>
                    <a:pt x="400" y="744"/>
                  </a:lnTo>
                  <a:lnTo>
                    <a:pt x="393" y="739"/>
                  </a:lnTo>
                  <a:lnTo>
                    <a:pt x="391" y="735"/>
                  </a:lnTo>
                  <a:lnTo>
                    <a:pt x="384" y="728"/>
                  </a:lnTo>
                  <a:lnTo>
                    <a:pt x="381" y="720"/>
                  </a:lnTo>
                  <a:lnTo>
                    <a:pt x="379" y="714"/>
                  </a:lnTo>
                  <a:lnTo>
                    <a:pt x="374" y="709"/>
                  </a:lnTo>
                  <a:lnTo>
                    <a:pt x="372" y="706"/>
                  </a:lnTo>
                  <a:lnTo>
                    <a:pt x="363" y="704"/>
                  </a:lnTo>
                  <a:lnTo>
                    <a:pt x="358" y="704"/>
                  </a:lnTo>
                  <a:lnTo>
                    <a:pt x="353" y="685"/>
                  </a:lnTo>
                  <a:lnTo>
                    <a:pt x="353" y="681"/>
                  </a:lnTo>
                  <a:lnTo>
                    <a:pt x="350" y="676"/>
                  </a:lnTo>
                  <a:lnTo>
                    <a:pt x="343" y="669"/>
                  </a:lnTo>
                  <a:lnTo>
                    <a:pt x="338" y="668"/>
                  </a:lnTo>
                  <a:lnTo>
                    <a:pt x="338" y="664"/>
                  </a:lnTo>
                  <a:lnTo>
                    <a:pt x="327" y="657"/>
                  </a:lnTo>
                  <a:lnTo>
                    <a:pt x="312" y="643"/>
                  </a:lnTo>
                  <a:lnTo>
                    <a:pt x="310" y="638"/>
                  </a:lnTo>
                  <a:lnTo>
                    <a:pt x="306" y="626"/>
                  </a:lnTo>
                  <a:lnTo>
                    <a:pt x="305" y="612"/>
                  </a:lnTo>
                  <a:lnTo>
                    <a:pt x="305" y="611"/>
                  </a:lnTo>
                  <a:lnTo>
                    <a:pt x="303" y="609"/>
                  </a:lnTo>
                  <a:lnTo>
                    <a:pt x="287" y="605"/>
                  </a:lnTo>
                  <a:lnTo>
                    <a:pt x="274" y="609"/>
                  </a:lnTo>
                  <a:lnTo>
                    <a:pt x="263" y="605"/>
                  </a:lnTo>
                  <a:lnTo>
                    <a:pt x="249" y="605"/>
                  </a:lnTo>
                  <a:lnTo>
                    <a:pt x="241" y="600"/>
                  </a:lnTo>
                  <a:lnTo>
                    <a:pt x="232" y="593"/>
                  </a:lnTo>
                  <a:lnTo>
                    <a:pt x="225" y="586"/>
                  </a:lnTo>
                  <a:lnTo>
                    <a:pt x="225" y="583"/>
                  </a:lnTo>
                  <a:lnTo>
                    <a:pt x="218" y="578"/>
                  </a:lnTo>
                  <a:lnTo>
                    <a:pt x="213" y="574"/>
                  </a:lnTo>
                  <a:lnTo>
                    <a:pt x="211" y="574"/>
                  </a:lnTo>
                  <a:lnTo>
                    <a:pt x="178" y="572"/>
                  </a:lnTo>
                  <a:lnTo>
                    <a:pt x="177" y="572"/>
                  </a:lnTo>
                  <a:lnTo>
                    <a:pt x="168" y="572"/>
                  </a:lnTo>
                  <a:lnTo>
                    <a:pt x="159" y="572"/>
                  </a:lnTo>
                  <a:lnTo>
                    <a:pt x="154" y="572"/>
                  </a:lnTo>
                  <a:lnTo>
                    <a:pt x="146" y="572"/>
                  </a:lnTo>
                  <a:lnTo>
                    <a:pt x="144" y="574"/>
                  </a:lnTo>
                  <a:lnTo>
                    <a:pt x="139" y="578"/>
                  </a:lnTo>
                  <a:lnTo>
                    <a:pt x="134" y="579"/>
                  </a:lnTo>
                  <a:lnTo>
                    <a:pt x="132" y="579"/>
                  </a:lnTo>
                  <a:lnTo>
                    <a:pt x="125" y="579"/>
                  </a:lnTo>
                  <a:lnTo>
                    <a:pt x="121" y="574"/>
                  </a:lnTo>
                  <a:lnTo>
                    <a:pt x="118" y="572"/>
                  </a:lnTo>
                  <a:lnTo>
                    <a:pt x="115" y="566"/>
                  </a:lnTo>
                  <a:lnTo>
                    <a:pt x="113" y="559"/>
                  </a:lnTo>
                  <a:lnTo>
                    <a:pt x="108" y="552"/>
                  </a:lnTo>
                  <a:lnTo>
                    <a:pt x="106" y="543"/>
                  </a:lnTo>
                  <a:lnTo>
                    <a:pt x="106" y="531"/>
                  </a:lnTo>
                  <a:lnTo>
                    <a:pt x="106" y="526"/>
                  </a:lnTo>
                  <a:lnTo>
                    <a:pt x="104" y="519"/>
                  </a:lnTo>
                  <a:lnTo>
                    <a:pt x="101" y="519"/>
                  </a:lnTo>
                  <a:lnTo>
                    <a:pt x="87" y="510"/>
                  </a:lnTo>
                  <a:lnTo>
                    <a:pt x="85" y="505"/>
                  </a:lnTo>
                  <a:lnTo>
                    <a:pt x="80" y="503"/>
                  </a:lnTo>
                  <a:lnTo>
                    <a:pt x="78" y="496"/>
                  </a:lnTo>
                  <a:lnTo>
                    <a:pt x="78" y="479"/>
                  </a:lnTo>
                  <a:lnTo>
                    <a:pt x="78" y="477"/>
                  </a:lnTo>
                  <a:lnTo>
                    <a:pt x="75" y="474"/>
                  </a:lnTo>
                  <a:lnTo>
                    <a:pt x="68" y="472"/>
                  </a:lnTo>
                  <a:lnTo>
                    <a:pt x="54" y="472"/>
                  </a:lnTo>
                  <a:lnTo>
                    <a:pt x="52" y="472"/>
                  </a:lnTo>
                  <a:lnTo>
                    <a:pt x="49" y="470"/>
                  </a:lnTo>
                  <a:lnTo>
                    <a:pt x="42" y="457"/>
                  </a:lnTo>
                  <a:lnTo>
                    <a:pt x="40" y="450"/>
                  </a:lnTo>
                  <a:lnTo>
                    <a:pt x="40" y="439"/>
                  </a:lnTo>
                  <a:lnTo>
                    <a:pt x="42" y="438"/>
                  </a:lnTo>
                  <a:lnTo>
                    <a:pt x="47" y="432"/>
                  </a:lnTo>
                  <a:lnTo>
                    <a:pt x="49" y="431"/>
                  </a:lnTo>
                  <a:lnTo>
                    <a:pt x="49" y="431"/>
                  </a:lnTo>
                  <a:lnTo>
                    <a:pt x="52" y="412"/>
                  </a:lnTo>
                  <a:lnTo>
                    <a:pt x="52" y="384"/>
                  </a:lnTo>
                  <a:lnTo>
                    <a:pt x="49" y="379"/>
                  </a:lnTo>
                  <a:lnTo>
                    <a:pt x="47" y="377"/>
                  </a:lnTo>
                  <a:lnTo>
                    <a:pt x="25" y="377"/>
                  </a:lnTo>
                  <a:lnTo>
                    <a:pt x="18" y="374"/>
                  </a:lnTo>
                  <a:lnTo>
                    <a:pt x="13" y="370"/>
                  </a:lnTo>
                  <a:lnTo>
                    <a:pt x="7" y="368"/>
                  </a:lnTo>
                  <a:lnTo>
                    <a:pt x="7" y="365"/>
                  </a:lnTo>
                  <a:lnTo>
                    <a:pt x="7" y="358"/>
                  </a:lnTo>
                  <a:lnTo>
                    <a:pt x="2" y="354"/>
                  </a:lnTo>
                  <a:lnTo>
                    <a:pt x="0" y="349"/>
                  </a:lnTo>
                  <a:lnTo>
                    <a:pt x="0" y="325"/>
                  </a:lnTo>
                  <a:lnTo>
                    <a:pt x="0" y="320"/>
                  </a:lnTo>
                  <a:lnTo>
                    <a:pt x="2" y="316"/>
                  </a:lnTo>
                  <a:lnTo>
                    <a:pt x="7" y="313"/>
                  </a:lnTo>
                  <a:lnTo>
                    <a:pt x="9" y="310"/>
                  </a:lnTo>
                  <a:lnTo>
                    <a:pt x="9" y="306"/>
                  </a:lnTo>
                  <a:lnTo>
                    <a:pt x="13" y="306"/>
                  </a:lnTo>
                  <a:lnTo>
                    <a:pt x="18" y="301"/>
                  </a:lnTo>
                  <a:lnTo>
                    <a:pt x="25" y="299"/>
                  </a:lnTo>
                  <a:lnTo>
                    <a:pt x="26" y="297"/>
                  </a:lnTo>
                  <a:lnTo>
                    <a:pt x="32" y="294"/>
                  </a:lnTo>
                  <a:lnTo>
                    <a:pt x="32" y="290"/>
                  </a:lnTo>
                  <a:lnTo>
                    <a:pt x="32" y="285"/>
                  </a:lnTo>
                  <a:lnTo>
                    <a:pt x="32" y="278"/>
                  </a:lnTo>
                  <a:lnTo>
                    <a:pt x="33" y="271"/>
                  </a:lnTo>
                  <a:lnTo>
                    <a:pt x="38" y="268"/>
                  </a:lnTo>
                  <a:lnTo>
                    <a:pt x="40" y="266"/>
                  </a:lnTo>
                  <a:lnTo>
                    <a:pt x="52" y="258"/>
                  </a:lnTo>
                  <a:lnTo>
                    <a:pt x="59" y="247"/>
                  </a:lnTo>
                  <a:lnTo>
                    <a:pt x="61" y="240"/>
                  </a:lnTo>
                  <a:lnTo>
                    <a:pt x="61" y="237"/>
                  </a:lnTo>
                  <a:lnTo>
                    <a:pt x="64" y="232"/>
                  </a:lnTo>
                  <a:lnTo>
                    <a:pt x="66" y="228"/>
                  </a:lnTo>
                  <a:lnTo>
                    <a:pt x="71" y="225"/>
                  </a:lnTo>
                  <a:lnTo>
                    <a:pt x="78" y="221"/>
                  </a:lnTo>
                  <a:lnTo>
                    <a:pt x="94" y="211"/>
                  </a:lnTo>
                  <a:lnTo>
                    <a:pt x="104" y="206"/>
                  </a:lnTo>
                  <a:lnTo>
                    <a:pt x="113" y="202"/>
                  </a:lnTo>
                  <a:lnTo>
                    <a:pt x="118" y="202"/>
                  </a:lnTo>
                  <a:lnTo>
                    <a:pt x="118" y="204"/>
                  </a:lnTo>
                  <a:lnTo>
                    <a:pt x="121" y="207"/>
                  </a:lnTo>
                  <a:lnTo>
                    <a:pt x="121" y="213"/>
                  </a:lnTo>
                  <a:lnTo>
                    <a:pt x="121" y="216"/>
                  </a:lnTo>
                  <a:lnTo>
                    <a:pt x="125" y="221"/>
                  </a:lnTo>
                  <a:lnTo>
                    <a:pt x="127" y="225"/>
                  </a:lnTo>
                  <a:lnTo>
                    <a:pt x="128" y="226"/>
                  </a:lnTo>
                  <a:lnTo>
                    <a:pt x="132" y="232"/>
                  </a:lnTo>
                  <a:lnTo>
                    <a:pt x="134" y="233"/>
                  </a:lnTo>
                  <a:lnTo>
                    <a:pt x="134" y="237"/>
                  </a:lnTo>
                  <a:lnTo>
                    <a:pt x="137" y="240"/>
                  </a:lnTo>
                  <a:lnTo>
                    <a:pt x="140" y="240"/>
                  </a:lnTo>
                  <a:lnTo>
                    <a:pt x="159" y="244"/>
                  </a:lnTo>
                  <a:lnTo>
                    <a:pt x="180" y="240"/>
                  </a:lnTo>
                  <a:lnTo>
                    <a:pt x="187" y="239"/>
                  </a:lnTo>
                  <a:lnTo>
                    <a:pt x="187" y="237"/>
                  </a:lnTo>
                  <a:lnTo>
                    <a:pt x="191" y="232"/>
                  </a:lnTo>
                  <a:lnTo>
                    <a:pt x="191" y="228"/>
                  </a:lnTo>
                  <a:lnTo>
                    <a:pt x="194" y="226"/>
                  </a:lnTo>
                  <a:lnTo>
                    <a:pt x="194" y="226"/>
                  </a:lnTo>
                  <a:lnTo>
                    <a:pt x="203" y="225"/>
                  </a:lnTo>
                  <a:lnTo>
                    <a:pt x="210" y="225"/>
                  </a:lnTo>
                  <a:lnTo>
                    <a:pt x="232" y="223"/>
                  </a:lnTo>
                  <a:lnTo>
                    <a:pt x="234" y="223"/>
                  </a:lnTo>
                  <a:lnTo>
                    <a:pt x="241" y="221"/>
                  </a:lnTo>
                  <a:lnTo>
                    <a:pt x="244" y="218"/>
                  </a:lnTo>
                  <a:lnTo>
                    <a:pt x="248" y="214"/>
                  </a:lnTo>
                  <a:lnTo>
                    <a:pt x="249" y="207"/>
                  </a:lnTo>
                  <a:lnTo>
                    <a:pt x="253" y="204"/>
                  </a:lnTo>
                  <a:lnTo>
                    <a:pt x="253" y="199"/>
                  </a:lnTo>
                  <a:lnTo>
                    <a:pt x="258" y="187"/>
                  </a:lnTo>
                  <a:lnTo>
                    <a:pt x="265" y="173"/>
                  </a:lnTo>
                  <a:lnTo>
                    <a:pt x="270" y="168"/>
                  </a:lnTo>
                  <a:lnTo>
                    <a:pt x="279" y="164"/>
                  </a:lnTo>
                  <a:lnTo>
                    <a:pt x="286" y="159"/>
                  </a:lnTo>
                  <a:lnTo>
                    <a:pt x="294" y="157"/>
                  </a:lnTo>
                  <a:lnTo>
                    <a:pt x="300" y="152"/>
                  </a:lnTo>
                  <a:lnTo>
                    <a:pt x="303" y="147"/>
                  </a:lnTo>
                  <a:lnTo>
                    <a:pt x="303" y="140"/>
                  </a:lnTo>
                  <a:lnTo>
                    <a:pt x="305" y="138"/>
                  </a:lnTo>
                  <a:lnTo>
                    <a:pt x="312" y="128"/>
                  </a:lnTo>
                  <a:lnTo>
                    <a:pt x="320" y="124"/>
                  </a:lnTo>
                  <a:lnTo>
                    <a:pt x="325" y="121"/>
                  </a:lnTo>
                  <a:lnTo>
                    <a:pt x="327" y="121"/>
                  </a:lnTo>
                  <a:lnTo>
                    <a:pt x="341" y="121"/>
                  </a:lnTo>
                  <a:lnTo>
                    <a:pt x="346" y="119"/>
                  </a:lnTo>
                  <a:lnTo>
                    <a:pt x="350" y="117"/>
                  </a:lnTo>
                  <a:lnTo>
                    <a:pt x="353" y="111"/>
                  </a:lnTo>
                  <a:lnTo>
                    <a:pt x="353" y="100"/>
                  </a:lnTo>
                  <a:lnTo>
                    <a:pt x="353" y="93"/>
                  </a:lnTo>
                  <a:lnTo>
                    <a:pt x="353" y="86"/>
                  </a:lnTo>
                  <a:lnTo>
                    <a:pt x="353" y="79"/>
                  </a:lnTo>
                  <a:lnTo>
                    <a:pt x="358" y="72"/>
                  </a:lnTo>
                  <a:lnTo>
                    <a:pt x="360" y="67"/>
                  </a:lnTo>
                  <a:lnTo>
                    <a:pt x="363" y="66"/>
                  </a:lnTo>
                  <a:lnTo>
                    <a:pt x="365" y="64"/>
                  </a:lnTo>
                  <a:lnTo>
                    <a:pt x="365" y="59"/>
                  </a:lnTo>
                  <a:lnTo>
                    <a:pt x="367" y="53"/>
                  </a:lnTo>
                  <a:lnTo>
                    <a:pt x="372" y="52"/>
                  </a:lnTo>
                  <a:lnTo>
                    <a:pt x="374" y="50"/>
                  </a:lnTo>
                  <a:lnTo>
                    <a:pt x="377" y="50"/>
                  </a:lnTo>
                  <a:lnTo>
                    <a:pt x="379" y="47"/>
                  </a:lnTo>
                  <a:lnTo>
                    <a:pt x="381" y="45"/>
                  </a:lnTo>
                  <a:lnTo>
                    <a:pt x="384" y="38"/>
                  </a:lnTo>
                  <a:lnTo>
                    <a:pt x="391" y="34"/>
                  </a:lnTo>
                  <a:lnTo>
                    <a:pt x="398" y="31"/>
                  </a:lnTo>
                  <a:lnTo>
                    <a:pt x="405" y="31"/>
                  </a:lnTo>
                  <a:lnTo>
                    <a:pt x="419" y="34"/>
                  </a:lnTo>
                  <a:lnTo>
                    <a:pt x="424" y="34"/>
                  </a:lnTo>
                  <a:lnTo>
                    <a:pt x="427" y="31"/>
                  </a:lnTo>
                  <a:lnTo>
                    <a:pt x="429" y="28"/>
                  </a:lnTo>
                  <a:lnTo>
                    <a:pt x="429" y="14"/>
                  </a:lnTo>
                  <a:lnTo>
                    <a:pt x="431" y="12"/>
                  </a:lnTo>
                  <a:lnTo>
                    <a:pt x="434" y="10"/>
                  </a:lnTo>
                  <a:lnTo>
                    <a:pt x="436" y="10"/>
                  </a:lnTo>
                  <a:lnTo>
                    <a:pt x="436" y="7"/>
                  </a:lnTo>
                  <a:lnTo>
                    <a:pt x="438" y="3"/>
                  </a:lnTo>
                  <a:lnTo>
                    <a:pt x="440" y="2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5" name="Freeform 94">
              <a:extLst>
                <a:ext uri="{FF2B5EF4-FFF2-40B4-BE49-F238E27FC236}">
                  <a16:creationId xmlns:a16="http://schemas.microsoft.com/office/drawing/2014/main" xmlns="" id="{6A355A87-94C5-4BD5-894E-FA266BC70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20589" y="5067705"/>
              <a:ext cx="250825" cy="266700"/>
            </a:xfrm>
            <a:custGeom>
              <a:avLst/>
              <a:gdLst>
                <a:gd name="T0" fmla="*/ 266 w 314"/>
                <a:gd name="T1" fmla="*/ 1 h 335"/>
                <a:gd name="T2" fmla="*/ 271 w 314"/>
                <a:gd name="T3" fmla="*/ 10 h 335"/>
                <a:gd name="T4" fmla="*/ 283 w 314"/>
                <a:gd name="T5" fmla="*/ 19 h 335"/>
                <a:gd name="T6" fmla="*/ 293 w 314"/>
                <a:gd name="T7" fmla="*/ 29 h 335"/>
                <a:gd name="T8" fmla="*/ 311 w 314"/>
                <a:gd name="T9" fmla="*/ 38 h 335"/>
                <a:gd name="T10" fmla="*/ 299 w 314"/>
                <a:gd name="T11" fmla="*/ 67 h 335"/>
                <a:gd name="T12" fmla="*/ 293 w 314"/>
                <a:gd name="T13" fmla="*/ 79 h 335"/>
                <a:gd name="T14" fmla="*/ 299 w 314"/>
                <a:gd name="T15" fmla="*/ 90 h 335"/>
                <a:gd name="T16" fmla="*/ 293 w 314"/>
                <a:gd name="T17" fmla="*/ 100 h 335"/>
                <a:gd name="T18" fmla="*/ 285 w 314"/>
                <a:gd name="T19" fmla="*/ 119 h 335"/>
                <a:gd name="T20" fmla="*/ 290 w 314"/>
                <a:gd name="T21" fmla="*/ 136 h 335"/>
                <a:gd name="T22" fmla="*/ 299 w 314"/>
                <a:gd name="T23" fmla="*/ 145 h 335"/>
                <a:gd name="T24" fmla="*/ 299 w 314"/>
                <a:gd name="T25" fmla="*/ 167 h 335"/>
                <a:gd name="T26" fmla="*/ 285 w 314"/>
                <a:gd name="T27" fmla="*/ 199 h 335"/>
                <a:gd name="T28" fmla="*/ 252 w 314"/>
                <a:gd name="T29" fmla="*/ 204 h 335"/>
                <a:gd name="T30" fmla="*/ 245 w 314"/>
                <a:gd name="T31" fmla="*/ 209 h 335"/>
                <a:gd name="T32" fmla="*/ 226 w 314"/>
                <a:gd name="T33" fmla="*/ 235 h 335"/>
                <a:gd name="T34" fmla="*/ 221 w 314"/>
                <a:gd name="T35" fmla="*/ 244 h 335"/>
                <a:gd name="T36" fmla="*/ 228 w 314"/>
                <a:gd name="T37" fmla="*/ 254 h 335"/>
                <a:gd name="T38" fmla="*/ 238 w 314"/>
                <a:gd name="T39" fmla="*/ 268 h 335"/>
                <a:gd name="T40" fmla="*/ 255 w 314"/>
                <a:gd name="T41" fmla="*/ 282 h 335"/>
                <a:gd name="T42" fmla="*/ 276 w 314"/>
                <a:gd name="T43" fmla="*/ 282 h 335"/>
                <a:gd name="T44" fmla="*/ 306 w 314"/>
                <a:gd name="T45" fmla="*/ 278 h 335"/>
                <a:gd name="T46" fmla="*/ 306 w 314"/>
                <a:gd name="T47" fmla="*/ 287 h 335"/>
                <a:gd name="T48" fmla="*/ 293 w 314"/>
                <a:gd name="T49" fmla="*/ 308 h 335"/>
                <a:gd name="T50" fmla="*/ 287 w 314"/>
                <a:gd name="T51" fmla="*/ 325 h 335"/>
                <a:gd name="T52" fmla="*/ 283 w 314"/>
                <a:gd name="T53" fmla="*/ 332 h 335"/>
                <a:gd name="T54" fmla="*/ 257 w 314"/>
                <a:gd name="T55" fmla="*/ 328 h 335"/>
                <a:gd name="T56" fmla="*/ 238 w 314"/>
                <a:gd name="T57" fmla="*/ 328 h 335"/>
                <a:gd name="T58" fmla="*/ 233 w 314"/>
                <a:gd name="T59" fmla="*/ 315 h 335"/>
                <a:gd name="T60" fmla="*/ 181 w 314"/>
                <a:gd name="T61" fmla="*/ 297 h 335"/>
                <a:gd name="T62" fmla="*/ 166 w 314"/>
                <a:gd name="T63" fmla="*/ 311 h 335"/>
                <a:gd name="T64" fmla="*/ 147 w 314"/>
                <a:gd name="T65" fmla="*/ 309 h 335"/>
                <a:gd name="T66" fmla="*/ 140 w 314"/>
                <a:gd name="T67" fmla="*/ 294 h 335"/>
                <a:gd name="T68" fmla="*/ 124 w 314"/>
                <a:gd name="T69" fmla="*/ 280 h 335"/>
                <a:gd name="T70" fmla="*/ 119 w 314"/>
                <a:gd name="T71" fmla="*/ 270 h 335"/>
                <a:gd name="T72" fmla="*/ 112 w 314"/>
                <a:gd name="T73" fmla="*/ 257 h 335"/>
                <a:gd name="T74" fmla="*/ 110 w 314"/>
                <a:gd name="T75" fmla="*/ 214 h 335"/>
                <a:gd name="T76" fmla="*/ 98 w 314"/>
                <a:gd name="T77" fmla="*/ 204 h 335"/>
                <a:gd name="T78" fmla="*/ 86 w 314"/>
                <a:gd name="T79" fmla="*/ 197 h 335"/>
                <a:gd name="T80" fmla="*/ 77 w 314"/>
                <a:gd name="T81" fmla="*/ 185 h 335"/>
                <a:gd name="T82" fmla="*/ 62 w 314"/>
                <a:gd name="T83" fmla="*/ 178 h 335"/>
                <a:gd name="T84" fmla="*/ 50 w 314"/>
                <a:gd name="T85" fmla="*/ 159 h 335"/>
                <a:gd name="T86" fmla="*/ 45 w 314"/>
                <a:gd name="T87" fmla="*/ 145 h 335"/>
                <a:gd name="T88" fmla="*/ 38 w 314"/>
                <a:gd name="T89" fmla="*/ 128 h 335"/>
                <a:gd name="T90" fmla="*/ 31 w 314"/>
                <a:gd name="T91" fmla="*/ 117 h 335"/>
                <a:gd name="T92" fmla="*/ 20 w 314"/>
                <a:gd name="T93" fmla="*/ 110 h 335"/>
                <a:gd name="T94" fmla="*/ 12 w 314"/>
                <a:gd name="T95" fmla="*/ 98 h 335"/>
                <a:gd name="T96" fmla="*/ 24 w 314"/>
                <a:gd name="T97" fmla="*/ 83 h 335"/>
                <a:gd name="T98" fmla="*/ 31 w 314"/>
                <a:gd name="T99" fmla="*/ 79 h 335"/>
                <a:gd name="T100" fmla="*/ 58 w 314"/>
                <a:gd name="T101" fmla="*/ 69 h 335"/>
                <a:gd name="T102" fmla="*/ 74 w 314"/>
                <a:gd name="T103" fmla="*/ 76 h 335"/>
                <a:gd name="T104" fmla="*/ 91 w 314"/>
                <a:gd name="T105" fmla="*/ 100 h 335"/>
                <a:gd name="T106" fmla="*/ 112 w 314"/>
                <a:gd name="T107" fmla="*/ 109 h 335"/>
                <a:gd name="T108" fmla="*/ 128 w 314"/>
                <a:gd name="T109" fmla="*/ 97 h 335"/>
                <a:gd name="T110" fmla="*/ 181 w 314"/>
                <a:gd name="T111" fmla="*/ 93 h 335"/>
                <a:gd name="T112" fmla="*/ 193 w 314"/>
                <a:gd name="T113" fmla="*/ 79 h 335"/>
                <a:gd name="T114" fmla="*/ 216 w 314"/>
                <a:gd name="T115" fmla="*/ 53 h 335"/>
                <a:gd name="T116" fmla="*/ 228 w 314"/>
                <a:gd name="T117" fmla="*/ 36 h 335"/>
                <a:gd name="T118" fmla="*/ 235 w 314"/>
                <a:gd name="T119" fmla="*/ 26 h 335"/>
                <a:gd name="T120" fmla="*/ 245 w 314"/>
                <a:gd name="T121" fmla="*/ 22 h 335"/>
                <a:gd name="T122" fmla="*/ 261 w 314"/>
                <a:gd name="T123" fmla="*/ 17 h 335"/>
                <a:gd name="T124" fmla="*/ 264 w 314"/>
                <a:gd name="T125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335">
                  <a:moveTo>
                    <a:pt x="264" y="0"/>
                  </a:moveTo>
                  <a:lnTo>
                    <a:pt x="266" y="0"/>
                  </a:lnTo>
                  <a:lnTo>
                    <a:pt x="266" y="1"/>
                  </a:lnTo>
                  <a:lnTo>
                    <a:pt x="269" y="10"/>
                  </a:lnTo>
                  <a:lnTo>
                    <a:pt x="269" y="7"/>
                  </a:lnTo>
                  <a:lnTo>
                    <a:pt x="271" y="10"/>
                  </a:lnTo>
                  <a:lnTo>
                    <a:pt x="273" y="14"/>
                  </a:lnTo>
                  <a:lnTo>
                    <a:pt x="274" y="15"/>
                  </a:lnTo>
                  <a:lnTo>
                    <a:pt x="283" y="19"/>
                  </a:lnTo>
                  <a:lnTo>
                    <a:pt x="287" y="20"/>
                  </a:lnTo>
                  <a:lnTo>
                    <a:pt x="290" y="24"/>
                  </a:lnTo>
                  <a:lnTo>
                    <a:pt x="293" y="29"/>
                  </a:lnTo>
                  <a:lnTo>
                    <a:pt x="300" y="36"/>
                  </a:lnTo>
                  <a:lnTo>
                    <a:pt x="307" y="38"/>
                  </a:lnTo>
                  <a:lnTo>
                    <a:pt x="311" y="38"/>
                  </a:lnTo>
                  <a:lnTo>
                    <a:pt x="314" y="39"/>
                  </a:lnTo>
                  <a:lnTo>
                    <a:pt x="302" y="60"/>
                  </a:lnTo>
                  <a:lnTo>
                    <a:pt x="299" y="67"/>
                  </a:lnTo>
                  <a:lnTo>
                    <a:pt x="295" y="74"/>
                  </a:lnTo>
                  <a:lnTo>
                    <a:pt x="295" y="76"/>
                  </a:lnTo>
                  <a:lnTo>
                    <a:pt x="293" y="79"/>
                  </a:lnTo>
                  <a:lnTo>
                    <a:pt x="293" y="83"/>
                  </a:lnTo>
                  <a:lnTo>
                    <a:pt x="295" y="86"/>
                  </a:lnTo>
                  <a:lnTo>
                    <a:pt x="299" y="90"/>
                  </a:lnTo>
                  <a:lnTo>
                    <a:pt x="299" y="91"/>
                  </a:lnTo>
                  <a:lnTo>
                    <a:pt x="295" y="95"/>
                  </a:lnTo>
                  <a:lnTo>
                    <a:pt x="293" y="100"/>
                  </a:lnTo>
                  <a:lnTo>
                    <a:pt x="290" y="105"/>
                  </a:lnTo>
                  <a:lnTo>
                    <a:pt x="287" y="112"/>
                  </a:lnTo>
                  <a:lnTo>
                    <a:pt x="285" y="119"/>
                  </a:lnTo>
                  <a:lnTo>
                    <a:pt x="285" y="126"/>
                  </a:lnTo>
                  <a:lnTo>
                    <a:pt x="287" y="131"/>
                  </a:lnTo>
                  <a:lnTo>
                    <a:pt x="290" y="136"/>
                  </a:lnTo>
                  <a:lnTo>
                    <a:pt x="295" y="140"/>
                  </a:lnTo>
                  <a:lnTo>
                    <a:pt x="299" y="142"/>
                  </a:lnTo>
                  <a:lnTo>
                    <a:pt x="299" y="145"/>
                  </a:lnTo>
                  <a:lnTo>
                    <a:pt x="299" y="155"/>
                  </a:lnTo>
                  <a:lnTo>
                    <a:pt x="299" y="159"/>
                  </a:lnTo>
                  <a:lnTo>
                    <a:pt x="299" y="167"/>
                  </a:lnTo>
                  <a:lnTo>
                    <a:pt x="293" y="174"/>
                  </a:lnTo>
                  <a:lnTo>
                    <a:pt x="292" y="176"/>
                  </a:lnTo>
                  <a:lnTo>
                    <a:pt x="285" y="199"/>
                  </a:lnTo>
                  <a:lnTo>
                    <a:pt x="285" y="200"/>
                  </a:lnTo>
                  <a:lnTo>
                    <a:pt x="283" y="204"/>
                  </a:lnTo>
                  <a:lnTo>
                    <a:pt x="252" y="204"/>
                  </a:lnTo>
                  <a:lnTo>
                    <a:pt x="252" y="206"/>
                  </a:lnTo>
                  <a:lnTo>
                    <a:pt x="247" y="209"/>
                  </a:lnTo>
                  <a:lnTo>
                    <a:pt x="245" y="209"/>
                  </a:lnTo>
                  <a:lnTo>
                    <a:pt x="245" y="214"/>
                  </a:lnTo>
                  <a:lnTo>
                    <a:pt x="236" y="226"/>
                  </a:lnTo>
                  <a:lnTo>
                    <a:pt x="226" y="235"/>
                  </a:lnTo>
                  <a:lnTo>
                    <a:pt x="223" y="237"/>
                  </a:lnTo>
                  <a:lnTo>
                    <a:pt x="221" y="240"/>
                  </a:lnTo>
                  <a:lnTo>
                    <a:pt x="221" y="244"/>
                  </a:lnTo>
                  <a:lnTo>
                    <a:pt x="223" y="247"/>
                  </a:lnTo>
                  <a:lnTo>
                    <a:pt x="224" y="251"/>
                  </a:lnTo>
                  <a:lnTo>
                    <a:pt x="228" y="254"/>
                  </a:lnTo>
                  <a:lnTo>
                    <a:pt x="231" y="256"/>
                  </a:lnTo>
                  <a:lnTo>
                    <a:pt x="233" y="259"/>
                  </a:lnTo>
                  <a:lnTo>
                    <a:pt x="238" y="268"/>
                  </a:lnTo>
                  <a:lnTo>
                    <a:pt x="243" y="275"/>
                  </a:lnTo>
                  <a:lnTo>
                    <a:pt x="252" y="280"/>
                  </a:lnTo>
                  <a:lnTo>
                    <a:pt x="255" y="282"/>
                  </a:lnTo>
                  <a:lnTo>
                    <a:pt x="259" y="283"/>
                  </a:lnTo>
                  <a:lnTo>
                    <a:pt x="273" y="283"/>
                  </a:lnTo>
                  <a:lnTo>
                    <a:pt x="276" y="282"/>
                  </a:lnTo>
                  <a:lnTo>
                    <a:pt x="292" y="282"/>
                  </a:lnTo>
                  <a:lnTo>
                    <a:pt x="306" y="278"/>
                  </a:lnTo>
                  <a:lnTo>
                    <a:pt x="306" y="278"/>
                  </a:lnTo>
                  <a:lnTo>
                    <a:pt x="307" y="276"/>
                  </a:lnTo>
                  <a:lnTo>
                    <a:pt x="306" y="283"/>
                  </a:lnTo>
                  <a:lnTo>
                    <a:pt x="306" y="287"/>
                  </a:lnTo>
                  <a:lnTo>
                    <a:pt x="300" y="290"/>
                  </a:lnTo>
                  <a:lnTo>
                    <a:pt x="299" y="297"/>
                  </a:lnTo>
                  <a:lnTo>
                    <a:pt x="293" y="308"/>
                  </a:lnTo>
                  <a:lnTo>
                    <a:pt x="292" y="320"/>
                  </a:lnTo>
                  <a:lnTo>
                    <a:pt x="290" y="323"/>
                  </a:lnTo>
                  <a:lnTo>
                    <a:pt x="287" y="325"/>
                  </a:lnTo>
                  <a:lnTo>
                    <a:pt x="287" y="327"/>
                  </a:lnTo>
                  <a:lnTo>
                    <a:pt x="287" y="335"/>
                  </a:lnTo>
                  <a:lnTo>
                    <a:pt x="283" y="332"/>
                  </a:lnTo>
                  <a:lnTo>
                    <a:pt x="280" y="327"/>
                  </a:lnTo>
                  <a:lnTo>
                    <a:pt x="266" y="327"/>
                  </a:lnTo>
                  <a:lnTo>
                    <a:pt x="257" y="328"/>
                  </a:lnTo>
                  <a:lnTo>
                    <a:pt x="252" y="332"/>
                  </a:lnTo>
                  <a:lnTo>
                    <a:pt x="240" y="332"/>
                  </a:lnTo>
                  <a:lnTo>
                    <a:pt x="238" y="328"/>
                  </a:lnTo>
                  <a:lnTo>
                    <a:pt x="235" y="327"/>
                  </a:lnTo>
                  <a:lnTo>
                    <a:pt x="235" y="323"/>
                  </a:lnTo>
                  <a:lnTo>
                    <a:pt x="233" y="315"/>
                  </a:lnTo>
                  <a:lnTo>
                    <a:pt x="233" y="297"/>
                  </a:lnTo>
                  <a:lnTo>
                    <a:pt x="231" y="297"/>
                  </a:lnTo>
                  <a:lnTo>
                    <a:pt x="181" y="297"/>
                  </a:lnTo>
                  <a:lnTo>
                    <a:pt x="178" y="297"/>
                  </a:lnTo>
                  <a:lnTo>
                    <a:pt x="172" y="304"/>
                  </a:lnTo>
                  <a:lnTo>
                    <a:pt x="166" y="311"/>
                  </a:lnTo>
                  <a:lnTo>
                    <a:pt x="164" y="313"/>
                  </a:lnTo>
                  <a:lnTo>
                    <a:pt x="155" y="313"/>
                  </a:lnTo>
                  <a:lnTo>
                    <a:pt x="147" y="309"/>
                  </a:lnTo>
                  <a:lnTo>
                    <a:pt x="147" y="308"/>
                  </a:lnTo>
                  <a:lnTo>
                    <a:pt x="145" y="306"/>
                  </a:lnTo>
                  <a:lnTo>
                    <a:pt x="140" y="294"/>
                  </a:lnTo>
                  <a:lnTo>
                    <a:pt x="131" y="287"/>
                  </a:lnTo>
                  <a:lnTo>
                    <a:pt x="128" y="283"/>
                  </a:lnTo>
                  <a:lnTo>
                    <a:pt x="124" y="280"/>
                  </a:lnTo>
                  <a:lnTo>
                    <a:pt x="121" y="275"/>
                  </a:lnTo>
                  <a:lnTo>
                    <a:pt x="121" y="271"/>
                  </a:lnTo>
                  <a:lnTo>
                    <a:pt x="119" y="270"/>
                  </a:lnTo>
                  <a:lnTo>
                    <a:pt x="117" y="266"/>
                  </a:lnTo>
                  <a:lnTo>
                    <a:pt x="115" y="261"/>
                  </a:lnTo>
                  <a:lnTo>
                    <a:pt x="112" y="257"/>
                  </a:lnTo>
                  <a:lnTo>
                    <a:pt x="112" y="254"/>
                  </a:lnTo>
                  <a:lnTo>
                    <a:pt x="110" y="244"/>
                  </a:lnTo>
                  <a:lnTo>
                    <a:pt x="110" y="214"/>
                  </a:lnTo>
                  <a:lnTo>
                    <a:pt x="107" y="209"/>
                  </a:lnTo>
                  <a:lnTo>
                    <a:pt x="102" y="206"/>
                  </a:lnTo>
                  <a:lnTo>
                    <a:pt x="98" y="204"/>
                  </a:lnTo>
                  <a:lnTo>
                    <a:pt x="93" y="204"/>
                  </a:lnTo>
                  <a:lnTo>
                    <a:pt x="88" y="200"/>
                  </a:lnTo>
                  <a:lnTo>
                    <a:pt x="86" y="197"/>
                  </a:lnTo>
                  <a:lnTo>
                    <a:pt x="84" y="192"/>
                  </a:lnTo>
                  <a:lnTo>
                    <a:pt x="84" y="188"/>
                  </a:lnTo>
                  <a:lnTo>
                    <a:pt x="77" y="185"/>
                  </a:lnTo>
                  <a:lnTo>
                    <a:pt x="74" y="183"/>
                  </a:lnTo>
                  <a:lnTo>
                    <a:pt x="65" y="180"/>
                  </a:lnTo>
                  <a:lnTo>
                    <a:pt x="62" y="178"/>
                  </a:lnTo>
                  <a:lnTo>
                    <a:pt x="58" y="174"/>
                  </a:lnTo>
                  <a:lnTo>
                    <a:pt x="55" y="169"/>
                  </a:lnTo>
                  <a:lnTo>
                    <a:pt x="50" y="159"/>
                  </a:lnTo>
                  <a:lnTo>
                    <a:pt x="46" y="148"/>
                  </a:lnTo>
                  <a:lnTo>
                    <a:pt x="45" y="148"/>
                  </a:lnTo>
                  <a:lnTo>
                    <a:pt x="45" y="145"/>
                  </a:lnTo>
                  <a:lnTo>
                    <a:pt x="41" y="138"/>
                  </a:lnTo>
                  <a:lnTo>
                    <a:pt x="39" y="136"/>
                  </a:lnTo>
                  <a:lnTo>
                    <a:pt x="38" y="128"/>
                  </a:lnTo>
                  <a:lnTo>
                    <a:pt x="38" y="122"/>
                  </a:lnTo>
                  <a:lnTo>
                    <a:pt x="34" y="117"/>
                  </a:lnTo>
                  <a:lnTo>
                    <a:pt x="31" y="117"/>
                  </a:lnTo>
                  <a:lnTo>
                    <a:pt x="26" y="116"/>
                  </a:lnTo>
                  <a:lnTo>
                    <a:pt x="22" y="116"/>
                  </a:lnTo>
                  <a:lnTo>
                    <a:pt x="20" y="110"/>
                  </a:lnTo>
                  <a:lnTo>
                    <a:pt x="20" y="109"/>
                  </a:lnTo>
                  <a:lnTo>
                    <a:pt x="19" y="109"/>
                  </a:lnTo>
                  <a:lnTo>
                    <a:pt x="12" y="98"/>
                  </a:lnTo>
                  <a:lnTo>
                    <a:pt x="0" y="84"/>
                  </a:lnTo>
                  <a:lnTo>
                    <a:pt x="20" y="83"/>
                  </a:lnTo>
                  <a:lnTo>
                    <a:pt x="24" y="83"/>
                  </a:lnTo>
                  <a:lnTo>
                    <a:pt x="27" y="83"/>
                  </a:lnTo>
                  <a:lnTo>
                    <a:pt x="31" y="83"/>
                  </a:lnTo>
                  <a:lnTo>
                    <a:pt x="31" y="79"/>
                  </a:lnTo>
                  <a:lnTo>
                    <a:pt x="38" y="72"/>
                  </a:lnTo>
                  <a:lnTo>
                    <a:pt x="46" y="69"/>
                  </a:lnTo>
                  <a:lnTo>
                    <a:pt x="58" y="69"/>
                  </a:lnTo>
                  <a:lnTo>
                    <a:pt x="65" y="71"/>
                  </a:lnTo>
                  <a:lnTo>
                    <a:pt x="70" y="74"/>
                  </a:lnTo>
                  <a:lnTo>
                    <a:pt x="74" y="76"/>
                  </a:lnTo>
                  <a:lnTo>
                    <a:pt x="81" y="84"/>
                  </a:lnTo>
                  <a:lnTo>
                    <a:pt x="86" y="93"/>
                  </a:lnTo>
                  <a:lnTo>
                    <a:pt x="91" y="100"/>
                  </a:lnTo>
                  <a:lnTo>
                    <a:pt x="95" y="105"/>
                  </a:lnTo>
                  <a:lnTo>
                    <a:pt x="102" y="109"/>
                  </a:lnTo>
                  <a:lnTo>
                    <a:pt x="112" y="109"/>
                  </a:lnTo>
                  <a:lnTo>
                    <a:pt x="119" y="103"/>
                  </a:lnTo>
                  <a:lnTo>
                    <a:pt x="121" y="100"/>
                  </a:lnTo>
                  <a:lnTo>
                    <a:pt x="128" y="97"/>
                  </a:lnTo>
                  <a:lnTo>
                    <a:pt x="133" y="95"/>
                  </a:lnTo>
                  <a:lnTo>
                    <a:pt x="178" y="95"/>
                  </a:lnTo>
                  <a:lnTo>
                    <a:pt x="181" y="93"/>
                  </a:lnTo>
                  <a:lnTo>
                    <a:pt x="186" y="90"/>
                  </a:lnTo>
                  <a:lnTo>
                    <a:pt x="191" y="83"/>
                  </a:lnTo>
                  <a:lnTo>
                    <a:pt x="193" y="79"/>
                  </a:lnTo>
                  <a:lnTo>
                    <a:pt x="207" y="64"/>
                  </a:lnTo>
                  <a:lnTo>
                    <a:pt x="211" y="60"/>
                  </a:lnTo>
                  <a:lnTo>
                    <a:pt x="216" y="53"/>
                  </a:lnTo>
                  <a:lnTo>
                    <a:pt x="223" y="46"/>
                  </a:lnTo>
                  <a:lnTo>
                    <a:pt x="226" y="43"/>
                  </a:lnTo>
                  <a:lnTo>
                    <a:pt x="228" y="36"/>
                  </a:lnTo>
                  <a:lnTo>
                    <a:pt x="228" y="31"/>
                  </a:lnTo>
                  <a:lnTo>
                    <a:pt x="230" y="29"/>
                  </a:lnTo>
                  <a:lnTo>
                    <a:pt x="235" y="26"/>
                  </a:lnTo>
                  <a:lnTo>
                    <a:pt x="240" y="26"/>
                  </a:lnTo>
                  <a:lnTo>
                    <a:pt x="240" y="24"/>
                  </a:lnTo>
                  <a:lnTo>
                    <a:pt x="245" y="22"/>
                  </a:lnTo>
                  <a:lnTo>
                    <a:pt x="252" y="20"/>
                  </a:lnTo>
                  <a:lnTo>
                    <a:pt x="257" y="19"/>
                  </a:lnTo>
                  <a:lnTo>
                    <a:pt x="261" y="17"/>
                  </a:lnTo>
                  <a:lnTo>
                    <a:pt x="262" y="14"/>
                  </a:lnTo>
                  <a:lnTo>
                    <a:pt x="264" y="1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6" name="Freeform 95">
              <a:extLst>
                <a:ext uri="{FF2B5EF4-FFF2-40B4-BE49-F238E27FC236}">
                  <a16:creationId xmlns:a16="http://schemas.microsoft.com/office/drawing/2014/main" xmlns="" id="{5F829400-7FD7-43B9-8FC4-EEFB81E76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5289" y="5563005"/>
              <a:ext cx="460375" cy="385763"/>
            </a:xfrm>
            <a:custGeom>
              <a:avLst/>
              <a:gdLst>
                <a:gd name="T0" fmla="*/ 358 w 580"/>
                <a:gd name="T1" fmla="*/ 2 h 487"/>
                <a:gd name="T2" fmla="*/ 379 w 580"/>
                <a:gd name="T3" fmla="*/ 21 h 487"/>
                <a:gd name="T4" fmla="*/ 434 w 580"/>
                <a:gd name="T5" fmla="*/ 35 h 487"/>
                <a:gd name="T6" fmla="*/ 457 w 580"/>
                <a:gd name="T7" fmla="*/ 66 h 487"/>
                <a:gd name="T8" fmla="*/ 490 w 580"/>
                <a:gd name="T9" fmla="*/ 97 h 487"/>
                <a:gd name="T10" fmla="*/ 510 w 580"/>
                <a:gd name="T11" fmla="*/ 132 h 487"/>
                <a:gd name="T12" fmla="*/ 531 w 580"/>
                <a:gd name="T13" fmla="*/ 154 h 487"/>
                <a:gd name="T14" fmla="*/ 552 w 580"/>
                <a:gd name="T15" fmla="*/ 172 h 487"/>
                <a:gd name="T16" fmla="*/ 574 w 580"/>
                <a:gd name="T17" fmla="*/ 191 h 487"/>
                <a:gd name="T18" fmla="*/ 573 w 580"/>
                <a:gd name="T19" fmla="*/ 225 h 487"/>
                <a:gd name="T20" fmla="*/ 549 w 580"/>
                <a:gd name="T21" fmla="*/ 265 h 487"/>
                <a:gd name="T22" fmla="*/ 552 w 580"/>
                <a:gd name="T23" fmla="*/ 310 h 487"/>
                <a:gd name="T24" fmla="*/ 531 w 580"/>
                <a:gd name="T25" fmla="*/ 317 h 487"/>
                <a:gd name="T26" fmla="*/ 526 w 580"/>
                <a:gd name="T27" fmla="*/ 346 h 487"/>
                <a:gd name="T28" fmla="*/ 552 w 580"/>
                <a:gd name="T29" fmla="*/ 359 h 487"/>
                <a:gd name="T30" fmla="*/ 545 w 580"/>
                <a:gd name="T31" fmla="*/ 374 h 487"/>
                <a:gd name="T32" fmla="*/ 519 w 580"/>
                <a:gd name="T33" fmla="*/ 407 h 487"/>
                <a:gd name="T34" fmla="*/ 493 w 580"/>
                <a:gd name="T35" fmla="*/ 433 h 487"/>
                <a:gd name="T36" fmla="*/ 497 w 580"/>
                <a:gd name="T37" fmla="*/ 450 h 487"/>
                <a:gd name="T38" fmla="*/ 481 w 580"/>
                <a:gd name="T39" fmla="*/ 457 h 487"/>
                <a:gd name="T40" fmla="*/ 466 w 580"/>
                <a:gd name="T41" fmla="*/ 473 h 487"/>
                <a:gd name="T42" fmla="*/ 438 w 580"/>
                <a:gd name="T43" fmla="*/ 483 h 487"/>
                <a:gd name="T44" fmla="*/ 389 w 580"/>
                <a:gd name="T45" fmla="*/ 473 h 487"/>
                <a:gd name="T46" fmla="*/ 388 w 580"/>
                <a:gd name="T47" fmla="*/ 409 h 487"/>
                <a:gd name="T48" fmla="*/ 400 w 580"/>
                <a:gd name="T49" fmla="*/ 369 h 487"/>
                <a:gd name="T50" fmla="*/ 384 w 580"/>
                <a:gd name="T51" fmla="*/ 338 h 487"/>
                <a:gd name="T52" fmla="*/ 381 w 580"/>
                <a:gd name="T53" fmla="*/ 274 h 487"/>
                <a:gd name="T54" fmla="*/ 355 w 580"/>
                <a:gd name="T55" fmla="*/ 317 h 487"/>
                <a:gd name="T56" fmla="*/ 346 w 580"/>
                <a:gd name="T57" fmla="*/ 357 h 487"/>
                <a:gd name="T58" fmla="*/ 338 w 580"/>
                <a:gd name="T59" fmla="*/ 390 h 487"/>
                <a:gd name="T60" fmla="*/ 296 w 580"/>
                <a:gd name="T61" fmla="*/ 417 h 487"/>
                <a:gd name="T62" fmla="*/ 258 w 580"/>
                <a:gd name="T63" fmla="*/ 412 h 487"/>
                <a:gd name="T64" fmla="*/ 225 w 580"/>
                <a:gd name="T65" fmla="*/ 436 h 487"/>
                <a:gd name="T66" fmla="*/ 187 w 580"/>
                <a:gd name="T67" fmla="*/ 433 h 487"/>
                <a:gd name="T68" fmla="*/ 163 w 580"/>
                <a:gd name="T69" fmla="*/ 419 h 487"/>
                <a:gd name="T70" fmla="*/ 134 w 580"/>
                <a:gd name="T71" fmla="*/ 397 h 487"/>
                <a:gd name="T72" fmla="*/ 127 w 580"/>
                <a:gd name="T73" fmla="*/ 372 h 487"/>
                <a:gd name="T74" fmla="*/ 106 w 580"/>
                <a:gd name="T75" fmla="*/ 343 h 487"/>
                <a:gd name="T76" fmla="*/ 68 w 580"/>
                <a:gd name="T77" fmla="*/ 305 h 487"/>
                <a:gd name="T78" fmla="*/ 56 w 580"/>
                <a:gd name="T79" fmla="*/ 232 h 487"/>
                <a:gd name="T80" fmla="*/ 71 w 580"/>
                <a:gd name="T81" fmla="*/ 225 h 487"/>
                <a:gd name="T82" fmla="*/ 82 w 580"/>
                <a:gd name="T83" fmla="*/ 239 h 487"/>
                <a:gd name="T84" fmla="*/ 132 w 580"/>
                <a:gd name="T85" fmla="*/ 246 h 487"/>
                <a:gd name="T86" fmla="*/ 163 w 580"/>
                <a:gd name="T87" fmla="*/ 225 h 487"/>
                <a:gd name="T88" fmla="*/ 192 w 580"/>
                <a:gd name="T89" fmla="*/ 213 h 487"/>
                <a:gd name="T90" fmla="*/ 196 w 580"/>
                <a:gd name="T91" fmla="*/ 179 h 487"/>
                <a:gd name="T92" fmla="*/ 166 w 580"/>
                <a:gd name="T93" fmla="*/ 179 h 487"/>
                <a:gd name="T94" fmla="*/ 140 w 580"/>
                <a:gd name="T95" fmla="*/ 194 h 487"/>
                <a:gd name="T96" fmla="*/ 87 w 580"/>
                <a:gd name="T97" fmla="*/ 194 h 487"/>
                <a:gd name="T98" fmla="*/ 56 w 580"/>
                <a:gd name="T99" fmla="*/ 160 h 487"/>
                <a:gd name="T100" fmla="*/ 40 w 580"/>
                <a:gd name="T101" fmla="*/ 132 h 487"/>
                <a:gd name="T102" fmla="*/ 28 w 580"/>
                <a:gd name="T103" fmla="*/ 106 h 487"/>
                <a:gd name="T104" fmla="*/ 0 w 580"/>
                <a:gd name="T105" fmla="*/ 73 h 487"/>
                <a:gd name="T106" fmla="*/ 32 w 580"/>
                <a:gd name="T107" fmla="*/ 54 h 487"/>
                <a:gd name="T108" fmla="*/ 47 w 580"/>
                <a:gd name="T109" fmla="*/ 35 h 487"/>
                <a:gd name="T110" fmla="*/ 85 w 580"/>
                <a:gd name="T111" fmla="*/ 40 h 487"/>
                <a:gd name="T112" fmla="*/ 125 w 580"/>
                <a:gd name="T113" fmla="*/ 47 h 487"/>
                <a:gd name="T114" fmla="*/ 165 w 580"/>
                <a:gd name="T115" fmla="*/ 47 h 487"/>
                <a:gd name="T116" fmla="*/ 180 w 580"/>
                <a:gd name="T117" fmla="*/ 35 h 487"/>
                <a:gd name="T118" fmla="*/ 234 w 580"/>
                <a:gd name="T119" fmla="*/ 39 h 487"/>
                <a:gd name="T120" fmla="*/ 260 w 580"/>
                <a:gd name="T121" fmla="*/ 35 h 487"/>
                <a:gd name="T122" fmla="*/ 291 w 580"/>
                <a:gd name="T123" fmla="*/ 2 h 487"/>
                <a:gd name="T124" fmla="*/ 305 w 580"/>
                <a:gd name="T125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0" h="487">
                  <a:moveTo>
                    <a:pt x="305" y="0"/>
                  </a:moveTo>
                  <a:lnTo>
                    <a:pt x="315" y="0"/>
                  </a:lnTo>
                  <a:lnTo>
                    <a:pt x="324" y="0"/>
                  </a:lnTo>
                  <a:lnTo>
                    <a:pt x="325" y="0"/>
                  </a:lnTo>
                  <a:lnTo>
                    <a:pt x="358" y="2"/>
                  </a:lnTo>
                  <a:lnTo>
                    <a:pt x="360" y="2"/>
                  </a:lnTo>
                  <a:lnTo>
                    <a:pt x="365" y="6"/>
                  </a:lnTo>
                  <a:lnTo>
                    <a:pt x="372" y="11"/>
                  </a:lnTo>
                  <a:lnTo>
                    <a:pt x="372" y="14"/>
                  </a:lnTo>
                  <a:lnTo>
                    <a:pt x="379" y="21"/>
                  </a:lnTo>
                  <a:lnTo>
                    <a:pt x="388" y="26"/>
                  </a:lnTo>
                  <a:lnTo>
                    <a:pt x="396" y="32"/>
                  </a:lnTo>
                  <a:lnTo>
                    <a:pt x="410" y="35"/>
                  </a:lnTo>
                  <a:lnTo>
                    <a:pt x="421" y="35"/>
                  </a:lnTo>
                  <a:lnTo>
                    <a:pt x="434" y="35"/>
                  </a:lnTo>
                  <a:lnTo>
                    <a:pt x="450" y="35"/>
                  </a:lnTo>
                  <a:lnTo>
                    <a:pt x="452" y="39"/>
                  </a:lnTo>
                  <a:lnTo>
                    <a:pt x="452" y="40"/>
                  </a:lnTo>
                  <a:lnTo>
                    <a:pt x="455" y="54"/>
                  </a:lnTo>
                  <a:lnTo>
                    <a:pt x="457" y="66"/>
                  </a:lnTo>
                  <a:lnTo>
                    <a:pt x="459" y="70"/>
                  </a:lnTo>
                  <a:lnTo>
                    <a:pt x="474" y="85"/>
                  </a:lnTo>
                  <a:lnTo>
                    <a:pt x="485" y="92"/>
                  </a:lnTo>
                  <a:lnTo>
                    <a:pt x="486" y="94"/>
                  </a:lnTo>
                  <a:lnTo>
                    <a:pt x="490" y="97"/>
                  </a:lnTo>
                  <a:lnTo>
                    <a:pt x="497" y="104"/>
                  </a:lnTo>
                  <a:lnTo>
                    <a:pt x="498" y="108"/>
                  </a:lnTo>
                  <a:lnTo>
                    <a:pt x="502" y="113"/>
                  </a:lnTo>
                  <a:lnTo>
                    <a:pt x="505" y="132"/>
                  </a:lnTo>
                  <a:lnTo>
                    <a:pt x="510" y="132"/>
                  </a:lnTo>
                  <a:lnTo>
                    <a:pt x="519" y="134"/>
                  </a:lnTo>
                  <a:lnTo>
                    <a:pt x="521" y="137"/>
                  </a:lnTo>
                  <a:lnTo>
                    <a:pt x="526" y="141"/>
                  </a:lnTo>
                  <a:lnTo>
                    <a:pt x="528" y="148"/>
                  </a:lnTo>
                  <a:lnTo>
                    <a:pt x="531" y="154"/>
                  </a:lnTo>
                  <a:lnTo>
                    <a:pt x="538" y="163"/>
                  </a:lnTo>
                  <a:lnTo>
                    <a:pt x="540" y="167"/>
                  </a:lnTo>
                  <a:lnTo>
                    <a:pt x="547" y="172"/>
                  </a:lnTo>
                  <a:lnTo>
                    <a:pt x="549" y="172"/>
                  </a:lnTo>
                  <a:lnTo>
                    <a:pt x="552" y="172"/>
                  </a:lnTo>
                  <a:lnTo>
                    <a:pt x="552" y="177"/>
                  </a:lnTo>
                  <a:lnTo>
                    <a:pt x="559" y="180"/>
                  </a:lnTo>
                  <a:lnTo>
                    <a:pt x="566" y="184"/>
                  </a:lnTo>
                  <a:lnTo>
                    <a:pt x="569" y="186"/>
                  </a:lnTo>
                  <a:lnTo>
                    <a:pt x="574" y="191"/>
                  </a:lnTo>
                  <a:lnTo>
                    <a:pt x="580" y="194"/>
                  </a:lnTo>
                  <a:lnTo>
                    <a:pt x="580" y="212"/>
                  </a:lnTo>
                  <a:lnTo>
                    <a:pt x="578" y="218"/>
                  </a:lnTo>
                  <a:lnTo>
                    <a:pt x="576" y="224"/>
                  </a:lnTo>
                  <a:lnTo>
                    <a:pt x="573" y="225"/>
                  </a:lnTo>
                  <a:lnTo>
                    <a:pt x="568" y="232"/>
                  </a:lnTo>
                  <a:lnTo>
                    <a:pt x="557" y="239"/>
                  </a:lnTo>
                  <a:lnTo>
                    <a:pt x="550" y="250"/>
                  </a:lnTo>
                  <a:lnTo>
                    <a:pt x="549" y="253"/>
                  </a:lnTo>
                  <a:lnTo>
                    <a:pt x="549" y="265"/>
                  </a:lnTo>
                  <a:lnTo>
                    <a:pt x="552" y="272"/>
                  </a:lnTo>
                  <a:lnTo>
                    <a:pt x="555" y="279"/>
                  </a:lnTo>
                  <a:lnTo>
                    <a:pt x="557" y="289"/>
                  </a:lnTo>
                  <a:lnTo>
                    <a:pt x="557" y="307"/>
                  </a:lnTo>
                  <a:lnTo>
                    <a:pt x="552" y="310"/>
                  </a:lnTo>
                  <a:lnTo>
                    <a:pt x="550" y="312"/>
                  </a:lnTo>
                  <a:lnTo>
                    <a:pt x="547" y="312"/>
                  </a:lnTo>
                  <a:lnTo>
                    <a:pt x="540" y="312"/>
                  </a:lnTo>
                  <a:lnTo>
                    <a:pt x="536" y="314"/>
                  </a:lnTo>
                  <a:lnTo>
                    <a:pt x="531" y="317"/>
                  </a:lnTo>
                  <a:lnTo>
                    <a:pt x="528" y="319"/>
                  </a:lnTo>
                  <a:lnTo>
                    <a:pt x="526" y="324"/>
                  </a:lnTo>
                  <a:lnTo>
                    <a:pt x="524" y="329"/>
                  </a:lnTo>
                  <a:lnTo>
                    <a:pt x="526" y="345"/>
                  </a:lnTo>
                  <a:lnTo>
                    <a:pt x="526" y="346"/>
                  </a:lnTo>
                  <a:lnTo>
                    <a:pt x="528" y="346"/>
                  </a:lnTo>
                  <a:lnTo>
                    <a:pt x="535" y="348"/>
                  </a:lnTo>
                  <a:lnTo>
                    <a:pt x="540" y="350"/>
                  </a:lnTo>
                  <a:lnTo>
                    <a:pt x="549" y="353"/>
                  </a:lnTo>
                  <a:lnTo>
                    <a:pt x="552" y="359"/>
                  </a:lnTo>
                  <a:lnTo>
                    <a:pt x="552" y="364"/>
                  </a:lnTo>
                  <a:lnTo>
                    <a:pt x="552" y="366"/>
                  </a:lnTo>
                  <a:lnTo>
                    <a:pt x="550" y="367"/>
                  </a:lnTo>
                  <a:lnTo>
                    <a:pt x="547" y="371"/>
                  </a:lnTo>
                  <a:lnTo>
                    <a:pt x="545" y="374"/>
                  </a:lnTo>
                  <a:lnTo>
                    <a:pt x="545" y="388"/>
                  </a:lnTo>
                  <a:lnTo>
                    <a:pt x="533" y="398"/>
                  </a:lnTo>
                  <a:lnTo>
                    <a:pt x="529" y="400"/>
                  </a:lnTo>
                  <a:lnTo>
                    <a:pt x="526" y="400"/>
                  </a:lnTo>
                  <a:lnTo>
                    <a:pt x="519" y="407"/>
                  </a:lnTo>
                  <a:lnTo>
                    <a:pt x="498" y="417"/>
                  </a:lnTo>
                  <a:lnTo>
                    <a:pt x="497" y="419"/>
                  </a:lnTo>
                  <a:lnTo>
                    <a:pt x="493" y="423"/>
                  </a:lnTo>
                  <a:lnTo>
                    <a:pt x="493" y="428"/>
                  </a:lnTo>
                  <a:lnTo>
                    <a:pt x="493" y="433"/>
                  </a:lnTo>
                  <a:lnTo>
                    <a:pt x="493" y="436"/>
                  </a:lnTo>
                  <a:lnTo>
                    <a:pt x="497" y="438"/>
                  </a:lnTo>
                  <a:lnTo>
                    <a:pt x="498" y="442"/>
                  </a:lnTo>
                  <a:lnTo>
                    <a:pt x="498" y="450"/>
                  </a:lnTo>
                  <a:lnTo>
                    <a:pt x="497" y="450"/>
                  </a:lnTo>
                  <a:lnTo>
                    <a:pt x="497" y="452"/>
                  </a:lnTo>
                  <a:lnTo>
                    <a:pt x="493" y="454"/>
                  </a:lnTo>
                  <a:lnTo>
                    <a:pt x="490" y="455"/>
                  </a:lnTo>
                  <a:lnTo>
                    <a:pt x="488" y="457"/>
                  </a:lnTo>
                  <a:lnTo>
                    <a:pt x="481" y="457"/>
                  </a:lnTo>
                  <a:lnTo>
                    <a:pt x="474" y="459"/>
                  </a:lnTo>
                  <a:lnTo>
                    <a:pt x="472" y="462"/>
                  </a:lnTo>
                  <a:lnTo>
                    <a:pt x="471" y="468"/>
                  </a:lnTo>
                  <a:lnTo>
                    <a:pt x="467" y="471"/>
                  </a:lnTo>
                  <a:lnTo>
                    <a:pt x="466" y="473"/>
                  </a:lnTo>
                  <a:lnTo>
                    <a:pt x="466" y="481"/>
                  </a:lnTo>
                  <a:lnTo>
                    <a:pt x="466" y="483"/>
                  </a:lnTo>
                  <a:lnTo>
                    <a:pt x="459" y="487"/>
                  </a:lnTo>
                  <a:lnTo>
                    <a:pt x="447" y="487"/>
                  </a:lnTo>
                  <a:lnTo>
                    <a:pt x="438" y="483"/>
                  </a:lnTo>
                  <a:lnTo>
                    <a:pt x="426" y="480"/>
                  </a:lnTo>
                  <a:lnTo>
                    <a:pt x="400" y="480"/>
                  </a:lnTo>
                  <a:lnTo>
                    <a:pt x="393" y="474"/>
                  </a:lnTo>
                  <a:lnTo>
                    <a:pt x="393" y="473"/>
                  </a:lnTo>
                  <a:lnTo>
                    <a:pt x="389" y="473"/>
                  </a:lnTo>
                  <a:lnTo>
                    <a:pt x="389" y="464"/>
                  </a:lnTo>
                  <a:lnTo>
                    <a:pt x="393" y="450"/>
                  </a:lnTo>
                  <a:lnTo>
                    <a:pt x="393" y="431"/>
                  </a:lnTo>
                  <a:lnTo>
                    <a:pt x="389" y="421"/>
                  </a:lnTo>
                  <a:lnTo>
                    <a:pt x="388" y="409"/>
                  </a:lnTo>
                  <a:lnTo>
                    <a:pt x="389" y="400"/>
                  </a:lnTo>
                  <a:lnTo>
                    <a:pt x="393" y="393"/>
                  </a:lnTo>
                  <a:lnTo>
                    <a:pt x="396" y="388"/>
                  </a:lnTo>
                  <a:lnTo>
                    <a:pt x="400" y="379"/>
                  </a:lnTo>
                  <a:lnTo>
                    <a:pt x="400" y="369"/>
                  </a:lnTo>
                  <a:lnTo>
                    <a:pt x="400" y="360"/>
                  </a:lnTo>
                  <a:lnTo>
                    <a:pt x="396" y="350"/>
                  </a:lnTo>
                  <a:lnTo>
                    <a:pt x="393" y="348"/>
                  </a:lnTo>
                  <a:lnTo>
                    <a:pt x="388" y="343"/>
                  </a:lnTo>
                  <a:lnTo>
                    <a:pt x="384" y="338"/>
                  </a:lnTo>
                  <a:lnTo>
                    <a:pt x="384" y="331"/>
                  </a:lnTo>
                  <a:lnTo>
                    <a:pt x="384" y="321"/>
                  </a:lnTo>
                  <a:lnTo>
                    <a:pt x="384" y="307"/>
                  </a:lnTo>
                  <a:lnTo>
                    <a:pt x="384" y="274"/>
                  </a:lnTo>
                  <a:lnTo>
                    <a:pt x="381" y="274"/>
                  </a:lnTo>
                  <a:lnTo>
                    <a:pt x="365" y="284"/>
                  </a:lnTo>
                  <a:lnTo>
                    <a:pt x="365" y="286"/>
                  </a:lnTo>
                  <a:lnTo>
                    <a:pt x="360" y="295"/>
                  </a:lnTo>
                  <a:lnTo>
                    <a:pt x="360" y="312"/>
                  </a:lnTo>
                  <a:lnTo>
                    <a:pt x="355" y="317"/>
                  </a:lnTo>
                  <a:lnTo>
                    <a:pt x="351" y="321"/>
                  </a:lnTo>
                  <a:lnTo>
                    <a:pt x="350" y="324"/>
                  </a:lnTo>
                  <a:lnTo>
                    <a:pt x="350" y="331"/>
                  </a:lnTo>
                  <a:lnTo>
                    <a:pt x="350" y="338"/>
                  </a:lnTo>
                  <a:lnTo>
                    <a:pt x="346" y="357"/>
                  </a:lnTo>
                  <a:lnTo>
                    <a:pt x="346" y="376"/>
                  </a:lnTo>
                  <a:lnTo>
                    <a:pt x="346" y="381"/>
                  </a:lnTo>
                  <a:lnTo>
                    <a:pt x="341" y="385"/>
                  </a:lnTo>
                  <a:lnTo>
                    <a:pt x="339" y="386"/>
                  </a:lnTo>
                  <a:lnTo>
                    <a:pt x="338" y="390"/>
                  </a:lnTo>
                  <a:lnTo>
                    <a:pt x="334" y="391"/>
                  </a:lnTo>
                  <a:lnTo>
                    <a:pt x="315" y="397"/>
                  </a:lnTo>
                  <a:lnTo>
                    <a:pt x="312" y="398"/>
                  </a:lnTo>
                  <a:lnTo>
                    <a:pt x="305" y="409"/>
                  </a:lnTo>
                  <a:lnTo>
                    <a:pt x="296" y="417"/>
                  </a:lnTo>
                  <a:lnTo>
                    <a:pt x="296" y="419"/>
                  </a:lnTo>
                  <a:lnTo>
                    <a:pt x="272" y="419"/>
                  </a:lnTo>
                  <a:lnTo>
                    <a:pt x="267" y="417"/>
                  </a:lnTo>
                  <a:lnTo>
                    <a:pt x="265" y="412"/>
                  </a:lnTo>
                  <a:lnTo>
                    <a:pt x="258" y="412"/>
                  </a:lnTo>
                  <a:lnTo>
                    <a:pt x="248" y="414"/>
                  </a:lnTo>
                  <a:lnTo>
                    <a:pt x="241" y="417"/>
                  </a:lnTo>
                  <a:lnTo>
                    <a:pt x="234" y="421"/>
                  </a:lnTo>
                  <a:lnTo>
                    <a:pt x="227" y="433"/>
                  </a:lnTo>
                  <a:lnTo>
                    <a:pt x="225" y="436"/>
                  </a:lnTo>
                  <a:lnTo>
                    <a:pt x="220" y="438"/>
                  </a:lnTo>
                  <a:lnTo>
                    <a:pt x="213" y="440"/>
                  </a:lnTo>
                  <a:lnTo>
                    <a:pt x="208" y="440"/>
                  </a:lnTo>
                  <a:lnTo>
                    <a:pt x="203" y="438"/>
                  </a:lnTo>
                  <a:lnTo>
                    <a:pt x="187" y="433"/>
                  </a:lnTo>
                  <a:lnTo>
                    <a:pt x="182" y="431"/>
                  </a:lnTo>
                  <a:lnTo>
                    <a:pt x="175" y="430"/>
                  </a:lnTo>
                  <a:lnTo>
                    <a:pt x="172" y="426"/>
                  </a:lnTo>
                  <a:lnTo>
                    <a:pt x="166" y="423"/>
                  </a:lnTo>
                  <a:lnTo>
                    <a:pt x="163" y="419"/>
                  </a:lnTo>
                  <a:lnTo>
                    <a:pt x="158" y="416"/>
                  </a:lnTo>
                  <a:lnTo>
                    <a:pt x="153" y="414"/>
                  </a:lnTo>
                  <a:lnTo>
                    <a:pt x="149" y="410"/>
                  </a:lnTo>
                  <a:lnTo>
                    <a:pt x="134" y="400"/>
                  </a:lnTo>
                  <a:lnTo>
                    <a:pt x="134" y="397"/>
                  </a:lnTo>
                  <a:lnTo>
                    <a:pt x="132" y="393"/>
                  </a:lnTo>
                  <a:lnTo>
                    <a:pt x="132" y="390"/>
                  </a:lnTo>
                  <a:lnTo>
                    <a:pt x="128" y="386"/>
                  </a:lnTo>
                  <a:lnTo>
                    <a:pt x="128" y="381"/>
                  </a:lnTo>
                  <a:lnTo>
                    <a:pt x="127" y="372"/>
                  </a:lnTo>
                  <a:lnTo>
                    <a:pt x="125" y="364"/>
                  </a:lnTo>
                  <a:lnTo>
                    <a:pt x="125" y="360"/>
                  </a:lnTo>
                  <a:lnTo>
                    <a:pt x="121" y="359"/>
                  </a:lnTo>
                  <a:lnTo>
                    <a:pt x="109" y="346"/>
                  </a:lnTo>
                  <a:lnTo>
                    <a:pt x="106" y="343"/>
                  </a:lnTo>
                  <a:lnTo>
                    <a:pt x="101" y="336"/>
                  </a:lnTo>
                  <a:lnTo>
                    <a:pt x="87" y="321"/>
                  </a:lnTo>
                  <a:lnTo>
                    <a:pt x="82" y="314"/>
                  </a:lnTo>
                  <a:lnTo>
                    <a:pt x="75" y="310"/>
                  </a:lnTo>
                  <a:lnTo>
                    <a:pt x="68" y="305"/>
                  </a:lnTo>
                  <a:lnTo>
                    <a:pt x="66" y="300"/>
                  </a:lnTo>
                  <a:lnTo>
                    <a:pt x="61" y="289"/>
                  </a:lnTo>
                  <a:lnTo>
                    <a:pt x="58" y="279"/>
                  </a:lnTo>
                  <a:lnTo>
                    <a:pt x="56" y="274"/>
                  </a:lnTo>
                  <a:lnTo>
                    <a:pt x="56" y="232"/>
                  </a:lnTo>
                  <a:lnTo>
                    <a:pt x="58" y="231"/>
                  </a:lnTo>
                  <a:lnTo>
                    <a:pt x="59" y="225"/>
                  </a:lnTo>
                  <a:lnTo>
                    <a:pt x="63" y="225"/>
                  </a:lnTo>
                  <a:lnTo>
                    <a:pt x="68" y="225"/>
                  </a:lnTo>
                  <a:lnTo>
                    <a:pt x="71" y="225"/>
                  </a:lnTo>
                  <a:lnTo>
                    <a:pt x="75" y="225"/>
                  </a:lnTo>
                  <a:lnTo>
                    <a:pt x="78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2" y="239"/>
                  </a:lnTo>
                  <a:lnTo>
                    <a:pt x="83" y="244"/>
                  </a:lnTo>
                  <a:lnTo>
                    <a:pt x="85" y="246"/>
                  </a:lnTo>
                  <a:lnTo>
                    <a:pt x="102" y="248"/>
                  </a:lnTo>
                  <a:lnTo>
                    <a:pt x="116" y="248"/>
                  </a:lnTo>
                  <a:lnTo>
                    <a:pt x="132" y="246"/>
                  </a:lnTo>
                  <a:lnTo>
                    <a:pt x="137" y="244"/>
                  </a:lnTo>
                  <a:lnTo>
                    <a:pt x="146" y="241"/>
                  </a:lnTo>
                  <a:lnTo>
                    <a:pt x="153" y="232"/>
                  </a:lnTo>
                  <a:lnTo>
                    <a:pt x="156" y="231"/>
                  </a:lnTo>
                  <a:lnTo>
                    <a:pt x="163" y="225"/>
                  </a:lnTo>
                  <a:lnTo>
                    <a:pt x="168" y="225"/>
                  </a:lnTo>
                  <a:lnTo>
                    <a:pt x="179" y="224"/>
                  </a:lnTo>
                  <a:lnTo>
                    <a:pt x="182" y="224"/>
                  </a:lnTo>
                  <a:lnTo>
                    <a:pt x="187" y="218"/>
                  </a:lnTo>
                  <a:lnTo>
                    <a:pt x="192" y="213"/>
                  </a:lnTo>
                  <a:lnTo>
                    <a:pt x="194" y="213"/>
                  </a:lnTo>
                  <a:lnTo>
                    <a:pt x="194" y="212"/>
                  </a:lnTo>
                  <a:lnTo>
                    <a:pt x="198" y="199"/>
                  </a:lnTo>
                  <a:lnTo>
                    <a:pt x="198" y="180"/>
                  </a:lnTo>
                  <a:lnTo>
                    <a:pt x="196" y="179"/>
                  </a:lnTo>
                  <a:lnTo>
                    <a:pt x="192" y="175"/>
                  </a:lnTo>
                  <a:lnTo>
                    <a:pt x="187" y="175"/>
                  </a:lnTo>
                  <a:lnTo>
                    <a:pt x="180" y="172"/>
                  </a:lnTo>
                  <a:lnTo>
                    <a:pt x="173" y="175"/>
                  </a:lnTo>
                  <a:lnTo>
                    <a:pt x="166" y="179"/>
                  </a:lnTo>
                  <a:lnTo>
                    <a:pt x="161" y="184"/>
                  </a:lnTo>
                  <a:lnTo>
                    <a:pt x="158" y="186"/>
                  </a:lnTo>
                  <a:lnTo>
                    <a:pt x="154" y="187"/>
                  </a:lnTo>
                  <a:lnTo>
                    <a:pt x="147" y="193"/>
                  </a:lnTo>
                  <a:lnTo>
                    <a:pt x="140" y="194"/>
                  </a:lnTo>
                  <a:lnTo>
                    <a:pt x="132" y="199"/>
                  </a:lnTo>
                  <a:lnTo>
                    <a:pt x="118" y="199"/>
                  </a:lnTo>
                  <a:lnTo>
                    <a:pt x="97" y="198"/>
                  </a:lnTo>
                  <a:lnTo>
                    <a:pt x="94" y="198"/>
                  </a:lnTo>
                  <a:lnTo>
                    <a:pt x="87" y="194"/>
                  </a:lnTo>
                  <a:lnTo>
                    <a:pt x="78" y="191"/>
                  </a:lnTo>
                  <a:lnTo>
                    <a:pt x="71" y="186"/>
                  </a:lnTo>
                  <a:lnTo>
                    <a:pt x="64" y="175"/>
                  </a:lnTo>
                  <a:lnTo>
                    <a:pt x="58" y="163"/>
                  </a:lnTo>
                  <a:lnTo>
                    <a:pt x="56" y="160"/>
                  </a:lnTo>
                  <a:lnTo>
                    <a:pt x="54" y="153"/>
                  </a:lnTo>
                  <a:lnTo>
                    <a:pt x="51" y="148"/>
                  </a:lnTo>
                  <a:lnTo>
                    <a:pt x="45" y="144"/>
                  </a:lnTo>
                  <a:lnTo>
                    <a:pt x="40" y="137"/>
                  </a:lnTo>
                  <a:lnTo>
                    <a:pt x="40" y="132"/>
                  </a:lnTo>
                  <a:lnTo>
                    <a:pt x="40" y="130"/>
                  </a:lnTo>
                  <a:lnTo>
                    <a:pt x="38" y="123"/>
                  </a:lnTo>
                  <a:lnTo>
                    <a:pt x="37" y="116"/>
                  </a:lnTo>
                  <a:lnTo>
                    <a:pt x="32" y="108"/>
                  </a:lnTo>
                  <a:lnTo>
                    <a:pt x="28" y="106"/>
                  </a:lnTo>
                  <a:lnTo>
                    <a:pt x="23" y="104"/>
                  </a:lnTo>
                  <a:lnTo>
                    <a:pt x="6" y="92"/>
                  </a:lnTo>
                  <a:lnTo>
                    <a:pt x="4" y="87"/>
                  </a:lnTo>
                  <a:lnTo>
                    <a:pt x="0" y="82"/>
                  </a:lnTo>
                  <a:lnTo>
                    <a:pt x="0" y="73"/>
                  </a:lnTo>
                  <a:lnTo>
                    <a:pt x="4" y="70"/>
                  </a:lnTo>
                  <a:lnTo>
                    <a:pt x="14" y="59"/>
                  </a:lnTo>
                  <a:lnTo>
                    <a:pt x="18" y="58"/>
                  </a:lnTo>
                  <a:lnTo>
                    <a:pt x="28" y="54"/>
                  </a:lnTo>
                  <a:lnTo>
                    <a:pt x="32" y="54"/>
                  </a:lnTo>
                  <a:lnTo>
                    <a:pt x="33" y="51"/>
                  </a:lnTo>
                  <a:lnTo>
                    <a:pt x="35" y="45"/>
                  </a:lnTo>
                  <a:lnTo>
                    <a:pt x="38" y="40"/>
                  </a:lnTo>
                  <a:lnTo>
                    <a:pt x="40" y="39"/>
                  </a:lnTo>
                  <a:lnTo>
                    <a:pt x="47" y="35"/>
                  </a:lnTo>
                  <a:lnTo>
                    <a:pt x="52" y="32"/>
                  </a:lnTo>
                  <a:lnTo>
                    <a:pt x="59" y="32"/>
                  </a:lnTo>
                  <a:lnTo>
                    <a:pt x="63" y="32"/>
                  </a:lnTo>
                  <a:lnTo>
                    <a:pt x="78" y="39"/>
                  </a:lnTo>
                  <a:lnTo>
                    <a:pt x="85" y="40"/>
                  </a:lnTo>
                  <a:lnTo>
                    <a:pt x="94" y="42"/>
                  </a:lnTo>
                  <a:lnTo>
                    <a:pt x="106" y="42"/>
                  </a:lnTo>
                  <a:lnTo>
                    <a:pt x="116" y="45"/>
                  </a:lnTo>
                  <a:lnTo>
                    <a:pt x="120" y="47"/>
                  </a:lnTo>
                  <a:lnTo>
                    <a:pt x="125" y="47"/>
                  </a:lnTo>
                  <a:lnTo>
                    <a:pt x="134" y="51"/>
                  </a:lnTo>
                  <a:lnTo>
                    <a:pt x="146" y="52"/>
                  </a:lnTo>
                  <a:lnTo>
                    <a:pt x="154" y="52"/>
                  </a:lnTo>
                  <a:lnTo>
                    <a:pt x="163" y="47"/>
                  </a:lnTo>
                  <a:lnTo>
                    <a:pt x="165" y="47"/>
                  </a:lnTo>
                  <a:lnTo>
                    <a:pt x="166" y="47"/>
                  </a:lnTo>
                  <a:lnTo>
                    <a:pt x="168" y="42"/>
                  </a:lnTo>
                  <a:lnTo>
                    <a:pt x="172" y="39"/>
                  </a:lnTo>
                  <a:lnTo>
                    <a:pt x="179" y="35"/>
                  </a:lnTo>
                  <a:lnTo>
                    <a:pt x="180" y="35"/>
                  </a:lnTo>
                  <a:lnTo>
                    <a:pt x="187" y="35"/>
                  </a:lnTo>
                  <a:lnTo>
                    <a:pt x="198" y="30"/>
                  </a:lnTo>
                  <a:lnTo>
                    <a:pt x="215" y="30"/>
                  </a:lnTo>
                  <a:lnTo>
                    <a:pt x="229" y="35"/>
                  </a:lnTo>
                  <a:lnTo>
                    <a:pt x="234" y="39"/>
                  </a:lnTo>
                  <a:lnTo>
                    <a:pt x="237" y="39"/>
                  </a:lnTo>
                  <a:lnTo>
                    <a:pt x="242" y="42"/>
                  </a:lnTo>
                  <a:lnTo>
                    <a:pt x="256" y="42"/>
                  </a:lnTo>
                  <a:lnTo>
                    <a:pt x="256" y="40"/>
                  </a:lnTo>
                  <a:lnTo>
                    <a:pt x="260" y="35"/>
                  </a:lnTo>
                  <a:lnTo>
                    <a:pt x="265" y="26"/>
                  </a:lnTo>
                  <a:lnTo>
                    <a:pt x="267" y="21"/>
                  </a:lnTo>
                  <a:lnTo>
                    <a:pt x="272" y="18"/>
                  </a:lnTo>
                  <a:lnTo>
                    <a:pt x="284" y="6"/>
                  </a:lnTo>
                  <a:lnTo>
                    <a:pt x="291" y="2"/>
                  </a:lnTo>
                  <a:lnTo>
                    <a:pt x="291" y="0"/>
                  </a:lnTo>
                  <a:lnTo>
                    <a:pt x="301" y="0"/>
                  </a:lnTo>
                  <a:lnTo>
                    <a:pt x="305" y="0"/>
                  </a:lnTo>
                  <a:lnTo>
                    <a:pt x="305" y="0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7" name="Freeform 96">
              <a:extLst>
                <a:ext uri="{FF2B5EF4-FFF2-40B4-BE49-F238E27FC236}">
                  <a16:creationId xmlns:a16="http://schemas.microsoft.com/office/drawing/2014/main" xmlns="" id="{67C98009-B22C-4D8F-89E3-97DD62D9A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6601" y="6317068"/>
              <a:ext cx="65088" cy="98425"/>
            </a:xfrm>
            <a:custGeom>
              <a:avLst/>
              <a:gdLst>
                <a:gd name="T0" fmla="*/ 41 w 81"/>
                <a:gd name="T1" fmla="*/ 0 h 123"/>
                <a:gd name="T2" fmla="*/ 50 w 81"/>
                <a:gd name="T3" fmla="*/ 0 h 123"/>
                <a:gd name="T4" fmla="*/ 57 w 81"/>
                <a:gd name="T5" fmla="*/ 3 h 123"/>
                <a:gd name="T6" fmla="*/ 60 w 81"/>
                <a:gd name="T7" fmla="*/ 7 h 123"/>
                <a:gd name="T8" fmla="*/ 66 w 81"/>
                <a:gd name="T9" fmla="*/ 12 h 123"/>
                <a:gd name="T10" fmla="*/ 69 w 81"/>
                <a:gd name="T11" fmla="*/ 17 h 123"/>
                <a:gd name="T12" fmla="*/ 76 w 81"/>
                <a:gd name="T13" fmla="*/ 28 h 123"/>
                <a:gd name="T14" fmla="*/ 76 w 81"/>
                <a:gd name="T15" fmla="*/ 31 h 123"/>
                <a:gd name="T16" fmla="*/ 79 w 81"/>
                <a:gd name="T17" fmla="*/ 38 h 123"/>
                <a:gd name="T18" fmla="*/ 79 w 81"/>
                <a:gd name="T19" fmla="*/ 45 h 123"/>
                <a:gd name="T20" fmla="*/ 81 w 81"/>
                <a:gd name="T21" fmla="*/ 104 h 123"/>
                <a:gd name="T22" fmla="*/ 81 w 81"/>
                <a:gd name="T23" fmla="*/ 111 h 123"/>
                <a:gd name="T24" fmla="*/ 79 w 81"/>
                <a:gd name="T25" fmla="*/ 118 h 123"/>
                <a:gd name="T26" fmla="*/ 76 w 81"/>
                <a:gd name="T27" fmla="*/ 121 h 123"/>
                <a:gd name="T28" fmla="*/ 76 w 81"/>
                <a:gd name="T29" fmla="*/ 123 h 123"/>
                <a:gd name="T30" fmla="*/ 66 w 81"/>
                <a:gd name="T31" fmla="*/ 123 h 123"/>
                <a:gd name="T32" fmla="*/ 66 w 81"/>
                <a:gd name="T33" fmla="*/ 119 h 123"/>
                <a:gd name="T34" fmla="*/ 66 w 81"/>
                <a:gd name="T35" fmla="*/ 119 h 123"/>
                <a:gd name="T36" fmla="*/ 64 w 81"/>
                <a:gd name="T37" fmla="*/ 112 h 123"/>
                <a:gd name="T38" fmla="*/ 66 w 81"/>
                <a:gd name="T39" fmla="*/ 119 h 123"/>
                <a:gd name="T40" fmla="*/ 66 w 81"/>
                <a:gd name="T41" fmla="*/ 121 h 123"/>
                <a:gd name="T42" fmla="*/ 64 w 81"/>
                <a:gd name="T43" fmla="*/ 118 h 123"/>
                <a:gd name="T44" fmla="*/ 54 w 81"/>
                <a:gd name="T45" fmla="*/ 99 h 123"/>
                <a:gd name="T46" fmla="*/ 41 w 81"/>
                <a:gd name="T47" fmla="*/ 83 h 123"/>
                <a:gd name="T48" fmla="*/ 36 w 81"/>
                <a:gd name="T49" fmla="*/ 80 h 123"/>
                <a:gd name="T50" fmla="*/ 33 w 81"/>
                <a:gd name="T51" fmla="*/ 73 h 123"/>
                <a:gd name="T52" fmla="*/ 22 w 81"/>
                <a:gd name="T53" fmla="*/ 54 h 123"/>
                <a:gd name="T54" fmla="*/ 21 w 81"/>
                <a:gd name="T55" fmla="*/ 47 h 123"/>
                <a:gd name="T56" fmla="*/ 19 w 81"/>
                <a:gd name="T57" fmla="*/ 38 h 123"/>
                <a:gd name="T58" fmla="*/ 16 w 81"/>
                <a:gd name="T59" fmla="*/ 24 h 123"/>
                <a:gd name="T60" fmla="*/ 10 w 81"/>
                <a:gd name="T61" fmla="*/ 17 h 123"/>
                <a:gd name="T62" fmla="*/ 5 w 81"/>
                <a:gd name="T63" fmla="*/ 12 h 123"/>
                <a:gd name="T64" fmla="*/ 0 w 81"/>
                <a:gd name="T65" fmla="*/ 7 h 123"/>
                <a:gd name="T66" fmla="*/ 26 w 81"/>
                <a:gd name="T67" fmla="*/ 0 h 123"/>
                <a:gd name="T68" fmla="*/ 41 w 81"/>
                <a:gd name="T69" fmla="*/ 0 h 123"/>
                <a:gd name="T70" fmla="*/ 41 w 81"/>
                <a:gd name="T71" fmla="*/ 0 h 123"/>
                <a:gd name="T72" fmla="*/ 41 w 81"/>
                <a:gd name="T7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1" h="123">
                  <a:moveTo>
                    <a:pt x="41" y="0"/>
                  </a:moveTo>
                  <a:lnTo>
                    <a:pt x="50" y="0"/>
                  </a:lnTo>
                  <a:lnTo>
                    <a:pt x="57" y="3"/>
                  </a:lnTo>
                  <a:lnTo>
                    <a:pt x="60" y="7"/>
                  </a:lnTo>
                  <a:lnTo>
                    <a:pt x="66" y="12"/>
                  </a:lnTo>
                  <a:lnTo>
                    <a:pt x="69" y="17"/>
                  </a:lnTo>
                  <a:lnTo>
                    <a:pt x="76" y="28"/>
                  </a:lnTo>
                  <a:lnTo>
                    <a:pt x="76" y="31"/>
                  </a:lnTo>
                  <a:lnTo>
                    <a:pt x="79" y="38"/>
                  </a:lnTo>
                  <a:lnTo>
                    <a:pt x="79" y="45"/>
                  </a:lnTo>
                  <a:lnTo>
                    <a:pt x="81" y="104"/>
                  </a:lnTo>
                  <a:lnTo>
                    <a:pt x="81" y="111"/>
                  </a:lnTo>
                  <a:lnTo>
                    <a:pt x="79" y="118"/>
                  </a:lnTo>
                  <a:lnTo>
                    <a:pt x="76" y="121"/>
                  </a:lnTo>
                  <a:lnTo>
                    <a:pt x="76" y="123"/>
                  </a:lnTo>
                  <a:lnTo>
                    <a:pt x="66" y="123"/>
                  </a:lnTo>
                  <a:lnTo>
                    <a:pt x="66" y="119"/>
                  </a:lnTo>
                  <a:lnTo>
                    <a:pt x="66" y="119"/>
                  </a:lnTo>
                  <a:lnTo>
                    <a:pt x="64" y="112"/>
                  </a:lnTo>
                  <a:lnTo>
                    <a:pt x="66" y="119"/>
                  </a:lnTo>
                  <a:lnTo>
                    <a:pt x="66" y="121"/>
                  </a:lnTo>
                  <a:lnTo>
                    <a:pt x="64" y="118"/>
                  </a:lnTo>
                  <a:lnTo>
                    <a:pt x="54" y="99"/>
                  </a:lnTo>
                  <a:lnTo>
                    <a:pt x="41" y="83"/>
                  </a:lnTo>
                  <a:lnTo>
                    <a:pt x="36" y="80"/>
                  </a:lnTo>
                  <a:lnTo>
                    <a:pt x="33" y="73"/>
                  </a:lnTo>
                  <a:lnTo>
                    <a:pt x="22" y="54"/>
                  </a:lnTo>
                  <a:lnTo>
                    <a:pt x="21" y="47"/>
                  </a:lnTo>
                  <a:lnTo>
                    <a:pt x="19" y="38"/>
                  </a:lnTo>
                  <a:lnTo>
                    <a:pt x="16" y="24"/>
                  </a:lnTo>
                  <a:lnTo>
                    <a:pt x="10" y="17"/>
                  </a:lnTo>
                  <a:lnTo>
                    <a:pt x="5" y="12"/>
                  </a:lnTo>
                  <a:lnTo>
                    <a:pt x="0" y="7"/>
                  </a:lnTo>
                  <a:lnTo>
                    <a:pt x="26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8" name="Freeform 97">
              <a:extLst>
                <a:ext uri="{FF2B5EF4-FFF2-40B4-BE49-F238E27FC236}">
                  <a16:creationId xmlns:a16="http://schemas.microsoft.com/office/drawing/2014/main" xmlns="" id="{072518FC-EFB1-4CC4-96BE-4B62B8A90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6864" y="5520143"/>
              <a:ext cx="361950" cy="300038"/>
            </a:xfrm>
            <a:custGeom>
              <a:avLst/>
              <a:gdLst>
                <a:gd name="T0" fmla="*/ 445 w 457"/>
                <a:gd name="T1" fmla="*/ 3 h 379"/>
                <a:gd name="T2" fmla="*/ 446 w 457"/>
                <a:gd name="T3" fmla="*/ 21 h 379"/>
                <a:gd name="T4" fmla="*/ 453 w 457"/>
                <a:gd name="T5" fmla="*/ 88 h 379"/>
                <a:gd name="T6" fmla="*/ 450 w 457"/>
                <a:gd name="T7" fmla="*/ 111 h 379"/>
                <a:gd name="T8" fmla="*/ 434 w 457"/>
                <a:gd name="T9" fmla="*/ 123 h 379"/>
                <a:gd name="T10" fmla="*/ 410 w 457"/>
                <a:gd name="T11" fmla="*/ 135 h 379"/>
                <a:gd name="T12" fmla="*/ 396 w 457"/>
                <a:gd name="T13" fmla="*/ 168 h 379"/>
                <a:gd name="T14" fmla="*/ 363 w 457"/>
                <a:gd name="T15" fmla="*/ 175 h 379"/>
                <a:gd name="T16" fmla="*/ 334 w 457"/>
                <a:gd name="T17" fmla="*/ 195 h 379"/>
                <a:gd name="T18" fmla="*/ 318 w 457"/>
                <a:gd name="T19" fmla="*/ 211 h 379"/>
                <a:gd name="T20" fmla="*/ 299 w 457"/>
                <a:gd name="T21" fmla="*/ 218 h 379"/>
                <a:gd name="T22" fmla="*/ 284 w 457"/>
                <a:gd name="T23" fmla="*/ 202 h 379"/>
                <a:gd name="T24" fmla="*/ 261 w 457"/>
                <a:gd name="T25" fmla="*/ 204 h 379"/>
                <a:gd name="T26" fmla="*/ 253 w 457"/>
                <a:gd name="T27" fmla="*/ 226 h 379"/>
                <a:gd name="T28" fmla="*/ 261 w 457"/>
                <a:gd name="T29" fmla="*/ 252 h 379"/>
                <a:gd name="T30" fmla="*/ 287 w 457"/>
                <a:gd name="T31" fmla="*/ 261 h 379"/>
                <a:gd name="T32" fmla="*/ 320 w 457"/>
                <a:gd name="T33" fmla="*/ 259 h 379"/>
                <a:gd name="T34" fmla="*/ 341 w 457"/>
                <a:gd name="T35" fmla="*/ 266 h 379"/>
                <a:gd name="T36" fmla="*/ 358 w 457"/>
                <a:gd name="T37" fmla="*/ 316 h 379"/>
                <a:gd name="T38" fmla="*/ 353 w 457"/>
                <a:gd name="T39" fmla="*/ 341 h 379"/>
                <a:gd name="T40" fmla="*/ 344 w 457"/>
                <a:gd name="T41" fmla="*/ 351 h 379"/>
                <a:gd name="T42" fmla="*/ 324 w 457"/>
                <a:gd name="T43" fmla="*/ 327 h 379"/>
                <a:gd name="T44" fmla="*/ 287 w 457"/>
                <a:gd name="T45" fmla="*/ 327 h 379"/>
                <a:gd name="T46" fmla="*/ 282 w 457"/>
                <a:gd name="T47" fmla="*/ 341 h 379"/>
                <a:gd name="T48" fmla="*/ 273 w 457"/>
                <a:gd name="T49" fmla="*/ 351 h 379"/>
                <a:gd name="T50" fmla="*/ 241 w 457"/>
                <a:gd name="T51" fmla="*/ 351 h 379"/>
                <a:gd name="T52" fmla="*/ 220 w 457"/>
                <a:gd name="T53" fmla="*/ 356 h 379"/>
                <a:gd name="T54" fmla="*/ 211 w 457"/>
                <a:gd name="T55" fmla="*/ 372 h 379"/>
                <a:gd name="T56" fmla="*/ 187 w 457"/>
                <a:gd name="T57" fmla="*/ 375 h 379"/>
                <a:gd name="T58" fmla="*/ 187 w 457"/>
                <a:gd name="T59" fmla="*/ 354 h 379"/>
                <a:gd name="T60" fmla="*/ 189 w 457"/>
                <a:gd name="T61" fmla="*/ 339 h 379"/>
                <a:gd name="T62" fmla="*/ 85 w 457"/>
                <a:gd name="T63" fmla="*/ 332 h 379"/>
                <a:gd name="T64" fmla="*/ 94 w 457"/>
                <a:gd name="T65" fmla="*/ 290 h 379"/>
                <a:gd name="T66" fmla="*/ 102 w 457"/>
                <a:gd name="T67" fmla="*/ 270 h 379"/>
                <a:gd name="T68" fmla="*/ 88 w 457"/>
                <a:gd name="T69" fmla="*/ 247 h 379"/>
                <a:gd name="T70" fmla="*/ 75 w 457"/>
                <a:gd name="T71" fmla="*/ 218 h 379"/>
                <a:gd name="T72" fmla="*/ 47 w 457"/>
                <a:gd name="T73" fmla="*/ 192 h 379"/>
                <a:gd name="T74" fmla="*/ 21 w 457"/>
                <a:gd name="T75" fmla="*/ 164 h 379"/>
                <a:gd name="T76" fmla="*/ 2 w 457"/>
                <a:gd name="T77" fmla="*/ 150 h 379"/>
                <a:gd name="T78" fmla="*/ 12 w 457"/>
                <a:gd name="T79" fmla="*/ 137 h 379"/>
                <a:gd name="T80" fmla="*/ 33 w 457"/>
                <a:gd name="T81" fmla="*/ 114 h 379"/>
                <a:gd name="T82" fmla="*/ 47 w 457"/>
                <a:gd name="T83" fmla="*/ 104 h 379"/>
                <a:gd name="T84" fmla="*/ 66 w 457"/>
                <a:gd name="T85" fmla="*/ 98 h 379"/>
                <a:gd name="T86" fmla="*/ 118 w 457"/>
                <a:gd name="T87" fmla="*/ 111 h 379"/>
                <a:gd name="T88" fmla="*/ 187 w 457"/>
                <a:gd name="T89" fmla="*/ 116 h 379"/>
                <a:gd name="T90" fmla="*/ 199 w 457"/>
                <a:gd name="T91" fmla="*/ 102 h 379"/>
                <a:gd name="T92" fmla="*/ 220 w 457"/>
                <a:gd name="T93" fmla="*/ 86 h 379"/>
                <a:gd name="T94" fmla="*/ 251 w 457"/>
                <a:gd name="T95" fmla="*/ 79 h 379"/>
                <a:gd name="T96" fmla="*/ 280 w 457"/>
                <a:gd name="T97" fmla="*/ 79 h 379"/>
                <a:gd name="T98" fmla="*/ 324 w 457"/>
                <a:gd name="T99" fmla="*/ 88 h 379"/>
                <a:gd name="T100" fmla="*/ 341 w 457"/>
                <a:gd name="T101" fmla="*/ 79 h 379"/>
                <a:gd name="T102" fmla="*/ 368 w 457"/>
                <a:gd name="T103" fmla="*/ 67 h 379"/>
                <a:gd name="T104" fmla="*/ 384 w 457"/>
                <a:gd name="T105" fmla="*/ 47 h 379"/>
                <a:gd name="T106" fmla="*/ 393 w 457"/>
                <a:gd name="T107" fmla="*/ 24 h 379"/>
                <a:gd name="T108" fmla="*/ 413 w 457"/>
                <a:gd name="T109" fmla="*/ 8 h 379"/>
                <a:gd name="T110" fmla="*/ 434 w 457"/>
                <a:gd name="T111" fmla="*/ 2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57" h="379">
                  <a:moveTo>
                    <a:pt x="439" y="0"/>
                  </a:moveTo>
                  <a:lnTo>
                    <a:pt x="439" y="0"/>
                  </a:lnTo>
                  <a:lnTo>
                    <a:pt x="443" y="2"/>
                  </a:lnTo>
                  <a:lnTo>
                    <a:pt x="445" y="3"/>
                  </a:lnTo>
                  <a:lnTo>
                    <a:pt x="446" y="12"/>
                  </a:lnTo>
                  <a:lnTo>
                    <a:pt x="450" y="8"/>
                  </a:lnTo>
                  <a:lnTo>
                    <a:pt x="450" y="12"/>
                  </a:lnTo>
                  <a:lnTo>
                    <a:pt x="446" y="21"/>
                  </a:lnTo>
                  <a:lnTo>
                    <a:pt x="446" y="66"/>
                  </a:lnTo>
                  <a:lnTo>
                    <a:pt x="446" y="74"/>
                  </a:lnTo>
                  <a:lnTo>
                    <a:pt x="451" y="83"/>
                  </a:lnTo>
                  <a:lnTo>
                    <a:pt x="453" y="88"/>
                  </a:lnTo>
                  <a:lnTo>
                    <a:pt x="457" y="93"/>
                  </a:lnTo>
                  <a:lnTo>
                    <a:pt x="457" y="98"/>
                  </a:lnTo>
                  <a:lnTo>
                    <a:pt x="453" y="104"/>
                  </a:lnTo>
                  <a:lnTo>
                    <a:pt x="450" y="111"/>
                  </a:lnTo>
                  <a:lnTo>
                    <a:pt x="446" y="117"/>
                  </a:lnTo>
                  <a:lnTo>
                    <a:pt x="446" y="119"/>
                  </a:lnTo>
                  <a:lnTo>
                    <a:pt x="443" y="121"/>
                  </a:lnTo>
                  <a:lnTo>
                    <a:pt x="434" y="123"/>
                  </a:lnTo>
                  <a:lnTo>
                    <a:pt x="424" y="124"/>
                  </a:lnTo>
                  <a:lnTo>
                    <a:pt x="419" y="124"/>
                  </a:lnTo>
                  <a:lnTo>
                    <a:pt x="417" y="128"/>
                  </a:lnTo>
                  <a:lnTo>
                    <a:pt x="410" y="135"/>
                  </a:lnTo>
                  <a:lnTo>
                    <a:pt x="403" y="145"/>
                  </a:lnTo>
                  <a:lnTo>
                    <a:pt x="400" y="152"/>
                  </a:lnTo>
                  <a:lnTo>
                    <a:pt x="396" y="162"/>
                  </a:lnTo>
                  <a:lnTo>
                    <a:pt x="396" y="168"/>
                  </a:lnTo>
                  <a:lnTo>
                    <a:pt x="393" y="171"/>
                  </a:lnTo>
                  <a:lnTo>
                    <a:pt x="387" y="173"/>
                  </a:lnTo>
                  <a:lnTo>
                    <a:pt x="381" y="173"/>
                  </a:lnTo>
                  <a:lnTo>
                    <a:pt x="363" y="175"/>
                  </a:lnTo>
                  <a:lnTo>
                    <a:pt x="358" y="178"/>
                  </a:lnTo>
                  <a:lnTo>
                    <a:pt x="351" y="185"/>
                  </a:lnTo>
                  <a:lnTo>
                    <a:pt x="344" y="192"/>
                  </a:lnTo>
                  <a:lnTo>
                    <a:pt x="334" y="195"/>
                  </a:lnTo>
                  <a:lnTo>
                    <a:pt x="325" y="199"/>
                  </a:lnTo>
                  <a:lnTo>
                    <a:pt x="324" y="202"/>
                  </a:lnTo>
                  <a:lnTo>
                    <a:pt x="320" y="207"/>
                  </a:lnTo>
                  <a:lnTo>
                    <a:pt x="318" y="211"/>
                  </a:lnTo>
                  <a:lnTo>
                    <a:pt x="313" y="214"/>
                  </a:lnTo>
                  <a:lnTo>
                    <a:pt x="308" y="216"/>
                  </a:lnTo>
                  <a:lnTo>
                    <a:pt x="304" y="218"/>
                  </a:lnTo>
                  <a:lnTo>
                    <a:pt x="299" y="218"/>
                  </a:lnTo>
                  <a:lnTo>
                    <a:pt x="292" y="214"/>
                  </a:lnTo>
                  <a:lnTo>
                    <a:pt x="291" y="211"/>
                  </a:lnTo>
                  <a:lnTo>
                    <a:pt x="287" y="206"/>
                  </a:lnTo>
                  <a:lnTo>
                    <a:pt x="284" y="202"/>
                  </a:lnTo>
                  <a:lnTo>
                    <a:pt x="284" y="202"/>
                  </a:lnTo>
                  <a:lnTo>
                    <a:pt x="282" y="201"/>
                  </a:lnTo>
                  <a:lnTo>
                    <a:pt x="272" y="201"/>
                  </a:lnTo>
                  <a:lnTo>
                    <a:pt x="261" y="204"/>
                  </a:lnTo>
                  <a:lnTo>
                    <a:pt x="260" y="207"/>
                  </a:lnTo>
                  <a:lnTo>
                    <a:pt x="254" y="213"/>
                  </a:lnTo>
                  <a:lnTo>
                    <a:pt x="253" y="220"/>
                  </a:lnTo>
                  <a:lnTo>
                    <a:pt x="253" y="226"/>
                  </a:lnTo>
                  <a:lnTo>
                    <a:pt x="253" y="233"/>
                  </a:lnTo>
                  <a:lnTo>
                    <a:pt x="254" y="240"/>
                  </a:lnTo>
                  <a:lnTo>
                    <a:pt x="260" y="247"/>
                  </a:lnTo>
                  <a:lnTo>
                    <a:pt x="261" y="252"/>
                  </a:lnTo>
                  <a:lnTo>
                    <a:pt x="266" y="254"/>
                  </a:lnTo>
                  <a:lnTo>
                    <a:pt x="268" y="258"/>
                  </a:lnTo>
                  <a:lnTo>
                    <a:pt x="279" y="261"/>
                  </a:lnTo>
                  <a:lnTo>
                    <a:pt x="287" y="261"/>
                  </a:lnTo>
                  <a:lnTo>
                    <a:pt x="292" y="265"/>
                  </a:lnTo>
                  <a:lnTo>
                    <a:pt x="304" y="265"/>
                  </a:lnTo>
                  <a:lnTo>
                    <a:pt x="313" y="261"/>
                  </a:lnTo>
                  <a:lnTo>
                    <a:pt x="320" y="259"/>
                  </a:lnTo>
                  <a:lnTo>
                    <a:pt x="325" y="258"/>
                  </a:lnTo>
                  <a:lnTo>
                    <a:pt x="334" y="259"/>
                  </a:lnTo>
                  <a:lnTo>
                    <a:pt x="337" y="265"/>
                  </a:lnTo>
                  <a:lnTo>
                    <a:pt x="341" y="266"/>
                  </a:lnTo>
                  <a:lnTo>
                    <a:pt x="341" y="284"/>
                  </a:lnTo>
                  <a:lnTo>
                    <a:pt x="344" y="290"/>
                  </a:lnTo>
                  <a:lnTo>
                    <a:pt x="346" y="297"/>
                  </a:lnTo>
                  <a:lnTo>
                    <a:pt x="358" y="316"/>
                  </a:lnTo>
                  <a:lnTo>
                    <a:pt x="360" y="323"/>
                  </a:lnTo>
                  <a:lnTo>
                    <a:pt x="360" y="332"/>
                  </a:lnTo>
                  <a:lnTo>
                    <a:pt x="360" y="337"/>
                  </a:lnTo>
                  <a:lnTo>
                    <a:pt x="353" y="341"/>
                  </a:lnTo>
                  <a:lnTo>
                    <a:pt x="351" y="342"/>
                  </a:lnTo>
                  <a:lnTo>
                    <a:pt x="349" y="346"/>
                  </a:lnTo>
                  <a:lnTo>
                    <a:pt x="346" y="351"/>
                  </a:lnTo>
                  <a:lnTo>
                    <a:pt x="344" y="351"/>
                  </a:lnTo>
                  <a:lnTo>
                    <a:pt x="341" y="346"/>
                  </a:lnTo>
                  <a:lnTo>
                    <a:pt x="337" y="341"/>
                  </a:lnTo>
                  <a:lnTo>
                    <a:pt x="329" y="332"/>
                  </a:lnTo>
                  <a:lnTo>
                    <a:pt x="324" y="327"/>
                  </a:lnTo>
                  <a:lnTo>
                    <a:pt x="315" y="325"/>
                  </a:lnTo>
                  <a:lnTo>
                    <a:pt x="299" y="325"/>
                  </a:lnTo>
                  <a:lnTo>
                    <a:pt x="291" y="327"/>
                  </a:lnTo>
                  <a:lnTo>
                    <a:pt x="287" y="327"/>
                  </a:lnTo>
                  <a:lnTo>
                    <a:pt x="284" y="329"/>
                  </a:lnTo>
                  <a:lnTo>
                    <a:pt x="284" y="332"/>
                  </a:lnTo>
                  <a:lnTo>
                    <a:pt x="282" y="337"/>
                  </a:lnTo>
                  <a:lnTo>
                    <a:pt x="282" y="341"/>
                  </a:lnTo>
                  <a:lnTo>
                    <a:pt x="280" y="342"/>
                  </a:lnTo>
                  <a:lnTo>
                    <a:pt x="279" y="346"/>
                  </a:lnTo>
                  <a:lnTo>
                    <a:pt x="277" y="348"/>
                  </a:lnTo>
                  <a:lnTo>
                    <a:pt x="273" y="351"/>
                  </a:lnTo>
                  <a:lnTo>
                    <a:pt x="265" y="351"/>
                  </a:lnTo>
                  <a:lnTo>
                    <a:pt x="254" y="351"/>
                  </a:lnTo>
                  <a:lnTo>
                    <a:pt x="253" y="351"/>
                  </a:lnTo>
                  <a:lnTo>
                    <a:pt x="241" y="351"/>
                  </a:lnTo>
                  <a:lnTo>
                    <a:pt x="228" y="348"/>
                  </a:lnTo>
                  <a:lnTo>
                    <a:pt x="225" y="348"/>
                  </a:lnTo>
                  <a:lnTo>
                    <a:pt x="222" y="351"/>
                  </a:lnTo>
                  <a:lnTo>
                    <a:pt x="220" y="356"/>
                  </a:lnTo>
                  <a:lnTo>
                    <a:pt x="220" y="363"/>
                  </a:lnTo>
                  <a:lnTo>
                    <a:pt x="218" y="367"/>
                  </a:lnTo>
                  <a:lnTo>
                    <a:pt x="215" y="370"/>
                  </a:lnTo>
                  <a:lnTo>
                    <a:pt x="211" y="372"/>
                  </a:lnTo>
                  <a:lnTo>
                    <a:pt x="206" y="377"/>
                  </a:lnTo>
                  <a:lnTo>
                    <a:pt x="199" y="379"/>
                  </a:lnTo>
                  <a:lnTo>
                    <a:pt x="190" y="379"/>
                  </a:lnTo>
                  <a:lnTo>
                    <a:pt x="187" y="375"/>
                  </a:lnTo>
                  <a:lnTo>
                    <a:pt x="187" y="372"/>
                  </a:lnTo>
                  <a:lnTo>
                    <a:pt x="185" y="367"/>
                  </a:lnTo>
                  <a:lnTo>
                    <a:pt x="185" y="360"/>
                  </a:lnTo>
                  <a:lnTo>
                    <a:pt x="187" y="354"/>
                  </a:lnTo>
                  <a:lnTo>
                    <a:pt x="187" y="351"/>
                  </a:lnTo>
                  <a:lnTo>
                    <a:pt x="187" y="348"/>
                  </a:lnTo>
                  <a:lnTo>
                    <a:pt x="189" y="346"/>
                  </a:lnTo>
                  <a:lnTo>
                    <a:pt x="189" y="339"/>
                  </a:lnTo>
                  <a:lnTo>
                    <a:pt x="187" y="334"/>
                  </a:lnTo>
                  <a:lnTo>
                    <a:pt x="182" y="330"/>
                  </a:lnTo>
                  <a:lnTo>
                    <a:pt x="178" y="329"/>
                  </a:lnTo>
                  <a:lnTo>
                    <a:pt x="85" y="332"/>
                  </a:lnTo>
                  <a:lnTo>
                    <a:pt x="88" y="327"/>
                  </a:lnTo>
                  <a:lnTo>
                    <a:pt x="90" y="323"/>
                  </a:lnTo>
                  <a:lnTo>
                    <a:pt x="90" y="296"/>
                  </a:lnTo>
                  <a:lnTo>
                    <a:pt x="94" y="290"/>
                  </a:lnTo>
                  <a:lnTo>
                    <a:pt x="94" y="287"/>
                  </a:lnTo>
                  <a:lnTo>
                    <a:pt x="99" y="282"/>
                  </a:lnTo>
                  <a:lnTo>
                    <a:pt x="102" y="273"/>
                  </a:lnTo>
                  <a:lnTo>
                    <a:pt x="102" y="270"/>
                  </a:lnTo>
                  <a:lnTo>
                    <a:pt x="100" y="265"/>
                  </a:lnTo>
                  <a:lnTo>
                    <a:pt x="95" y="254"/>
                  </a:lnTo>
                  <a:lnTo>
                    <a:pt x="94" y="254"/>
                  </a:lnTo>
                  <a:lnTo>
                    <a:pt x="88" y="247"/>
                  </a:lnTo>
                  <a:lnTo>
                    <a:pt x="85" y="240"/>
                  </a:lnTo>
                  <a:lnTo>
                    <a:pt x="81" y="239"/>
                  </a:lnTo>
                  <a:lnTo>
                    <a:pt x="78" y="235"/>
                  </a:lnTo>
                  <a:lnTo>
                    <a:pt x="75" y="218"/>
                  </a:lnTo>
                  <a:lnTo>
                    <a:pt x="75" y="197"/>
                  </a:lnTo>
                  <a:lnTo>
                    <a:pt x="61" y="194"/>
                  </a:lnTo>
                  <a:lnTo>
                    <a:pt x="47" y="194"/>
                  </a:lnTo>
                  <a:lnTo>
                    <a:pt x="47" y="192"/>
                  </a:lnTo>
                  <a:lnTo>
                    <a:pt x="40" y="185"/>
                  </a:lnTo>
                  <a:lnTo>
                    <a:pt x="35" y="180"/>
                  </a:lnTo>
                  <a:lnTo>
                    <a:pt x="31" y="176"/>
                  </a:lnTo>
                  <a:lnTo>
                    <a:pt x="21" y="164"/>
                  </a:lnTo>
                  <a:lnTo>
                    <a:pt x="16" y="154"/>
                  </a:lnTo>
                  <a:lnTo>
                    <a:pt x="14" y="152"/>
                  </a:lnTo>
                  <a:lnTo>
                    <a:pt x="14" y="150"/>
                  </a:lnTo>
                  <a:lnTo>
                    <a:pt x="2" y="150"/>
                  </a:lnTo>
                  <a:lnTo>
                    <a:pt x="0" y="152"/>
                  </a:lnTo>
                  <a:lnTo>
                    <a:pt x="2" y="149"/>
                  </a:lnTo>
                  <a:lnTo>
                    <a:pt x="9" y="142"/>
                  </a:lnTo>
                  <a:lnTo>
                    <a:pt x="12" y="137"/>
                  </a:lnTo>
                  <a:lnTo>
                    <a:pt x="14" y="135"/>
                  </a:lnTo>
                  <a:lnTo>
                    <a:pt x="26" y="124"/>
                  </a:lnTo>
                  <a:lnTo>
                    <a:pt x="31" y="119"/>
                  </a:lnTo>
                  <a:lnTo>
                    <a:pt x="33" y="114"/>
                  </a:lnTo>
                  <a:lnTo>
                    <a:pt x="35" y="111"/>
                  </a:lnTo>
                  <a:lnTo>
                    <a:pt x="40" y="109"/>
                  </a:lnTo>
                  <a:lnTo>
                    <a:pt x="43" y="107"/>
                  </a:lnTo>
                  <a:lnTo>
                    <a:pt x="47" y="104"/>
                  </a:lnTo>
                  <a:lnTo>
                    <a:pt x="52" y="98"/>
                  </a:lnTo>
                  <a:lnTo>
                    <a:pt x="56" y="95"/>
                  </a:lnTo>
                  <a:lnTo>
                    <a:pt x="59" y="95"/>
                  </a:lnTo>
                  <a:lnTo>
                    <a:pt x="66" y="98"/>
                  </a:lnTo>
                  <a:lnTo>
                    <a:pt x="68" y="100"/>
                  </a:lnTo>
                  <a:lnTo>
                    <a:pt x="73" y="102"/>
                  </a:lnTo>
                  <a:lnTo>
                    <a:pt x="94" y="107"/>
                  </a:lnTo>
                  <a:lnTo>
                    <a:pt x="118" y="111"/>
                  </a:lnTo>
                  <a:lnTo>
                    <a:pt x="133" y="112"/>
                  </a:lnTo>
                  <a:lnTo>
                    <a:pt x="137" y="114"/>
                  </a:lnTo>
                  <a:lnTo>
                    <a:pt x="147" y="116"/>
                  </a:lnTo>
                  <a:lnTo>
                    <a:pt x="187" y="116"/>
                  </a:lnTo>
                  <a:lnTo>
                    <a:pt x="194" y="114"/>
                  </a:lnTo>
                  <a:lnTo>
                    <a:pt x="197" y="111"/>
                  </a:lnTo>
                  <a:lnTo>
                    <a:pt x="199" y="107"/>
                  </a:lnTo>
                  <a:lnTo>
                    <a:pt x="199" y="102"/>
                  </a:lnTo>
                  <a:lnTo>
                    <a:pt x="206" y="95"/>
                  </a:lnTo>
                  <a:lnTo>
                    <a:pt x="213" y="90"/>
                  </a:lnTo>
                  <a:lnTo>
                    <a:pt x="215" y="88"/>
                  </a:lnTo>
                  <a:lnTo>
                    <a:pt x="220" y="86"/>
                  </a:lnTo>
                  <a:lnTo>
                    <a:pt x="225" y="83"/>
                  </a:lnTo>
                  <a:lnTo>
                    <a:pt x="237" y="85"/>
                  </a:lnTo>
                  <a:lnTo>
                    <a:pt x="244" y="85"/>
                  </a:lnTo>
                  <a:lnTo>
                    <a:pt x="251" y="79"/>
                  </a:lnTo>
                  <a:lnTo>
                    <a:pt x="253" y="78"/>
                  </a:lnTo>
                  <a:lnTo>
                    <a:pt x="260" y="76"/>
                  </a:lnTo>
                  <a:lnTo>
                    <a:pt x="277" y="78"/>
                  </a:lnTo>
                  <a:lnTo>
                    <a:pt x="280" y="79"/>
                  </a:lnTo>
                  <a:lnTo>
                    <a:pt x="287" y="83"/>
                  </a:lnTo>
                  <a:lnTo>
                    <a:pt x="294" y="86"/>
                  </a:lnTo>
                  <a:lnTo>
                    <a:pt x="306" y="88"/>
                  </a:lnTo>
                  <a:lnTo>
                    <a:pt x="324" y="88"/>
                  </a:lnTo>
                  <a:lnTo>
                    <a:pt x="334" y="85"/>
                  </a:lnTo>
                  <a:lnTo>
                    <a:pt x="334" y="85"/>
                  </a:lnTo>
                  <a:lnTo>
                    <a:pt x="337" y="81"/>
                  </a:lnTo>
                  <a:lnTo>
                    <a:pt x="341" y="79"/>
                  </a:lnTo>
                  <a:lnTo>
                    <a:pt x="356" y="79"/>
                  </a:lnTo>
                  <a:lnTo>
                    <a:pt x="360" y="78"/>
                  </a:lnTo>
                  <a:lnTo>
                    <a:pt x="365" y="74"/>
                  </a:lnTo>
                  <a:lnTo>
                    <a:pt x="368" y="67"/>
                  </a:lnTo>
                  <a:lnTo>
                    <a:pt x="368" y="67"/>
                  </a:lnTo>
                  <a:lnTo>
                    <a:pt x="370" y="66"/>
                  </a:lnTo>
                  <a:lnTo>
                    <a:pt x="384" y="48"/>
                  </a:lnTo>
                  <a:lnTo>
                    <a:pt x="384" y="47"/>
                  </a:lnTo>
                  <a:lnTo>
                    <a:pt x="384" y="45"/>
                  </a:lnTo>
                  <a:lnTo>
                    <a:pt x="384" y="34"/>
                  </a:lnTo>
                  <a:lnTo>
                    <a:pt x="387" y="28"/>
                  </a:lnTo>
                  <a:lnTo>
                    <a:pt x="393" y="24"/>
                  </a:lnTo>
                  <a:lnTo>
                    <a:pt x="398" y="21"/>
                  </a:lnTo>
                  <a:lnTo>
                    <a:pt x="405" y="14"/>
                  </a:lnTo>
                  <a:lnTo>
                    <a:pt x="410" y="12"/>
                  </a:lnTo>
                  <a:lnTo>
                    <a:pt x="413" y="8"/>
                  </a:lnTo>
                  <a:lnTo>
                    <a:pt x="419" y="7"/>
                  </a:lnTo>
                  <a:lnTo>
                    <a:pt x="426" y="3"/>
                  </a:lnTo>
                  <a:lnTo>
                    <a:pt x="431" y="2"/>
                  </a:lnTo>
                  <a:lnTo>
                    <a:pt x="434" y="2"/>
                  </a:lnTo>
                  <a:lnTo>
                    <a:pt x="439" y="0"/>
                  </a:lnTo>
                  <a:lnTo>
                    <a:pt x="439" y="0"/>
                  </a:lnTo>
                  <a:lnTo>
                    <a:pt x="439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39" name="Freeform 98">
              <a:extLst>
                <a:ext uri="{FF2B5EF4-FFF2-40B4-BE49-F238E27FC236}">
                  <a16:creationId xmlns:a16="http://schemas.microsoft.com/office/drawing/2014/main" xmlns="" id="{B314AD14-4A72-4708-A681-656D490A6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49214" y="5637618"/>
              <a:ext cx="327025" cy="533400"/>
            </a:xfrm>
            <a:custGeom>
              <a:avLst/>
              <a:gdLst>
                <a:gd name="T0" fmla="*/ 313 w 411"/>
                <a:gd name="T1" fmla="*/ 1 h 671"/>
                <a:gd name="T2" fmla="*/ 332 w 411"/>
                <a:gd name="T3" fmla="*/ 15 h 671"/>
                <a:gd name="T4" fmla="*/ 356 w 411"/>
                <a:gd name="T5" fmla="*/ 43 h 671"/>
                <a:gd name="T6" fmla="*/ 384 w 411"/>
                <a:gd name="T7" fmla="*/ 69 h 671"/>
                <a:gd name="T8" fmla="*/ 398 w 411"/>
                <a:gd name="T9" fmla="*/ 98 h 671"/>
                <a:gd name="T10" fmla="*/ 411 w 411"/>
                <a:gd name="T11" fmla="*/ 121 h 671"/>
                <a:gd name="T12" fmla="*/ 403 w 411"/>
                <a:gd name="T13" fmla="*/ 143 h 671"/>
                <a:gd name="T14" fmla="*/ 394 w 411"/>
                <a:gd name="T15" fmla="*/ 183 h 671"/>
                <a:gd name="T16" fmla="*/ 358 w 411"/>
                <a:gd name="T17" fmla="*/ 192 h 671"/>
                <a:gd name="T18" fmla="*/ 344 w 411"/>
                <a:gd name="T19" fmla="*/ 212 h 671"/>
                <a:gd name="T20" fmla="*/ 344 w 411"/>
                <a:gd name="T21" fmla="*/ 254 h 671"/>
                <a:gd name="T22" fmla="*/ 332 w 411"/>
                <a:gd name="T23" fmla="*/ 270 h 671"/>
                <a:gd name="T24" fmla="*/ 296 w 411"/>
                <a:gd name="T25" fmla="*/ 280 h 671"/>
                <a:gd name="T26" fmla="*/ 271 w 411"/>
                <a:gd name="T27" fmla="*/ 308 h 671"/>
                <a:gd name="T28" fmla="*/ 259 w 411"/>
                <a:gd name="T29" fmla="*/ 325 h 671"/>
                <a:gd name="T30" fmla="*/ 225 w 411"/>
                <a:gd name="T31" fmla="*/ 342 h 671"/>
                <a:gd name="T32" fmla="*/ 216 w 411"/>
                <a:gd name="T33" fmla="*/ 404 h 671"/>
                <a:gd name="T34" fmla="*/ 228 w 411"/>
                <a:gd name="T35" fmla="*/ 436 h 671"/>
                <a:gd name="T36" fmla="*/ 216 w 411"/>
                <a:gd name="T37" fmla="*/ 458 h 671"/>
                <a:gd name="T38" fmla="*/ 195 w 411"/>
                <a:gd name="T39" fmla="*/ 455 h 671"/>
                <a:gd name="T40" fmla="*/ 178 w 411"/>
                <a:gd name="T41" fmla="*/ 429 h 671"/>
                <a:gd name="T42" fmla="*/ 159 w 411"/>
                <a:gd name="T43" fmla="*/ 423 h 671"/>
                <a:gd name="T44" fmla="*/ 152 w 411"/>
                <a:gd name="T45" fmla="*/ 449 h 671"/>
                <a:gd name="T46" fmla="*/ 169 w 411"/>
                <a:gd name="T47" fmla="*/ 462 h 671"/>
                <a:gd name="T48" fmla="*/ 176 w 411"/>
                <a:gd name="T49" fmla="*/ 494 h 671"/>
                <a:gd name="T50" fmla="*/ 176 w 411"/>
                <a:gd name="T51" fmla="*/ 560 h 671"/>
                <a:gd name="T52" fmla="*/ 152 w 411"/>
                <a:gd name="T53" fmla="*/ 583 h 671"/>
                <a:gd name="T54" fmla="*/ 137 w 411"/>
                <a:gd name="T55" fmla="*/ 603 h 671"/>
                <a:gd name="T56" fmla="*/ 130 w 411"/>
                <a:gd name="T57" fmla="*/ 617 h 671"/>
                <a:gd name="T58" fmla="*/ 114 w 411"/>
                <a:gd name="T59" fmla="*/ 662 h 671"/>
                <a:gd name="T60" fmla="*/ 102 w 411"/>
                <a:gd name="T61" fmla="*/ 669 h 671"/>
                <a:gd name="T62" fmla="*/ 73 w 411"/>
                <a:gd name="T63" fmla="*/ 671 h 671"/>
                <a:gd name="T64" fmla="*/ 59 w 411"/>
                <a:gd name="T65" fmla="*/ 660 h 671"/>
                <a:gd name="T66" fmla="*/ 40 w 411"/>
                <a:gd name="T67" fmla="*/ 621 h 671"/>
                <a:gd name="T68" fmla="*/ 22 w 411"/>
                <a:gd name="T69" fmla="*/ 607 h 671"/>
                <a:gd name="T70" fmla="*/ 2 w 411"/>
                <a:gd name="T71" fmla="*/ 596 h 671"/>
                <a:gd name="T72" fmla="*/ 5 w 411"/>
                <a:gd name="T73" fmla="*/ 576 h 671"/>
                <a:gd name="T74" fmla="*/ 16 w 411"/>
                <a:gd name="T75" fmla="*/ 522 h 671"/>
                <a:gd name="T76" fmla="*/ 52 w 411"/>
                <a:gd name="T77" fmla="*/ 508 h 671"/>
                <a:gd name="T78" fmla="*/ 55 w 411"/>
                <a:gd name="T79" fmla="*/ 487 h 671"/>
                <a:gd name="T80" fmla="*/ 35 w 411"/>
                <a:gd name="T81" fmla="*/ 475 h 671"/>
                <a:gd name="T82" fmla="*/ 22 w 411"/>
                <a:gd name="T83" fmla="*/ 448 h 671"/>
                <a:gd name="T84" fmla="*/ 21 w 411"/>
                <a:gd name="T85" fmla="*/ 429 h 671"/>
                <a:gd name="T86" fmla="*/ 38 w 411"/>
                <a:gd name="T87" fmla="*/ 391 h 671"/>
                <a:gd name="T88" fmla="*/ 29 w 411"/>
                <a:gd name="T89" fmla="*/ 351 h 671"/>
                <a:gd name="T90" fmla="*/ 21 w 411"/>
                <a:gd name="T91" fmla="*/ 335 h 671"/>
                <a:gd name="T92" fmla="*/ 33 w 411"/>
                <a:gd name="T93" fmla="*/ 314 h 671"/>
                <a:gd name="T94" fmla="*/ 36 w 411"/>
                <a:gd name="T95" fmla="*/ 278 h 671"/>
                <a:gd name="T96" fmla="*/ 33 w 411"/>
                <a:gd name="T97" fmla="*/ 244 h 671"/>
                <a:gd name="T98" fmla="*/ 59 w 411"/>
                <a:gd name="T99" fmla="*/ 218 h 671"/>
                <a:gd name="T100" fmla="*/ 74 w 411"/>
                <a:gd name="T101" fmla="*/ 190 h 671"/>
                <a:gd name="T102" fmla="*/ 102 w 411"/>
                <a:gd name="T103" fmla="*/ 183 h 671"/>
                <a:gd name="T104" fmla="*/ 116 w 411"/>
                <a:gd name="T105" fmla="*/ 166 h 671"/>
                <a:gd name="T106" fmla="*/ 144 w 411"/>
                <a:gd name="T107" fmla="*/ 145 h 671"/>
                <a:gd name="T108" fmla="*/ 144 w 411"/>
                <a:gd name="T109" fmla="*/ 131 h 671"/>
                <a:gd name="T110" fmla="*/ 124 w 411"/>
                <a:gd name="T111" fmla="*/ 109 h 671"/>
                <a:gd name="T112" fmla="*/ 140 w 411"/>
                <a:gd name="T113" fmla="*/ 98 h 671"/>
                <a:gd name="T114" fmla="*/ 175 w 411"/>
                <a:gd name="T115" fmla="*/ 90 h 671"/>
                <a:gd name="T116" fmla="*/ 195 w 411"/>
                <a:gd name="T117" fmla="*/ 74 h 671"/>
                <a:gd name="T118" fmla="*/ 249 w 411"/>
                <a:gd name="T119" fmla="*/ 50 h 671"/>
                <a:gd name="T120" fmla="*/ 278 w 411"/>
                <a:gd name="T121" fmla="*/ 24 h 671"/>
                <a:gd name="T122" fmla="*/ 303 w 411"/>
                <a:gd name="T123" fmla="*/ 5 h 671"/>
                <a:gd name="T124" fmla="*/ 309 w 411"/>
                <a:gd name="T125" fmla="*/ 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1" h="671">
                  <a:moveTo>
                    <a:pt x="309" y="0"/>
                  </a:moveTo>
                  <a:lnTo>
                    <a:pt x="313" y="0"/>
                  </a:lnTo>
                  <a:lnTo>
                    <a:pt x="309" y="3"/>
                  </a:lnTo>
                  <a:lnTo>
                    <a:pt x="313" y="1"/>
                  </a:lnTo>
                  <a:lnTo>
                    <a:pt x="323" y="1"/>
                  </a:lnTo>
                  <a:lnTo>
                    <a:pt x="323" y="3"/>
                  </a:lnTo>
                  <a:lnTo>
                    <a:pt x="325" y="5"/>
                  </a:lnTo>
                  <a:lnTo>
                    <a:pt x="332" y="15"/>
                  </a:lnTo>
                  <a:lnTo>
                    <a:pt x="341" y="27"/>
                  </a:lnTo>
                  <a:lnTo>
                    <a:pt x="346" y="31"/>
                  </a:lnTo>
                  <a:lnTo>
                    <a:pt x="351" y="36"/>
                  </a:lnTo>
                  <a:lnTo>
                    <a:pt x="356" y="43"/>
                  </a:lnTo>
                  <a:lnTo>
                    <a:pt x="358" y="43"/>
                  </a:lnTo>
                  <a:lnTo>
                    <a:pt x="370" y="43"/>
                  </a:lnTo>
                  <a:lnTo>
                    <a:pt x="384" y="48"/>
                  </a:lnTo>
                  <a:lnTo>
                    <a:pt x="384" y="69"/>
                  </a:lnTo>
                  <a:lnTo>
                    <a:pt x="387" y="86"/>
                  </a:lnTo>
                  <a:lnTo>
                    <a:pt x="389" y="90"/>
                  </a:lnTo>
                  <a:lnTo>
                    <a:pt x="394" y="90"/>
                  </a:lnTo>
                  <a:lnTo>
                    <a:pt x="398" y="98"/>
                  </a:lnTo>
                  <a:lnTo>
                    <a:pt x="403" y="105"/>
                  </a:lnTo>
                  <a:lnTo>
                    <a:pt x="405" y="105"/>
                  </a:lnTo>
                  <a:lnTo>
                    <a:pt x="411" y="114"/>
                  </a:lnTo>
                  <a:lnTo>
                    <a:pt x="411" y="121"/>
                  </a:lnTo>
                  <a:lnTo>
                    <a:pt x="411" y="124"/>
                  </a:lnTo>
                  <a:lnTo>
                    <a:pt x="410" y="133"/>
                  </a:lnTo>
                  <a:lnTo>
                    <a:pt x="405" y="136"/>
                  </a:lnTo>
                  <a:lnTo>
                    <a:pt x="403" y="143"/>
                  </a:lnTo>
                  <a:lnTo>
                    <a:pt x="401" y="145"/>
                  </a:lnTo>
                  <a:lnTo>
                    <a:pt x="401" y="174"/>
                  </a:lnTo>
                  <a:lnTo>
                    <a:pt x="398" y="178"/>
                  </a:lnTo>
                  <a:lnTo>
                    <a:pt x="394" y="183"/>
                  </a:lnTo>
                  <a:lnTo>
                    <a:pt x="387" y="183"/>
                  </a:lnTo>
                  <a:lnTo>
                    <a:pt x="380" y="186"/>
                  </a:lnTo>
                  <a:lnTo>
                    <a:pt x="372" y="190"/>
                  </a:lnTo>
                  <a:lnTo>
                    <a:pt x="358" y="192"/>
                  </a:lnTo>
                  <a:lnTo>
                    <a:pt x="351" y="195"/>
                  </a:lnTo>
                  <a:lnTo>
                    <a:pt x="349" y="200"/>
                  </a:lnTo>
                  <a:lnTo>
                    <a:pt x="346" y="207"/>
                  </a:lnTo>
                  <a:lnTo>
                    <a:pt x="344" y="212"/>
                  </a:lnTo>
                  <a:lnTo>
                    <a:pt x="344" y="230"/>
                  </a:lnTo>
                  <a:lnTo>
                    <a:pt x="346" y="242"/>
                  </a:lnTo>
                  <a:lnTo>
                    <a:pt x="346" y="247"/>
                  </a:lnTo>
                  <a:lnTo>
                    <a:pt x="344" y="254"/>
                  </a:lnTo>
                  <a:lnTo>
                    <a:pt x="342" y="259"/>
                  </a:lnTo>
                  <a:lnTo>
                    <a:pt x="339" y="264"/>
                  </a:lnTo>
                  <a:lnTo>
                    <a:pt x="337" y="268"/>
                  </a:lnTo>
                  <a:lnTo>
                    <a:pt x="332" y="270"/>
                  </a:lnTo>
                  <a:lnTo>
                    <a:pt x="323" y="270"/>
                  </a:lnTo>
                  <a:lnTo>
                    <a:pt x="313" y="271"/>
                  </a:lnTo>
                  <a:lnTo>
                    <a:pt x="301" y="276"/>
                  </a:lnTo>
                  <a:lnTo>
                    <a:pt x="296" y="280"/>
                  </a:lnTo>
                  <a:lnTo>
                    <a:pt x="290" y="285"/>
                  </a:lnTo>
                  <a:lnTo>
                    <a:pt x="285" y="295"/>
                  </a:lnTo>
                  <a:lnTo>
                    <a:pt x="277" y="304"/>
                  </a:lnTo>
                  <a:lnTo>
                    <a:pt x="271" y="308"/>
                  </a:lnTo>
                  <a:lnTo>
                    <a:pt x="270" y="314"/>
                  </a:lnTo>
                  <a:lnTo>
                    <a:pt x="270" y="316"/>
                  </a:lnTo>
                  <a:lnTo>
                    <a:pt x="270" y="318"/>
                  </a:lnTo>
                  <a:lnTo>
                    <a:pt x="259" y="325"/>
                  </a:lnTo>
                  <a:lnTo>
                    <a:pt x="249" y="330"/>
                  </a:lnTo>
                  <a:lnTo>
                    <a:pt x="239" y="332"/>
                  </a:lnTo>
                  <a:lnTo>
                    <a:pt x="232" y="335"/>
                  </a:lnTo>
                  <a:lnTo>
                    <a:pt x="225" y="342"/>
                  </a:lnTo>
                  <a:lnTo>
                    <a:pt x="220" y="347"/>
                  </a:lnTo>
                  <a:lnTo>
                    <a:pt x="216" y="354"/>
                  </a:lnTo>
                  <a:lnTo>
                    <a:pt x="216" y="361"/>
                  </a:lnTo>
                  <a:lnTo>
                    <a:pt x="216" y="404"/>
                  </a:lnTo>
                  <a:lnTo>
                    <a:pt x="216" y="417"/>
                  </a:lnTo>
                  <a:lnTo>
                    <a:pt x="220" y="423"/>
                  </a:lnTo>
                  <a:lnTo>
                    <a:pt x="223" y="425"/>
                  </a:lnTo>
                  <a:lnTo>
                    <a:pt x="228" y="436"/>
                  </a:lnTo>
                  <a:lnTo>
                    <a:pt x="228" y="444"/>
                  </a:lnTo>
                  <a:lnTo>
                    <a:pt x="225" y="449"/>
                  </a:lnTo>
                  <a:lnTo>
                    <a:pt x="221" y="455"/>
                  </a:lnTo>
                  <a:lnTo>
                    <a:pt x="216" y="458"/>
                  </a:lnTo>
                  <a:lnTo>
                    <a:pt x="213" y="462"/>
                  </a:lnTo>
                  <a:lnTo>
                    <a:pt x="206" y="462"/>
                  </a:lnTo>
                  <a:lnTo>
                    <a:pt x="199" y="456"/>
                  </a:lnTo>
                  <a:lnTo>
                    <a:pt x="195" y="455"/>
                  </a:lnTo>
                  <a:lnTo>
                    <a:pt x="194" y="455"/>
                  </a:lnTo>
                  <a:lnTo>
                    <a:pt x="185" y="443"/>
                  </a:lnTo>
                  <a:lnTo>
                    <a:pt x="182" y="432"/>
                  </a:lnTo>
                  <a:lnTo>
                    <a:pt x="178" y="429"/>
                  </a:lnTo>
                  <a:lnTo>
                    <a:pt x="176" y="425"/>
                  </a:lnTo>
                  <a:lnTo>
                    <a:pt x="171" y="423"/>
                  </a:lnTo>
                  <a:lnTo>
                    <a:pt x="166" y="423"/>
                  </a:lnTo>
                  <a:lnTo>
                    <a:pt x="159" y="423"/>
                  </a:lnTo>
                  <a:lnTo>
                    <a:pt x="154" y="425"/>
                  </a:lnTo>
                  <a:lnTo>
                    <a:pt x="150" y="430"/>
                  </a:lnTo>
                  <a:lnTo>
                    <a:pt x="150" y="443"/>
                  </a:lnTo>
                  <a:lnTo>
                    <a:pt x="152" y="449"/>
                  </a:lnTo>
                  <a:lnTo>
                    <a:pt x="157" y="455"/>
                  </a:lnTo>
                  <a:lnTo>
                    <a:pt x="163" y="458"/>
                  </a:lnTo>
                  <a:lnTo>
                    <a:pt x="164" y="462"/>
                  </a:lnTo>
                  <a:lnTo>
                    <a:pt x="169" y="462"/>
                  </a:lnTo>
                  <a:lnTo>
                    <a:pt x="171" y="463"/>
                  </a:lnTo>
                  <a:lnTo>
                    <a:pt x="175" y="467"/>
                  </a:lnTo>
                  <a:lnTo>
                    <a:pt x="176" y="475"/>
                  </a:lnTo>
                  <a:lnTo>
                    <a:pt x="176" y="494"/>
                  </a:lnTo>
                  <a:lnTo>
                    <a:pt x="178" y="517"/>
                  </a:lnTo>
                  <a:lnTo>
                    <a:pt x="178" y="522"/>
                  </a:lnTo>
                  <a:lnTo>
                    <a:pt x="178" y="550"/>
                  </a:lnTo>
                  <a:lnTo>
                    <a:pt x="176" y="560"/>
                  </a:lnTo>
                  <a:lnTo>
                    <a:pt x="171" y="567"/>
                  </a:lnTo>
                  <a:lnTo>
                    <a:pt x="164" y="571"/>
                  </a:lnTo>
                  <a:lnTo>
                    <a:pt x="156" y="576"/>
                  </a:lnTo>
                  <a:lnTo>
                    <a:pt x="152" y="583"/>
                  </a:lnTo>
                  <a:lnTo>
                    <a:pt x="149" y="584"/>
                  </a:lnTo>
                  <a:lnTo>
                    <a:pt x="145" y="590"/>
                  </a:lnTo>
                  <a:lnTo>
                    <a:pt x="142" y="595"/>
                  </a:lnTo>
                  <a:lnTo>
                    <a:pt x="137" y="603"/>
                  </a:lnTo>
                  <a:lnTo>
                    <a:pt x="135" y="603"/>
                  </a:lnTo>
                  <a:lnTo>
                    <a:pt x="135" y="607"/>
                  </a:lnTo>
                  <a:lnTo>
                    <a:pt x="131" y="614"/>
                  </a:lnTo>
                  <a:lnTo>
                    <a:pt x="130" y="617"/>
                  </a:lnTo>
                  <a:lnTo>
                    <a:pt x="128" y="622"/>
                  </a:lnTo>
                  <a:lnTo>
                    <a:pt x="128" y="635"/>
                  </a:lnTo>
                  <a:lnTo>
                    <a:pt x="123" y="647"/>
                  </a:lnTo>
                  <a:lnTo>
                    <a:pt x="114" y="662"/>
                  </a:lnTo>
                  <a:lnTo>
                    <a:pt x="112" y="662"/>
                  </a:lnTo>
                  <a:lnTo>
                    <a:pt x="111" y="662"/>
                  </a:lnTo>
                  <a:lnTo>
                    <a:pt x="107" y="667"/>
                  </a:lnTo>
                  <a:lnTo>
                    <a:pt x="102" y="669"/>
                  </a:lnTo>
                  <a:lnTo>
                    <a:pt x="99" y="669"/>
                  </a:lnTo>
                  <a:lnTo>
                    <a:pt x="93" y="669"/>
                  </a:lnTo>
                  <a:lnTo>
                    <a:pt x="78" y="671"/>
                  </a:lnTo>
                  <a:lnTo>
                    <a:pt x="73" y="671"/>
                  </a:lnTo>
                  <a:lnTo>
                    <a:pt x="69" y="669"/>
                  </a:lnTo>
                  <a:lnTo>
                    <a:pt x="64" y="667"/>
                  </a:lnTo>
                  <a:lnTo>
                    <a:pt x="62" y="662"/>
                  </a:lnTo>
                  <a:lnTo>
                    <a:pt x="59" y="660"/>
                  </a:lnTo>
                  <a:lnTo>
                    <a:pt x="52" y="647"/>
                  </a:lnTo>
                  <a:lnTo>
                    <a:pt x="43" y="631"/>
                  </a:lnTo>
                  <a:lnTo>
                    <a:pt x="40" y="629"/>
                  </a:lnTo>
                  <a:lnTo>
                    <a:pt x="40" y="621"/>
                  </a:lnTo>
                  <a:lnTo>
                    <a:pt x="35" y="616"/>
                  </a:lnTo>
                  <a:lnTo>
                    <a:pt x="31" y="610"/>
                  </a:lnTo>
                  <a:lnTo>
                    <a:pt x="26" y="607"/>
                  </a:lnTo>
                  <a:lnTo>
                    <a:pt x="22" y="607"/>
                  </a:lnTo>
                  <a:lnTo>
                    <a:pt x="17" y="607"/>
                  </a:lnTo>
                  <a:lnTo>
                    <a:pt x="10" y="603"/>
                  </a:lnTo>
                  <a:lnTo>
                    <a:pt x="5" y="602"/>
                  </a:lnTo>
                  <a:lnTo>
                    <a:pt x="2" y="596"/>
                  </a:lnTo>
                  <a:lnTo>
                    <a:pt x="0" y="590"/>
                  </a:lnTo>
                  <a:lnTo>
                    <a:pt x="3" y="588"/>
                  </a:lnTo>
                  <a:lnTo>
                    <a:pt x="3" y="583"/>
                  </a:lnTo>
                  <a:lnTo>
                    <a:pt x="5" y="576"/>
                  </a:lnTo>
                  <a:lnTo>
                    <a:pt x="10" y="552"/>
                  </a:lnTo>
                  <a:lnTo>
                    <a:pt x="10" y="536"/>
                  </a:lnTo>
                  <a:lnTo>
                    <a:pt x="12" y="529"/>
                  </a:lnTo>
                  <a:lnTo>
                    <a:pt x="16" y="522"/>
                  </a:lnTo>
                  <a:lnTo>
                    <a:pt x="19" y="520"/>
                  </a:lnTo>
                  <a:lnTo>
                    <a:pt x="24" y="517"/>
                  </a:lnTo>
                  <a:lnTo>
                    <a:pt x="38" y="510"/>
                  </a:lnTo>
                  <a:lnTo>
                    <a:pt x="52" y="508"/>
                  </a:lnTo>
                  <a:lnTo>
                    <a:pt x="55" y="505"/>
                  </a:lnTo>
                  <a:lnTo>
                    <a:pt x="57" y="496"/>
                  </a:lnTo>
                  <a:lnTo>
                    <a:pt x="57" y="489"/>
                  </a:lnTo>
                  <a:lnTo>
                    <a:pt x="55" y="487"/>
                  </a:lnTo>
                  <a:lnTo>
                    <a:pt x="47" y="482"/>
                  </a:lnTo>
                  <a:lnTo>
                    <a:pt x="45" y="477"/>
                  </a:lnTo>
                  <a:lnTo>
                    <a:pt x="40" y="475"/>
                  </a:lnTo>
                  <a:lnTo>
                    <a:pt x="35" y="475"/>
                  </a:lnTo>
                  <a:lnTo>
                    <a:pt x="31" y="475"/>
                  </a:lnTo>
                  <a:lnTo>
                    <a:pt x="28" y="472"/>
                  </a:lnTo>
                  <a:lnTo>
                    <a:pt x="24" y="462"/>
                  </a:lnTo>
                  <a:lnTo>
                    <a:pt x="22" y="448"/>
                  </a:lnTo>
                  <a:lnTo>
                    <a:pt x="21" y="441"/>
                  </a:lnTo>
                  <a:lnTo>
                    <a:pt x="19" y="437"/>
                  </a:lnTo>
                  <a:lnTo>
                    <a:pt x="19" y="430"/>
                  </a:lnTo>
                  <a:lnTo>
                    <a:pt x="21" y="429"/>
                  </a:lnTo>
                  <a:lnTo>
                    <a:pt x="28" y="417"/>
                  </a:lnTo>
                  <a:lnTo>
                    <a:pt x="35" y="404"/>
                  </a:lnTo>
                  <a:lnTo>
                    <a:pt x="36" y="398"/>
                  </a:lnTo>
                  <a:lnTo>
                    <a:pt x="38" y="391"/>
                  </a:lnTo>
                  <a:lnTo>
                    <a:pt x="38" y="382"/>
                  </a:lnTo>
                  <a:lnTo>
                    <a:pt x="36" y="373"/>
                  </a:lnTo>
                  <a:lnTo>
                    <a:pt x="33" y="358"/>
                  </a:lnTo>
                  <a:lnTo>
                    <a:pt x="29" y="351"/>
                  </a:lnTo>
                  <a:lnTo>
                    <a:pt x="29" y="346"/>
                  </a:lnTo>
                  <a:lnTo>
                    <a:pt x="26" y="342"/>
                  </a:lnTo>
                  <a:lnTo>
                    <a:pt x="22" y="339"/>
                  </a:lnTo>
                  <a:lnTo>
                    <a:pt x="21" y="335"/>
                  </a:lnTo>
                  <a:lnTo>
                    <a:pt x="22" y="330"/>
                  </a:lnTo>
                  <a:lnTo>
                    <a:pt x="24" y="323"/>
                  </a:lnTo>
                  <a:lnTo>
                    <a:pt x="28" y="316"/>
                  </a:lnTo>
                  <a:lnTo>
                    <a:pt x="33" y="314"/>
                  </a:lnTo>
                  <a:lnTo>
                    <a:pt x="35" y="309"/>
                  </a:lnTo>
                  <a:lnTo>
                    <a:pt x="35" y="294"/>
                  </a:lnTo>
                  <a:lnTo>
                    <a:pt x="36" y="283"/>
                  </a:lnTo>
                  <a:lnTo>
                    <a:pt x="36" y="278"/>
                  </a:lnTo>
                  <a:lnTo>
                    <a:pt x="33" y="276"/>
                  </a:lnTo>
                  <a:lnTo>
                    <a:pt x="33" y="276"/>
                  </a:lnTo>
                  <a:lnTo>
                    <a:pt x="31" y="250"/>
                  </a:lnTo>
                  <a:lnTo>
                    <a:pt x="33" y="244"/>
                  </a:lnTo>
                  <a:lnTo>
                    <a:pt x="36" y="242"/>
                  </a:lnTo>
                  <a:lnTo>
                    <a:pt x="40" y="237"/>
                  </a:lnTo>
                  <a:lnTo>
                    <a:pt x="54" y="223"/>
                  </a:lnTo>
                  <a:lnTo>
                    <a:pt x="59" y="218"/>
                  </a:lnTo>
                  <a:lnTo>
                    <a:pt x="64" y="205"/>
                  </a:lnTo>
                  <a:lnTo>
                    <a:pt x="67" y="200"/>
                  </a:lnTo>
                  <a:lnTo>
                    <a:pt x="71" y="195"/>
                  </a:lnTo>
                  <a:lnTo>
                    <a:pt x="74" y="190"/>
                  </a:lnTo>
                  <a:lnTo>
                    <a:pt x="78" y="190"/>
                  </a:lnTo>
                  <a:lnTo>
                    <a:pt x="85" y="186"/>
                  </a:lnTo>
                  <a:lnTo>
                    <a:pt x="97" y="186"/>
                  </a:lnTo>
                  <a:lnTo>
                    <a:pt x="102" y="183"/>
                  </a:lnTo>
                  <a:lnTo>
                    <a:pt x="105" y="180"/>
                  </a:lnTo>
                  <a:lnTo>
                    <a:pt x="107" y="178"/>
                  </a:lnTo>
                  <a:lnTo>
                    <a:pt x="109" y="176"/>
                  </a:lnTo>
                  <a:lnTo>
                    <a:pt x="116" y="166"/>
                  </a:lnTo>
                  <a:lnTo>
                    <a:pt x="124" y="157"/>
                  </a:lnTo>
                  <a:lnTo>
                    <a:pt x="135" y="152"/>
                  </a:lnTo>
                  <a:lnTo>
                    <a:pt x="140" y="150"/>
                  </a:lnTo>
                  <a:lnTo>
                    <a:pt x="144" y="145"/>
                  </a:lnTo>
                  <a:lnTo>
                    <a:pt x="145" y="143"/>
                  </a:lnTo>
                  <a:lnTo>
                    <a:pt x="147" y="140"/>
                  </a:lnTo>
                  <a:lnTo>
                    <a:pt x="145" y="136"/>
                  </a:lnTo>
                  <a:lnTo>
                    <a:pt x="144" y="131"/>
                  </a:lnTo>
                  <a:lnTo>
                    <a:pt x="142" y="129"/>
                  </a:lnTo>
                  <a:lnTo>
                    <a:pt x="131" y="121"/>
                  </a:lnTo>
                  <a:lnTo>
                    <a:pt x="128" y="114"/>
                  </a:lnTo>
                  <a:lnTo>
                    <a:pt x="124" y="109"/>
                  </a:lnTo>
                  <a:lnTo>
                    <a:pt x="128" y="105"/>
                  </a:lnTo>
                  <a:lnTo>
                    <a:pt x="130" y="102"/>
                  </a:lnTo>
                  <a:lnTo>
                    <a:pt x="135" y="98"/>
                  </a:lnTo>
                  <a:lnTo>
                    <a:pt x="140" y="98"/>
                  </a:lnTo>
                  <a:lnTo>
                    <a:pt x="154" y="98"/>
                  </a:lnTo>
                  <a:lnTo>
                    <a:pt x="166" y="97"/>
                  </a:lnTo>
                  <a:lnTo>
                    <a:pt x="171" y="97"/>
                  </a:lnTo>
                  <a:lnTo>
                    <a:pt x="175" y="90"/>
                  </a:lnTo>
                  <a:lnTo>
                    <a:pt x="182" y="84"/>
                  </a:lnTo>
                  <a:lnTo>
                    <a:pt x="190" y="77"/>
                  </a:lnTo>
                  <a:lnTo>
                    <a:pt x="192" y="74"/>
                  </a:lnTo>
                  <a:lnTo>
                    <a:pt x="195" y="74"/>
                  </a:lnTo>
                  <a:lnTo>
                    <a:pt x="209" y="71"/>
                  </a:lnTo>
                  <a:lnTo>
                    <a:pt x="221" y="71"/>
                  </a:lnTo>
                  <a:lnTo>
                    <a:pt x="225" y="69"/>
                  </a:lnTo>
                  <a:lnTo>
                    <a:pt x="249" y="50"/>
                  </a:lnTo>
                  <a:lnTo>
                    <a:pt x="270" y="34"/>
                  </a:lnTo>
                  <a:lnTo>
                    <a:pt x="277" y="27"/>
                  </a:lnTo>
                  <a:lnTo>
                    <a:pt x="278" y="27"/>
                  </a:lnTo>
                  <a:lnTo>
                    <a:pt x="278" y="24"/>
                  </a:lnTo>
                  <a:lnTo>
                    <a:pt x="282" y="24"/>
                  </a:lnTo>
                  <a:lnTo>
                    <a:pt x="285" y="17"/>
                  </a:lnTo>
                  <a:lnTo>
                    <a:pt x="292" y="12"/>
                  </a:lnTo>
                  <a:lnTo>
                    <a:pt x="303" y="5"/>
                  </a:lnTo>
                  <a:lnTo>
                    <a:pt x="308" y="3"/>
                  </a:lnTo>
                  <a:lnTo>
                    <a:pt x="308" y="1"/>
                  </a:lnTo>
                  <a:lnTo>
                    <a:pt x="309" y="1"/>
                  </a:lnTo>
                  <a:lnTo>
                    <a:pt x="309" y="0"/>
                  </a:lnTo>
                  <a:lnTo>
                    <a:pt x="309" y="0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40" name="Freeform 99">
              <a:extLst>
                <a:ext uri="{FF2B5EF4-FFF2-40B4-BE49-F238E27FC236}">
                  <a16:creationId xmlns:a16="http://schemas.microsoft.com/office/drawing/2014/main" xmlns="" id="{30A9726C-A739-41EC-832E-58CCEAE89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8113" y="5778817"/>
              <a:ext cx="501650" cy="385763"/>
            </a:xfrm>
            <a:custGeom>
              <a:avLst/>
              <a:gdLst>
                <a:gd name="T0" fmla="*/ 536 w 631"/>
                <a:gd name="T1" fmla="*/ 16 h 486"/>
                <a:gd name="T2" fmla="*/ 545 w 631"/>
                <a:gd name="T3" fmla="*/ 40 h 486"/>
                <a:gd name="T4" fmla="*/ 562 w 631"/>
                <a:gd name="T5" fmla="*/ 59 h 486"/>
                <a:gd name="T6" fmla="*/ 578 w 631"/>
                <a:gd name="T7" fmla="*/ 69 h 486"/>
                <a:gd name="T8" fmla="*/ 621 w 631"/>
                <a:gd name="T9" fmla="*/ 69 h 486"/>
                <a:gd name="T10" fmla="*/ 629 w 631"/>
                <a:gd name="T11" fmla="*/ 83 h 486"/>
                <a:gd name="T12" fmla="*/ 610 w 631"/>
                <a:gd name="T13" fmla="*/ 94 h 486"/>
                <a:gd name="T14" fmla="*/ 562 w 631"/>
                <a:gd name="T15" fmla="*/ 121 h 486"/>
                <a:gd name="T16" fmla="*/ 553 w 631"/>
                <a:gd name="T17" fmla="*/ 166 h 486"/>
                <a:gd name="T18" fmla="*/ 564 w 631"/>
                <a:gd name="T19" fmla="*/ 182 h 486"/>
                <a:gd name="T20" fmla="*/ 552 w 631"/>
                <a:gd name="T21" fmla="*/ 218 h 486"/>
                <a:gd name="T22" fmla="*/ 524 w 631"/>
                <a:gd name="T23" fmla="*/ 228 h 486"/>
                <a:gd name="T24" fmla="*/ 505 w 631"/>
                <a:gd name="T25" fmla="*/ 246 h 486"/>
                <a:gd name="T26" fmla="*/ 488 w 631"/>
                <a:gd name="T27" fmla="*/ 267 h 486"/>
                <a:gd name="T28" fmla="*/ 451 w 631"/>
                <a:gd name="T29" fmla="*/ 301 h 486"/>
                <a:gd name="T30" fmla="*/ 405 w 631"/>
                <a:gd name="T31" fmla="*/ 306 h 486"/>
                <a:gd name="T32" fmla="*/ 367 w 631"/>
                <a:gd name="T33" fmla="*/ 318 h 486"/>
                <a:gd name="T34" fmla="*/ 342 w 631"/>
                <a:gd name="T35" fmla="*/ 351 h 486"/>
                <a:gd name="T36" fmla="*/ 325 w 631"/>
                <a:gd name="T37" fmla="*/ 372 h 486"/>
                <a:gd name="T38" fmla="*/ 278 w 631"/>
                <a:gd name="T39" fmla="*/ 381 h 486"/>
                <a:gd name="T40" fmla="*/ 239 w 631"/>
                <a:gd name="T41" fmla="*/ 386 h 486"/>
                <a:gd name="T42" fmla="*/ 220 w 631"/>
                <a:gd name="T43" fmla="*/ 374 h 486"/>
                <a:gd name="T44" fmla="*/ 189 w 631"/>
                <a:gd name="T45" fmla="*/ 381 h 486"/>
                <a:gd name="T46" fmla="*/ 157 w 631"/>
                <a:gd name="T47" fmla="*/ 408 h 486"/>
                <a:gd name="T48" fmla="*/ 145 w 631"/>
                <a:gd name="T49" fmla="*/ 445 h 486"/>
                <a:gd name="T50" fmla="*/ 116 w 631"/>
                <a:gd name="T51" fmla="*/ 452 h 486"/>
                <a:gd name="T52" fmla="*/ 83 w 631"/>
                <a:gd name="T53" fmla="*/ 445 h 486"/>
                <a:gd name="T54" fmla="*/ 76 w 631"/>
                <a:gd name="T55" fmla="*/ 474 h 486"/>
                <a:gd name="T56" fmla="*/ 52 w 631"/>
                <a:gd name="T57" fmla="*/ 479 h 486"/>
                <a:gd name="T58" fmla="*/ 14 w 631"/>
                <a:gd name="T59" fmla="*/ 459 h 486"/>
                <a:gd name="T60" fmla="*/ 21 w 631"/>
                <a:gd name="T61" fmla="*/ 427 h 486"/>
                <a:gd name="T62" fmla="*/ 38 w 631"/>
                <a:gd name="T63" fmla="*/ 405 h 486"/>
                <a:gd name="T64" fmla="*/ 66 w 631"/>
                <a:gd name="T65" fmla="*/ 374 h 486"/>
                <a:gd name="T66" fmla="*/ 61 w 631"/>
                <a:gd name="T67" fmla="*/ 292 h 486"/>
                <a:gd name="T68" fmla="*/ 45 w 631"/>
                <a:gd name="T69" fmla="*/ 279 h 486"/>
                <a:gd name="T70" fmla="*/ 45 w 631"/>
                <a:gd name="T71" fmla="*/ 247 h 486"/>
                <a:gd name="T72" fmla="*/ 69 w 631"/>
                <a:gd name="T73" fmla="*/ 256 h 486"/>
                <a:gd name="T74" fmla="*/ 92 w 631"/>
                <a:gd name="T75" fmla="*/ 286 h 486"/>
                <a:gd name="T76" fmla="*/ 116 w 631"/>
                <a:gd name="T77" fmla="*/ 268 h 486"/>
                <a:gd name="T78" fmla="*/ 104 w 631"/>
                <a:gd name="T79" fmla="*/ 228 h 486"/>
                <a:gd name="T80" fmla="*/ 118 w 631"/>
                <a:gd name="T81" fmla="*/ 159 h 486"/>
                <a:gd name="T82" fmla="*/ 157 w 631"/>
                <a:gd name="T83" fmla="*/ 140 h 486"/>
                <a:gd name="T84" fmla="*/ 176 w 631"/>
                <a:gd name="T85" fmla="*/ 109 h 486"/>
                <a:gd name="T86" fmla="*/ 220 w 631"/>
                <a:gd name="T87" fmla="*/ 94 h 486"/>
                <a:gd name="T88" fmla="*/ 232 w 631"/>
                <a:gd name="T89" fmla="*/ 71 h 486"/>
                <a:gd name="T90" fmla="*/ 235 w 631"/>
                <a:gd name="T91" fmla="*/ 24 h 486"/>
                <a:gd name="T92" fmla="*/ 273 w 631"/>
                <a:gd name="T93" fmla="*/ 9 h 486"/>
                <a:gd name="T94" fmla="*/ 386 w 631"/>
                <a:gd name="T95" fmla="*/ 14 h 486"/>
                <a:gd name="T96" fmla="*/ 382 w 631"/>
                <a:gd name="T97" fmla="*/ 36 h 486"/>
                <a:gd name="T98" fmla="*/ 396 w 631"/>
                <a:gd name="T99" fmla="*/ 54 h 486"/>
                <a:gd name="T100" fmla="*/ 417 w 631"/>
                <a:gd name="T101" fmla="*/ 40 h 486"/>
                <a:gd name="T102" fmla="*/ 436 w 631"/>
                <a:gd name="T103" fmla="*/ 24 h 486"/>
                <a:gd name="T104" fmla="*/ 474 w 631"/>
                <a:gd name="T105" fmla="*/ 23 h 486"/>
                <a:gd name="T106" fmla="*/ 481 w 631"/>
                <a:gd name="T107" fmla="*/ 7 h 486"/>
                <a:gd name="T108" fmla="*/ 496 w 631"/>
                <a:gd name="T109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31" h="486">
                  <a:moveTo>
                    <a:pt x="496" y="0"/>
                  </a:moveTo>
                  <a:lnTo>
                    <a:pt x="510" y="0"/>
                  </a:lnTo>
                  <a:lnTo>
                    <a:pt x="521" y="2"/>
                  </a:lnTo>
                  <a:lnTo>
                    <a:pt x="524" y="7"/>
                  </a:lnTo>
                  <a:lnTo>
                    <a:pt x="536" y="16"/>
                  </a:lnTo>
                  <a:lnTo>
                    <a:pt x="538" y="21"/>
                  </a:lnTo>
                  <a:lnTo>
                    <a:pt x="540" y="24"/>
                  </a:lnTo>
                  <a:lnTo>
                    <a:pt x="543" y="24"/>
                  </a:lnTo>
                  <a:lnTo>
                    <a:pt x="543" y="31"/>
                  </a:lnTo>
                  <a:lnTo>
                    <a:pt x="545" y="40"/>
                  </a:lnTo>
                  <a:lnTo>
                    <a:pt x="545" y="43"/>
                  </a:lnTo>
                  <a:lnTo>
                    <a:pt x="548" y="49"/>
                  </a:lnTo>
                  <a:lnTo>
                    <a:pt x="552" y="54"/>
                  </a:lnTo>
                  <a:lnTo>
                    <a:pt x="557" y="55"/>
                  </a:lnTo>
                  <a:lnTo>
                    <a:pt x="562" y="59"/>
                  </a:lnTo>
                  <a:lnTo>
                    <a:pt x="567" y="62"/>
                  </a:lnTo>
                  <a:lnTo>
                    <a:pt x="567" y="66"/>
                  </a:lnTo>
                  <a:lnTo>
                    <a:pt x="571" y="69"/>
                  </a:lnTo>
                  <a:lnTo>
                    <a:pt x="574" y="69"/>
                  </a:lnTo>
                  <a:lnTo>
                    <a:pt x="578" y="69"/>
                  </a:lnTo>
                  <a:lnTo>
                    <a:pt x="581" y="66"/>
                  </a:lnTo>
                  <a:lnTo>
                    <a:pt x="595" y="66"/>
                  </a:lnTo>
                  <a:lnTo>
                    <a:pt x="609" y="66"/>
                  </a:lnTo>
                  <a:lnTo>
                    <a:pt x="614" y="66"/>
                  </a:lnTo>
                  <a:lnTo>
                    <a:pt x="621" y="69"/>
                  </a:lnTo>
                  <a:lnTo>
                    <a:pt x="621" y="71"/>
                  </a:lnTo>
                  <a:lnTo>
                    <a:pt x="624" y="76"/>
                  </a:lnTo>
                  <a:lnTo>
                    <a:pt x="628" y="76"/>
                  </a:lnTo>
                  <a:lnTo>
                    <a:pt x="629" y="81"/>
                  </a:lnTo>
                  <a:lnTo>
                    <a:pt x="629" y="83"/>
                  </a:lnTo>
                  <a:lnTo>
                    <a:pt x="631" y="87"/>
                  </a:lnTo>
                  <a:lnTo>
                    <a:pt x="629" y="88"/>
                  </a:lnTo>
                  <a:lnTo>
                    <a:pt x="629" y="88"/>
                  </a:lnTo>
                  <a:lnTo>
                    <a:pt x="623" y="90"/>
                  </a:lnTo>
                  <a:lnTo>
                    <a:pt x="610" y="94"/>
                  </a:lnTo>
                  <a:lnTo>
                    <a:pt x="600" y="95"/>
                  </a:lnTo>
                  <a:lnTo>
                    <a:pt x="583" y="100"/>
                  </a:lnTo>
                  <a:lnTo>
                    <a:pt x="574" y="109"/>
                  </a:lnTo>
                  <a:lnTo>
                    <a:pt x="564" y="116"/>
                  </a:lnTo>
                  <a:lnTo>
                    <a:pt x="562" y="121"/>
                  </a:lnTo>
                  <a:lnTo>
                    <a:pt x="557" y="128"/>
                  </a:lnTo>
                  <a:lnTo>
                    <a:pt x="555" y="130"/>
                  </a:lnTo>
                  <a:lnTo>
                    <a:pt x="553" y="133"/>
                  </a:lnTo>
                  <a:lnTo>
                    <a:pt x="553" y="140"/>
                  </a:lnTo>
                  <a:lnTo>
                    <a:pt x="553" y="166"/>
                  </a:lnTo>
                  <a:lnTo>
                    <a:pt x="553" y="166"/>
                  </a:lnTo>
                  <a:lnTo>
                    <a:pt x="555" y="168"/>
                  </a:lnTo>
                  <a:lnTo>
                    <a:pt x="560" y="175"/>
                  </a:lnTo>
                  <a:lnTo>
                    <a:pt x="562" y="178"/>
                  </a:lnTo>
                  <a:lnTo>
                    <a:pt x="564" y="182"/>
                  </a:lnTo>
                  <a:lnTo>
                    <a:pt x="562" y="192"/>
                  </a:lnTo>
                  <a:lnTo>
                    <a:pt x="560" y="197"/>
                  </a:lnTo>
                  <a:lnTo>
                    <a:pt x="555" y="208"/>
                  </a:lnTo>
                  <a:lnTo>
                    <a:pt x="553" y="213"/>
                  </a:lnTo>
                  <a:lnTo>
                    <a:pt x="552" y="218"/>
                  </a:lnTo>
                  <a:lnTo>
                    <a:pt x="548" y="220"/>
                  </a:lnTo>
                  <a:lnTo>
                    <a:pt x="548" y="222"/>
                  </a:lnTo>
                  <a:lnTo>
                    <a:pt x="543" y="225"/>
                  </a:lnTo>
                  <a:lnTo>
                    <a:pt x="538" y="228"/>
                  </a:lnTo>
                  <a:lnTo>
                    <a:pt x="524" y="228"/>
                  </a:lnTo>
                  <a:lnTo>
                    <a:pt x="517" y="232"/>
                  </a:lnTo>
                  <a:lnTo>
                    <a:pt x="514" y="232"/>
                  </a:lnTo>
                  <a:lnTo>
                    <a:pt x="514" y="234"/>
                  </a:lnTo>
                  <a:lnTo>
                    <a:pt x="507" y="241"/>
                  </a:lnTo>
                  <a:lnTo>
                    <a:pt x="505" y="246"/>
                  </a:lnTo>
                  <a:lnTo>
                    <a:pt x="505" y="249"/>
                  </a:lnTo>
                  <a:lnTo>
                    <a:pt x="505" y="260"/>
                  </a:lnTo>
                  <a:lnTo>
                    <a:pt x="501" y="267"/>
                  </a:lnTo>
                  <a:lnTo>
                    <a:pt x="496" y="267"/>
                  </a:lnTo>
                  <a:lnTo>
                    <a:pt x="488" y="267"/>
                  </a:lnTo>
                  <a:lnTo>
                    <a:pt x="477" y="268"/>
                  </a:lnTo>
                  <a:lnTo>
                    <a:pt x="474" y="272"/>
                  </a:lnTo>
                  <a:lnTo>
                    <a:pt x="462" y="280"/>
                  </a:lnTo>
                  <a:lnTo>
                    <a:pt x="458" y="289"/>
                  </a:lnTo>
                  <a:lnTo>
                    <a:pt x="451" y="301"/>
                  </a:lnTo>
                  <a:lnTo>
                    <a:pt x="450" y="301"/>
                  </a:lnTo>
                  <a:lnTo>
                    <a:pt x="448" y="306"/>
                  </a:lnTo>
                  <a:lnTo>
                    <a:pt x="443" y="306"/>
                  </a:lnTo>
                  <a:lnTo>
                    <a:pt x="422" y="306"/>
                  </a:lnTo>
                  <a:lnTo>
                    <a:pt x="405" y="306"/>
                  </a:lnTo>
                  <a:lnTo>
                    <a:pt x="396" y="305"/>
                  </a:lnTo>
                  <a:lnTo>
                    <a:pt x="389" y="306"/>
                  </a:lnTo>
                  <a:lnTo>
                    <a:pt x="379" y="306"/>
                  </a:lnTo>
                  <a:lnTo>
                    <a:pt x="372" y="313"/>
                  </a:lnTo>
                  <a:lnTo>
                    <a:pt x="367" y="318"/>
                  </a:lnTo>
                  <a:lnTo>
                    <a:pt x="361" y="325"/>
                  </a:lnTo>
                  <a:lnTo>
                    <a:pt x="356" y="332"/>
                  </a:lnTo>
                  <a:lnTo>
                    <a:pt x="351" y="336"/>
                  </a:lnTo>
                  <a:lnTo>
                    <a:pt x="349" y="344"/>
                  </a:lnTo>
                  <a:lnTo>
                    <a:pt x="342" y="351"/>
                  </a:lnTo>
                  <a:lnTo>
                    <a:pt x="339" y="351"/>
                  </a:lnTo>
                  <a:lnTo>
                    <a:pt x="336" y="353"/>
                  </a:lnTo>
                  <a:lnTo>
                    <a:pt x="336" y="358"/>
                  </a:lnTo>
                  <a:lnTo>
                    <a:pt x="330" y="365"/>
                  </a:lnTo>
                  <a:lnTo>
                    <a:pt x="325" y="372"/>
                  </a:lnTo>
                  <a:lnTo>
                    <a:pt x="325" y="374"/>
                  </a:lnTo>
                  <a:lnTo>
                    <a:pt x="303" y="374"/>
                  </a:lnTo>
                  <a:lnTo>
                    <a:pt x="296" y="376"/>
                  </a:lnTo>
                  <a:lnTo>
                    <a:pt x="285" y="379"/>
                  </a:lnTo>
                  <a:lnTo>
                    <a:pt x="278" y="381"/>
                  </a:lnTo>
                  <a:lnTo>
                    <a:pt x="272" y="386"/>
                  </a:lnTo>
                  <a:lnTo>
                    <a:pt x="261" y="388"/>
                  </a:lnTo>
                  <a:lnTo>
                    <a:pt x="251" y="391"/>
                  </a:lnTo>
                  <a:lnTo>
                    <a:pt x="249" y="388"/>
                  </a:lnTo>
                  <a:lnTo>
                    <a:pt x="239" y="386"/>
                  </a:lnTo>
                  <a:lnTo>
                    <a:pt x="235" y="381"/>
                  </a:lnTo>
                  <a:lnTo>
                    <a:pt x="232" y="381"/>
                  </a:lnTo>
                  <a:lnTo>
                    <a:pt x="227" y="379"/>
                  </a:lnTo>
                  <a:lnTo>
                    <a:pt x="223" y="379"/>
                  </a:lnTo>
                  <a:lnTo>
                    <a:pt x="220" y="374"/>
                  </a:lnTo>
                  <a:lnTo>
                    <a:pt x="216" y="372"/>
                  </a:lnTo>
                  <a:lnTo>
                    <a:pt x="202" y="372"/>
                  </a:lnTo>
                  <a:lnTo>
                    <a:pt x="197" y="374"/>
                  </a:lnTo>
                  <a:lnTo>
                    <a:pt x="195" y="374"/>
                  </a:lnTo>
                  <a:lnTo>
                    <a:pt x="189" y="381"/>
                  </a:lnTo>
                  <a:lnTo>
                    <a:pt x="180" y="386"/>
                  </a:lnTo>
                  <a:lnTo>
                    <a:pt x="176" y="388"/>
                  </a:lnTo>
                  <a:lnTo>
                    <a:pt x="170" y="398"/>
                  </a:lnTo>
                  <a:lnTo>
                    <a:pt x="159" y="405"/>
                  </a:lnTo>
                  <a:lnTo>
                    <a:pt x="157" y="408"/>
                  </a:lnTo>
                  <a:lnTo>
                    <a:pt x="152" y="420"/>
                  </a:lnTo>
                  <a:lnTo>
                    <a:pt x="152" y="433"/>
                  </a:lnTo>
                  <a:lnTo>
                    <a:pt x="151" y="440"/>
                  </a:lnTo>
                  <a:lnTo>
                    <a:pt x="149" y="445"/>
                  </a:lnTo>
                  <a:lnTo>
                    <a:pt x="145" y="445"/>
                  </a:lnTo>
                  <a:lnTo>
                    <a:pt x="138" y="448"/>
                  </a:lnTo>
                  <a:lnTo>
                    <a:pt x="132" y="452"/>
                  </a:lnTo>
                  <a:lnTo>
                    <a:pt x="125" y="452"/>
                  </a:lnTo>
                  <a:lnTo>
                    <a:pt x="119" y="452"/>
                  </a:lnTo>
                  <a:lnTo>
                    <a:pt x="116" y="452"/>
                  </a:lnTo>
                  <a:lnTo>
                    <a:pt x="112" y="445"/>
                  </a:lnTo>
                  <a:lnTo>
                    <a:pt x="109" y="441"/>
                  </a:lnTo>
                  <a:lnTo>
                    <a:pt x="95" y="440"/>
                  </a:lnTo>
                  <a:lnTo>
                    <a:pt x="83" y="441"/>
                  </a:lnTo>
                  <a:lnTo>
                    <a:pt x="83" y="445"/>
                  </a:lnTo>
                  <a:lnTo>
                    <a:pt x="80" y="452"/>
                  </a:lnTo>
                  <a:lnTo>
                    <a:pt x="80" y="459"/>
                  </a:lnTo>
                  <a:lnTo>
                    <a:pt x="78" y="460"/>
                  </a:lnTo>
                  <a:lnTo>
                    <a:pt x="78" y="465"/>
                  </a:lnTo>
                  <a:lnTo>
                    <a:pt x="76" y="474"/>
                  </a:lnTo>
                  <a:lnTo>
                    <a:pt x="69" y="478"/>
                  </a:lnTo>
                  <a:lnTo>
                    <a:pt x="64" y="479"/>
                  </a:lnTo>
                  <a:lnTo>
                    <a:pt x="57" y="479"/>
                  </a:lnTo>
                  <a:lnTo>
                    <a:pt x="52" y="479"/>
                  </a:lnTo>
                  <a:lnTo>
                    <a:pt x="52" y="479"/>
                  </a:lnTo>
                  <a:lnTo>
                    <a:pt x="26" y="483"/>
                  </a:lnTo>
                  <a:lnTo>
                    <a:pt x="14" y="486"/>
                  </a:lnTo>
                  <a:lnTo>
                    <a:pt x="0" y="486"/>
                  </a:lnTo>
                  <a:lnTo>
                    <a:pt x="10" y="471"/>
                  </a:lnTo>
                  <a:lnTo>
                    <a:pt x="14" y="459"/>
                  </a:lnTo>
                  <a:lnTo>
                    <a:pt x="14" y="448"/>
                  </a:lnTo>
                  <a:lnTo>
                    <a:pt x="17" y="441"/>
                  </a:lnTo>
                  <a:lnTo>
                    <a:pt x="19" y="438"/>
                  </a:lnTo>
                  <a:lnTo>
                    <a:pt x="21" y="433"/>
                  </a:lnTo>
                  <a:lnTo>
                    <a:pt x="21" y="427"/>
                  </a:lnTo>
                  <a:lnTo>
                    <a:pt x="23" y="427"/>
                  </a:lnTo>
                  <a:lnTo>
                    <a:pt x="30" y="419"/>
                  </a:lnTo>
                  <a:lnTo>
                    <a:pt x="31" y="414"/>
                  </a:lnTo>
                  <a:lnTo>
                    <a:pt x="36" y="408"/>
                  </a:lnTo>
                  <a:lnTo>
                    <a:pt x="38" y="405"/>
                  </a:lnTo>
                  <a:lnTo>
                    <a:pt x="43" y="401"/>
                  </a:lnTo>
                  <a:lnTo>
                    <a:pt x="52" y="395"/>
                  </a:lnTo>
                  <a:lnTo>
                    <a:pt x="57" y="391"/>
                  </a:lnTo>
                  <a:lnTo>
                    <a:pt x="64" y="386"/>
                  </a:lnTo>
                  <a:lnTo>
                    <a:pt x="66" y="374"/>
                  </a:lnTo>
                  <a:lnTo>
                    <a:pt x="66" y="348"/>
                  </a:lnTo>
                  <a:lnTo>
                    <a:pt x="64" y="341"/>
                  </a:lnTo>
                  <a:lnTo>
                    <a:pt x="64" y="318"/>
                  </a:lnTo>
                  <a:lnTo>
                    <a:pt x="64" y="298"/>
                  </a:lnTo>
                  <a:lnTo>
                    <a:pt x="61" y="292"/>
                  </a:lnTo>
                  <a:lnTo>
                    <a:pt x="57" y="286"/>
                  </a:lnTo>
                  <a:lnTo>
                    <a:pt x="57" y="286"/>
                  </a:lnTo>
                  <a:lnTo>
                    <a:pt x="52" y="286"/>
                  </a:lnTo>
                  <a:lnTo>
                    <a:pt x="49" y="282"/>
                  </a:lnTo>
                  <a:lnTo>
                    <a:pt x="45" y="279"/>
                  </a:lnTo>
                  <a:lnTo>
                    <a:pt x="38" y="273"/>
                  </a:lnTo>
                  <a:lnTo>
                    <a:pt x="36" y="267"/>
                  </a:lnTo>
                  <a:lnTo>
                    <a:pt x="36" y="254"/>
                  </a:lnTo>
                  <a:lnTo>
                    <a:pt x="40" y="249"/>
                  </a:lnTo>
                  <a:lnTo>
                    <a:pt x="45" y="247"/>
                  </a:lnTo>
                  <a:lnTo>
                    <a:pt x="52" y="247"/>
                  </a:lnTo>
                  <a:lnTo>
                    <a:pt x="57" y="247"/>
                  </a:lnTo>
                  <a:lnTo>
                    <a:pt x="64" y="249"/>
                  </a:lnTo>
                  <a:lnTo>
                    <a:pt x="66" y="254"/>
                  </a:lnTo>
                  <a:lnTo>
                    <a:pt x="69" y="256"/>
                  </a:lnTo>
                  <a:lnTo>
                    <a:pt x="73" y="267"/>
                  </a:lnTo>
                  <a:lnTo>
                    <a:pt x="80" y="279"/>
                  </a:lnTo>
                  <a:lnTo>
                    <a:pt x="83" y="279"/>
                  </a:lnTo>
                  <a:lnTo>
                    <a:pt x="85" y="280"/>
                  </a:lnTo>
                  <a:lnTo>
                    <a:pt x="92" y="286"/>
                  </a:lnTo>
                  <a:lnTo>
                    <a:pt x="99" y="286"/>
                  </a:lnTo>
                  <a:lnTo>
                    <a:pt x="104" y="282"/>
                  </a:lnTo>
                  <a:lnTo>
                    <a:pt x="109" y="279"/>
                  </a:lnTo>
                  <a:lnTo>
                    <a:pt x="111" y="273"/>
                  </a:lnTo>
                  <a:lnTo>
                    <a:pt x="116" y="268"/>
                  </a:lnTo>
                  <a:lnTo>
                    <a:pt x="116" y="260"/>
                  </a:lnTo>
                  <a:lnTo>
                    <a:pt x="111" y="249"/>
                  </a:lnTo>
                  <a:lnTo>
                    <a:pt x="106" y="247"/>
                  </a:lnTo>
                  <a:lnTo>
                    <a:pt x="104" y="241"/>
                  </a:lnTo>
                  <a:lnTo>
                    <a:pt x="104" y="228"/>
                  </a:lnTo>
                  <a:lnTo>
                    <a:pt x="104" y="185"/>
                  </a:lnTo>
                  <a:lnTo>
                    <a:pt x="104" y="178"/>
                  </a:lnTo>
                  <a:lnTo>
                    <a:pt x="106" y="171"/>
                  </a:lnTo>
                  <a:lnTo>
                    <a:pt x="111" y="166"/>
                  </a:lnTo>
                  <a:lnTo>
                    <a:pt x="118" y="159"/>
                  </a:lnTo>
                  <a:lnTo>
                    <a:pt x="126" y="156"/>
                  </a:lnTo>
                  <a:lnTo>
                    <a:pt x="137" y="154"/>
                  </a:lnTo>
                  <a:lnTo>
                    <a:pt x="145" y="149"/>
                  </a:lnTo>
                  <a:lnTo>
                    <a:pt x="156" y="142"/>
                  </a:lnTo>
                  <a:lnTo>
                    <a:pt x="157" y="140"/>
                  </a:lnTo>
                  <a:lnTo>
                    <a:pt x="157" y="138"/>
                  </a:lnTo>
                  <a:lnTo>
                    <a:pt x="159" y="132"/>
                  </a:lnTo>
                  <a:lnTo>
                    <a:pt x="163" y="128"/>
                  </a:lnTo>
                  <a:lnTo>
                    <a:pt x="171" y="119"/>
                  </a:lnTo>
                  <a:lnTo>
                    <a:pt x="176" y="109"/>
                  </a:lnTo>
                  <a:lnTo>
                    <a:pt x="183" y="106"/>
                  </a:lnTo>
                  <a:lnTo>
                    <a:pt x="189" y="100"/>
                  </a:lnTo>
                  <a:lnTo>
                    <a:pt x="199" y="95"/>
                  </a:lnTo>
                  <a:lnTo>
                    <a:pt x="211" y="94"/>
                  </a:lnTo>
                  <a:lnTo>
                    <a:pt x="220" y="94"/>
                  </a:lnTo>
                  <a:lnTo>
                    <a:pt x="223" y="94"/>
                  </a:lnTo>
                  <a:lnTo>
                    <a:pt x="225" y="88"/>
                  </a:lnTo>
                  <a:lnTo>
                    <a:pt x="230" y="83"/>
                  </a:lnTo>
                  <a:lnTo>
                    <a:pt x="230" y="78"/>
                  </a:lnTo>
                  <a:lnTo>
                    <a:pt x="232" y="71"/>
                  </a:lnTo>
                  <a:lnTo>
                    <a:pt x="232" y="66"/>
                  </a:lnTo>
                  <a:lnTo>
                    <a:pt x="230" y="54"/>
                  </a:lnTo>
                  <a:lnTo>
                    <a:pt x="230" y="36"/>
                  </a:lnTo>
                  <a:lnTo>
                    <a:pt x="232" y="31"/>
                  </a:lnTo>
                  <a:lnTo>
                    <a:pt x="235" y="24"/>
                  </a:lnTo>
                  <a:lnTo>
                    <a:pt x="239" y="21"/>
                  </a:lnTo>
                  <a:lnTo>
                    <a:pt x="244" y="16"/>
                  </a:lnTo>
                  <a:lnTo>
                    <a:pt x="259" y="12"/>
                  </a:lnTo>
                  <a:lnTo>
                    <a:pt x="268" y="10"/>
                  </a:lnTo>
                  <a:lnTo>
                    <a:pt x="273" y="9"/>
                  </a:lnTo>
                  <a:lnTo>
                    <a:pt x="282" y="7"/>
                  </a:lnTo>
                  <a:lnTo>
                    <a:pt x="374" y="4"/>
                  </a:lnTo>
                  <a:lnTo>
                    <a:pt x="379" y="7"/>
                  </a:lnTo>
                  <a:lnTo>
                    <a:pt x="382" y="9"/>
                  </a:lnTo>
                  <a:lnTo>
                    <a:pt x="386" y="14"/>
                  </a:lnTo>
                  <a:lnTo>
                    <a:pt x="386" y="21"/>
                  </a:lnTo>
                  <a:lnTo>
                    <a:pt x="384" y="23"/>
                  </a:lnTo>
                  <a:lnTo>
                    <a:pt x="384" y="28"/>
                  </a:lnTo>
                  <a:lnTo>
                    <a:pt x="382" y="29"/>
                  </a:lnTo>
                  <a:lnTo>
                    <a:pt x="382" y="36"/>
                  </a:lnTo>
                  <a:lnTo>
                    <a:pt x="382" y="43"/>
                  </a:lnTo>
                  <a:lnTo>
                    <a:pt x="382" y="47"/>
                  </a:lnTo>
                  <a:lnTo>
                    <a:pt x="384" y="50"/>
                  </a:lnTo>
                  <a:lnTo>
                    <a:pt x="389" y="54"/>
                  </a:lnTo>
                  <a:lnTo>
                    <a:pt x="396" y="54"/>
                  </a:lnTo>
                  <a:lnTo>
                    <a:pt x="403" y="54"/>
                  </a:lnTo>
                  <a:lnTo>
                    <a:pt x="408" y="47"/>
                  </a:lnTo>
                  <a:lnTo>
                    <a:pt x="412" y="47"/>
                  </a:lnTo>
                  <a:lnTo>
                    <a:pt x="413" y="42"/>
                  </a:lnTo>
                  <a:lnTo>
                    <a:pt x="417" y="40"/>
                  </a:lnTo>
                  <a:lnTo>
                    <a:pt x="417" y="31"/>
                  </a:lnTo>
                  <a:lnTo>
                    <a:pt x="417" y="28"/>
                  </a:lnTo>
                  <a:lnTo>
                    <a:pt x="420" y="23"/>
                  </a:lnTo>
                  <a:lnTo>
                    <a:pt x="425" y="23"/>
                  </a:lnTo>
                  <a:lnTo>
                    <a:pt x="436" y="24"/>
                  </a:lnTo>
                  <a:lnTo>
                    <a:pt x="450" y="28"/>
                  </a:lnTo>
                  <a:lnTo>
                    <a:pt x="451" y="28"/>
                  </a:lnTo>
                  <a:lnTo>
                    <a:pt x="460" y="28"/>
                  </a:lnTo>
                  <a:lnTo>
                    <a:pt x="469" y="24"/>
                  </a:lnTo>
                  <a:lnTo>
                    <a:pt x="474" y="23"/>
                  </a:lnTo>
                  <a:lnTo>
                    <a:pt x="474" y="21"/>
                  </a:lnTo>
                  <a:lnTo>
                    <a:pt x="476" y="19"/>
                  </a:lnTo>
                  <a:lnTo>
                    <a:pt x="477" y="16"/>
                  </a:lnTo>
                  <a:lnTo>
                    <a:pt x="477" y="12"/>
                  </a:lnTo>
                  <a:lnTo>
                    <a:pt x="481" y="7"/>
                  </a:lnTo>
                  <a:lnTo>
                    <a:pt x="481" y="4"/>
                  </a:lnTo>
                  <a:lnTo>
                    <a:pt x="482" y="2"/>
                  </a:lnTo>
                  <a:lnTo>
                    <a:pt x="489" y="2"/>
                  </a:lnTo>
                  <a:lnTo>
                    <a:pt x="496" y="0"/>
                  </a:lnTo>
                  <a:lnTo>
                    <a:pt x="496" y="0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41" name="Freeform 100">
              <a:extLst>
                <a:ext uri="{FF2B5EF4-FFF2-40B4-BE49-F238E27FC236}">
                  <a16:creationId xmlns:a16="http://schemas.microsoft.com/office/drawing/2014/main" xmlns="" id="{E23C415C-DF62-438D-B44B-430E612E4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77726" y="6605993"/>
              <a:ext cx="192088" cy="396875"/>
            </a:xfrm>
            <a:custGeom>
              <a:avLst/>
              <a:gdLst>
                <a:gd name="T0" fmla="*/ 12 w 242"/>
                <a:gd name="T1" fmla="*/ 0 h 500"/>
                <a:gd name="T2" fmla="*/ 37 w 242"/>
                <a:gd name="T3" fmla="*/ 21 h 500"/>
                <a:gd name="T4" fmla="*/ 40 w 242"/>
                <a:gd name="T5" fmla="*/ 35 h 500"/>
                <a:gd name="T6" fmla="*/ 59 w 242"/>
                <a:gd name="T7" fmla="*/ 50 h 500"/>
                <a:gd name="T8" fmla="*/ 88 w 242"/>
                <a:gd name="T9" fmla="*/ 69 h 500"/>
                <a:gd name="T10" fmla="*/ 121 w 242"/>
                <a:gd name="T11" fmla="*/ 76 h 500"/>
                <a:gd name="T12" fmla="*/ 147 w 242"/>
                <a:gd name="T13" fmla="*/ 101 h 500"/>
                <a:gd name="T14" fmla="*/ 149 w 242"/>
                <a:gd name="T15" fmla="*/ 104 h 500"/>
                <a:gd name="T16" fmla="*/ 161 w 242"/>
                <a:gd name="T17" fmla="*/ 135 h 500"/>
                <a:gd name="T18" fmla="*/ 168 w 242"/>
                <a:gd name="T19" fmla="*/ 161 h 500"/>
                <a:gd name="T20" fmla="*/ 182 w 242"/>
                <a:gd name="T21" fmla="*/ 182 h 500"/>
                <a:gd name="T22" fmla="*/ 182 w 242"/>
                <a:gd name="T23" fmla="*/ 217 h 500"/>
                <a:gd name="T24" fmla="*/ 187 w 242"/>
                <a:gd name="T25" fmla="*/ 242 h 500"/>
                <a:gd name="T26" fmla="*/ 201 w 242"/>
                <a:gd name="T27" fmla="*/ 248 h 500"/>
                <a:gd name="T28" fmla="*/ 216 w 242"/>
                <a:gd name="T29" fmla="*/ 242 h 500"/>
                <a:gd name="T30" fmla="*/ 232 w 242"/>
                <a:gd name="T31" fmla="*/ 246 h 500"/>
                <a:gd name="T32" fmla="*/ 242 w 242"/>
                <a:gd name="T33" fmla="*/ 262 h 500"/>
                <a:gd name="T34" fmla="*/ 235 w 242"/>
                <a:gd name="T35" fmla="*/ 289 h 500"/>
                <a:gd name="T36" fmla="*/ 225 w 242"/>
                <a:gd name="T37" fmla="*/ 296 h 500"/>
                <a:gd name="T38" fmla="*/ 215 w 242"/>
                <a:gd name="T39" fmla="*/ 317 h 500"/>
                <a:gd name="T40" fmla="*/ 220 w 242"/>
                <a:gd name="T41" fmla="*/ 343 h 500"/>
                <a:gd name="T42" fmla="*/ 230 w 242"/>
                <a:gd name="T43" fmla="*/ 360 h 500"/>
                <a:gd name="T44" fmla="*/ 237 w 242"/>
                <a:gd name="T45" fmla="*/ 402 h 500"/>
                <a:gd name="T46" fmla="*/ 234 w 242"/>
                <a:gd name="T47" fmla="*/ 445 h 500"/>
                <a:gd name="T48" fmla="*/ 222 w 242"/>
                <a:gd name="T49" fmla="*/ 500 h 500"/>
                <a:gd name="T50" fmla="*/ 203 w 242"/>
                <a:gd name="T51" fmla="*/ 493 h 500"/>
                <a:gd name="T52" fmla="*/ 175 w 242"/>
                <a:gd name="T53" fmla="*/ 469 h 500"/>
                <a:gd name="T54" fmla="*/ 158 w 242"/>
                <a:gd name="T55" fmla="*/ 448 h 500"/>
                <a:gd name="T56" fmla="*/ 130 w 242"/>
                <a:gd name="T57" fmla="*/ 402 h 500"/>
                <a:gd name="T58" fmla="*/ 116 w 242"/>
                <a:gd name="T59" fmla="*/ 381 h 500"/>
                <a:gd name="T60" fmla="*/ 109 w 242"/>
                <a:gd name="T61" fmla="*/ 360 h 500"/>
                <a:gd name="T62" fmla="*/ 107 w 242"/>
                <a:gd name="T63" fmla="*/ 313 h 500"/>
                <a:gd name="T64" fmla="*/ 102 w 242"/>
                <a:gd name="T65" fmla="*/ 262 h 500"/>
                <a:gd name="T66" fmla="*/ 102 w 242"/>
                <a:gd name="T67" fmla="*/ 217 h 500"/>
                <a:gd name="T68" fmla="*/ 95 w 242"/>
                <a:gd name="T69" fmla="*/ 203 h 500"/>
                <a:gd name="T70" fmla="*/ 90 w 242"/>
                <a:gd name="T71" fmla="*/ 194 h 500"/>
                <a:gd name="T72" fmla="*/ 78 w 242"/>
                <a:gd name="T73" fmla="*/ 168 h 500"/>
                <a:gd name="T74" fmla="*/ 63 w 242"/>
                <a:gd name="T75" fmla="*/ 147 h 500"/>
                <a:gd name="T76" fmla="*/ 54 w 242"/>
                <a:gd name="T77" fmla="*/ 130 h 500"/>
                <a:gd name="T78" fmla="*/ 28 w 242"/>
                <a:gd name="T79" fmla="*/ 102 h 500"/>
                <a:gd name="T80" fmla="*/ 16 w 242"/>
                <a:gd name="T81" fmla="*/ 83 h 500"/>
                <a:gd name="T82" fmla="*/ 7 w 242"/>
                <a:gd name="T83" fmla="*/ 56 h 500"/>
                <a:gd name="T84" fmla="*/ 2 w 242"/>
                <a:gd name="T85" fmla="*/ 26 h 500"/>
                <a:gd name="T86" fmla="*/ 0 w 242"/>
                <a:gd name="T87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2" h="500">
                  <a:moveTo>
                    <a:pt x="0" y="0"/>
                  </a:moveTo>
                  <a:lnTo>
                    <a:pt x="5" y="0"/>
                  </a:lnTo>
                  <a:lnTo>
                    <a:pt x="12" y="0"/>
                  </a:lnTo>
                  <a:lnTo>
                    <a:pt x="18" y="4"/>
                  </a:lnTo>
                  <a:lnTo>
                    <a:pt x="35" y="16"/>
                  </a:lnTo>
                  <a:lnTo>
                    <a:pt x="37" y="21"/>
                  </a:lnTo>
                  <a:lnTo>
                    <a:pt x="40" y="23"/>
                  </a:lnTo>
                  <a:lnTo>
                    <a:pt x="40" y="30"/>
                  </a:lnTo>
                  <a:lnTo>
                    <a:pt x="40" y="35"/>
                  </a:lnTo>
                  <a:lnTo>
                    <a:pt x="47" y="40"/>
                  </a:lnTo>
                  <a:lnTo>
                    <a:pt x="50" y="42"/>
                  </a:lnTo>
                  <a:lnTo>
                    <a:pt x="59" y="50"/>
                  </a:lnTo>
                  <a:lnTo>
                    <a:pt x="75" y="63"/>
                  </a:lnTo>
                  <a:lnTo>
                    <a:pt x="80" y="68"/>
                  </a:lnTo>
                  <a:lnTo>
                    <a:pt x="88" y="69"/>
                  </a:lnTo>
                  <a:lnTo>
                    <a:pt x="97" y="73"/>
                  </a:lnTo>
                  <a:lnTo>
                    <a:pt x="114" y="73"/>
                  </a:lnTo>
                  <a:lnTo>
                    <a:pt x="121" y="76"/>
                  </a:lnTo>
                  <a:lnTo>
                    <a:pt x="133" y="85"/>
                  </a:lnTo>
                  <a:lnTo>
                    <a:pt x="140" y="95"/>
                  </a:lnTo>
                  <a:lnTo>
                    <a:pt x="147" y="101"/>
                  </a:lnTo>
                  <a:lnTo>
                    <a:pt x="149" y="102"/>
                  </a:lnTo>
                  <a:lnTo>
                    <a:pt x="149" y="104"/>
                  </a:lnTo>
                  <a:lnTo>
                    <a:pt x="149" y="104"/>
                  </a:lnTo>
                  <a:lnTo>
                    <a:pt x="147" y="106"/>
                  </a:lnTo>
                  <a:lnTo>
                    <a:pt x="151" y="109"/>
                  </a:lnTo>
                  <a:lnTo>
                    <a:pt x="161" y="135"/>
                  </a:lnTo>
                  <a:lnTo>
                    <a:pt x="163" y="151"/>
                  </a:lnTo>
                  <a:lnTo>
                    <a:pt x="163" y="156"/>
                  </a:lnTo>
                  <a:lnTo>
                    <a:pt x="168" y="161"/>
                  </a:lnTo>
                  <a:lnTo>
                    <a:pt x="171" y="168"/>
                  </a:lnTo>
                  <a:lnTo>
                    <a:pt x="175" y="173"/>
                  </a:lnTo>
                  <a:lnTo>
                    <a:pt x="182" y="182"/>
                  </a:lnTo>
                  <a:lnTo>
                    <a:pt x="184" y="187"/>
                  </a:lnTo>
                  <a:lnTo>
                    <a:pt x="184" y="206"/>
                  </a:lnTo>
                  <a:lnTo>
                    <a:pt x="182" y="217"/>
                  </a:lnTo>
                  <a:lnTo>
                    <a:pt x="184" y="229"/>
                  </a:lnTo>
                  <a:lnTo>
                    <a:pt x="184" y="239"/>
                  </a:lnTo>
                  <a:lnTo>
                    <a:pt x="187" y="242"/>
                  </a:lnTo>
                  <a:lnTo>
                    <a:pt x="190" y="246"/>
                  </a:lnTo>
                  <a:lnTo>
                    <a:pt x="196" y="248"/>
                  </a:lnTo>
                  <a:lnTo>
                    <a:pt x="201" y="248"/>
                  </a:lnTo>
                  <a:lnTo>
                    <a:pt x="203" y="246"/>
                  </a:lnTo>
                  <a:lnTo>
                    <a:pt x="209" y="242"/>
                  </a:lnTo>
                  <a:lnTo>
                    <a:pt x="216" y="242"/>
                  </a:lnTo>
                  <a:lnTo>
                    <a:pt x="222" y="242"/>
                  </a:lnTo>
                  <a:lnTo>
                    <a:pt x="227" y="242"/>
                  </a:lnTo>
                  <a:lnTo>
                    <a:pt x="232" y="246"/>
                  </a:lnTo>
                  <a:lnTo>
                    <a:pt x="235" y="248"/>
                  </a:lnTo>
                  <a:lnTo>
                    <a:pt x="241" y="255"/>
                  </a:lnTo>
                  <a:lnTo>
                    <a:pt x="242" y="262"/>
                  </a:lnTo>
                  <a:lnTo>
                    <a:pt x="242" y="270"/>
                  </a:lnTo>
                  <a:lnTo>
                    <a:pt x="237" y="281"/>
                  </a:lnTo>
                  <a:lnTo>
                    <a:pt x="235" y="289"/>
                  </a:lnTo>
                  <a:lnTo>
                    <a:pt x="234" y="294"/>
                  </a:lnTo>
                  <a:lnTo>
                    <a:pt x="230" y="296"/>
                  </a:lnTo>
                  <a:lnTo>
                    <a:pt x="225" y="296"/>
                  </a:lnTo>
                  <a:lnTo>
                    <a:pt x="222" y="301"/>
                  </a:lnTo>
                  <a:lnTo>
                    <a:pt x="216" y="308"/>
                  </a:lnTo>
                  <a:lnTo>
                    <a:pt x="215" y="317"/>
                  </a:lnTo>
                  <a:lnTo>
                    <a:pt x="215" y="329"/>
                  </a:lnTo>
                  <a:lnTo>
                    <a:pt x="218" y="339"/>
                  </a:lnTo>
                  <a:lnTo>
                    <a:pt x="220" y="343"/>
                  </a:lnTo>
                  <a:lnTo>
                    <a:pt x="227" y="351"/>
                  </a:lnTo>
                  <a:lnTo>
                    <a:pt x="228" y="358"/>
                  </a:lnTo>
                  <a:lnTo>
                    <a:pt x="230" y="360"/>
                  </a:lnTo>
                  <a:lnTo>
                    <a:pt x="235" y="376"/>
                  </a:lnTo>
                  <a:lnTo>
                    <a:pt x="237" y="386"/>
                  </a:lnTo>
                  <a:lnTo>
                    <a:pt x="237" y="402"/>
                  </a:lnTo>
                  <a:lnTo>
                    <a:pt x="235" y="412"/>
                  </a:lnTo>
                  <a:lnTo>
                    <a:pt x="235" y="433"/>
                  </a:lnTo>
                  <a:lnTo>
                    <a:pt x="234" y="445"/>
                  </a:lnTo>
                  <a:lnTo>
                    <a:pt x="228" y="462"/>
                  </a:lnTo>
                  <a:lnTo>
                    <a:pt x="228" y="499"/>
                  </a:lnTo>
                  <a:lnTo>
                    <a:pt x="222" y="500"/>
                  </a:lnTo>
                  <a:lnTo>
                    <a:pt x="220" y="500"/>
                  </a:lnTo>
                  <a:lnTo>
                    <a:pt x="209" y="495"/>
                  </a:lnTo>
                  <a:lnTo>
                    <a:pt x="203" y="493"/>
                  </a:lnTo>
                  <a:lnTo>
                    <a:pt x="190" y="485"/>
                  </a:lnTo>
                  <a:lnTo>
                    <a:pt x="182" y="474"/>
                  </a:lnTo>
                  <a:lnTo>
                    <a:pt x="175" y="469"/>
                  </a:lnTo>
                  <a:lnTo>
                    <a:pt x="173" y="466"/>
                  </a:lnTo>
                  <a:lnTo>
                    <a:pt x="166" y="455"/>
                  </a:lnTo>
                  <a:lnTo>
                    <a:pt x="158" y="448"/>
                  </a:lnTo>
                  <a:lnTo>
                    <a:pt x="156" y="445"/>
                  </a:lnTo>
                  <a:lnTo>
                    <a:pt x="144" y="422"/>
                  </a:lnTo>
                  <a:lnTo>
                    <a:pt x="130" y="402"/>
                  </a:lnTo>
                  <a:lnTo>
                    <a:pt x="126" y="398"/>
                  </a:lnTo>
                  <a:lnTo>
                    <a:pt x="121" y="390"/>
                  </a:lnTo>
                  <a:lnTo>
                    <a:pt x="116" y="381"/>
                  </a:lnTo>
                  <a:lnTo>
                    <a:pt x="111" y="372"/>
                  </a:lnTo>
                  <a:lnTo>
                    <a:pt x="109" y="360"/>
                  </a:lnTo>
                  <a:lnTo>
                    <a:pt x="109" y="360"/>
                  </a:lnTo>
                  <a:lnTo>
                    <a:pt x="109" y="351"/>
                  </a:lnTo>
                  <a:lnTo>
                    <a:pt x="107" y="329"/>
                  </a:lnTo>
                  <a:lnTo>
                    <a:pt x="107" y="313"/>
                  </a:lnTo>
                  <a:lnTo>
                    <a:pt x="104" y="307"/>
                  </a:lnTo>
                  <a:lnTo>
                    <a:pt x="102" y="282"/>
                  </a:lnTo>
                  <a:lnTo>
                    <a:pt x="102" y="262"/>
                  </a:lnTo>
                  <a:lnTo>
                    <a:pt x="104" y="239"/>
                  </a:lnTo>
                  <a:lnTo>
                    <a:pt x="104" y="227"/>
                  </a:lnTo>
                  <a:lnTo>
                    <a:pt x="102" y="217"/>
                  </a:lnTo>
                  <a:lnTo>
                    <a:pt x="101" y="208"/>
                  </a:lnTo>
                  <a:lnTo>
                    <a:pt x="97" y="206"/>
                  </a:lnTo>
                  <a:lnTo>
                    <a:pt x="95" y="203"/>
                  </a:lnTo>
                  <a:lnTo>
                    <a:pt x="94" y="203"/>
                  </a:lnTo>
                  <a:lnTo>
                    <a:pt x="94" y="201"/>
                  </a:lnTo>
                  <a:lnTo>
                    <a:pt x="90" y="194"/>
                  </a:lnTo>
                  <a:lnTo>
                    <a:pt x="87" y="182"/>
                  </a:lnTo>
                  <a:lnTo>
                    <a:pt x="82" y="170"/>
                  </a:lnTo>
                  <a:lnTo>
                    <a:pt x="78" y="168"/>
                  </a:lnTo>
                  <a:lnTo>
                    <a:pt x="66" y="158"/>
                  </a:lnTo>
                  <a:lnTo>
                    <a:pt x="63" y="154"/>
                  </a:lnTo>
                  <a:lnTo>
                    <a:pt x="63" y="147"/>
                  </a:lnTo>
                  <a:lnTo>
                    <a:pt x="59" y="142"/>
                  </a:lnTo>
                  <a:lnTo>
                    <a:pt x="56" y="135"/>
                  </a:lnTo>
                  <a:lnTo>
                    <a:pt x="54" y="130"/>
                  </a:lnTo>
                  <a:lnTo>
                    <a:pt x="49" y="130"/>
                  </a:lnTo>
                  <a:lnTo>
                    <a:pt x="35" y="109"/>
                  </a:lnTo>
                  <a:lnTo>
                    <a:pt x="28" y="102"/>
                  </a:lnTo>
                  <a:lnTo>
                    <a:pt x="24" y="97"/>
                  </a:lnTo>
                  <a:lnTo>
                    <a:pt x="23" y="95"/>
                  </a:lnTo>
                  <a:lnTo>
                    <a:pt x="16" y="83"/>
                  </a:lnTo>
                  <a:lnTo>
                    <a:pt x="14" y="76"/>
                  </a:lnTo>
                  <a:lnTo>
                    <a:pt x="9" y="61"/>
                  </a:lnTo>
                  <a:lnTo>
                    <a:pt x="7" y="56"/>
                  </a:lnTo>
                  <a:lnTo>
                    <a:pt x="2" y="54"/>
                  </a:lnTo>
                  <a:lnTo>
                    <a:pt x="2" y="47"/>
                  </a:lnTo>
                  <a:lnTo>
                    <a:pt x="2" y="2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42" name="Freeform 101">
              <a:extLst>
                <a:ext uri="{FF2B5EF4-FFF2-40B4-BE49-F238E27FC236}">
                  <a16:creationId xmlns:a16="http://schemas.microsoft.com/office/drawing/2014/main" xmlns="" id="{9DC0D23C-0C51-44C8-8465-AE4BD83C3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5301" y="5361393"/>
              <a:ext cx="333375" cy="477838"/>
            </a:xfrm>
            <a:custGeom>
              <a:avLst/>
              <a:gdLst>
                <a:gd name="T0" fmla="*/ 320 w 420"/>
                <a:gd name="T1" fmla="*/ 12 h 600"/>
                <a:gd name="T2" fmla="*/ 373 w 420"/>
                <a:gd name="T3" fmla="*/ 47 h 600"/>
                <a:gd name="T4" fmla="*/ 418 w 420"/>
                <a:gd name="T5" fmla="*/ 55 h 600"/>
                <a:gd name="T6" fmla="*/ 394 w 420"/>
                <a:gd name="T7" fmla="*/ 81 h 600"/>
                <a:gd name="T8" fmla="*/ 389 w 420"/>
                <a:gd name="T9" fmla="*/ 105 h 600"/>
                <a:gd name="T10" fmla="*/ 349 w 420"/>
                <a:gd name="T11" fmla="*/ 126 h 600"/>
                <a:gd name="T12" fmla="*/ 318 w 420"/>
                <a:gd name="T13" fmla="*/ 114 h 600"/>
                <a:gd name="T14" fmla="*/ 271 w 420"/>
                <a:gd name="T15" fmla="*/ 86 h 600"/>
                <a:gd name="T16" fmla="*/ 259 w 420"/>
                <a:gd name="T17" fmla="*/ 105 h 600"/>
                <a:gd name="T18" fmla="*/ 254 w 420"/>
                <a:gd name="T19" fmla="*/ 145 h 600"/>
                <a:gd name="T20" fmla="*/ 263 w 420"/>
                <a:gd name="T21" fmla="*/ 168 h 600"/>
                <a:gd name="T22" fmla="*/ 297 w 420"/>
                <a:gd name="T23" fmla="*/ 180 h 600"/>
                <a:gd name="T24" fmla="*/ 311 w 420"/>
                <a:gd name="T25" fmla="*/ 213 h 600"/>
                <a:gd name="T26" fmla="*/ 278 w 420"/>
                <a:gd name="T27" fmla="*/ 227 h 600"/>
                <a:gd name="T28" fmla="*/ 256 w 420"/>
                <a:gd name="T29" fmla="*/ 272 h 600"/>
                <a:gd name="T30" fmla="*/ 245 w 420"/>
                <a:gd name="T31" fmla="*/ 301 h 600"/>
                <a:gd name="T32" fmla="*/ 256 w 420"/>
                <a:gd name="T33" fmla="*/ 325 h 600"/>
                <a:gd name="T34" fmla="*/ 297 w 420"/>
                <a:gd name="T35" fmla="*/ 344 h 600"/>
                <a:gd name="T36" fmla="*/ 289 w 420"/>
                <a:gd name="T37" fmla="*/ 365 h 600"/>
                <a:gd name="T38" fmla="*/ 292 w 420"/>
                <a:gd name="T39" fmla="*/ 386 h 600"/>
                <a:gd name="T40" fmla="*/ 308 w 420"/>
                <a:gd name="T41" fmla="*/ 412 h 600"/>
                <a:gd name="T42" fmla="*/ 325 w 420"/>
                <a:gd name="T43" fmla="*/ 431 h 600"/>
                <a:gd name="T44" fmla="*/ 334 w 420"/>
                <a:gd name="T45" fmla="*/ 528 h 600"/>
                <a:gd name="T46" fmla="*/ 337 w 420"/>
                <a:gd name="T47" fmla="*/ 571 h 600"/>
                <a:gd name="T48" fmla="*/ 321 w 420"/>
                <a:gd name="T49" fmla="*/ 586 h 600"/>
                <a:gd name="T50" fmla="*/ 280 w 420"/>
                <a:gd name="T51" fmla="*/ 585 h 600"/>
                <a:gd name="T52" fmla="*/ 256 w 420"/>
                <a:gd name="T53" fmla="*/ 597 h 600"/>
                <a:gd name="T54" fmla="*/ 244 w 420"/>
                <a:gd name="T55" fmla="*/ 585 h 600"/>
                <a:gd name="T56" fmla="*/ 213 w 420"/>
                <a:gd name="T57" fmla="*/ 586 h 600"/>
                <a:gd name="T58" fmla="*/ 181 w 420"/>
                <a:gd name="T59" fmla="*/ 600 h 600"/>
                <a:gd name="T60" fmla="*/ 166 w 420"/>
                <a:gd name="T61" fmla="*/ 590 h 600"/>
                <a:gd name="T62" fmla="*/ 126 w 420"/>
                <a:gd name="T63" fmla="*/ 593 h 600"/>
                <a:gd name="T64" fmla="*/ 109 w 420"/>
                <a:gd name="T65" fmla="*/ 579 h 600"/>
                <a:gd name="T66" fmla="*/ 95 w 420"/>
                <a:gd name="T67" fmla="*/ 557 h 600"/>
                <a:gd name="T68" fmla="*/ 102 w 420"/>
                <a:gd name="T69" fmla="*/ 540 h 600"/>
                <a:gd name="T70" fmla="*/ 95 w 420"/>
                <a:gd name="T71" fmla="*/ 498 h 600"/>
                <a:gd name="T72" fmla="*/ 83 w 420"/>
                <a:gd name="T73" fmla="*/ 458 h 600"/>
                <a:gd name="T74" fmla="*/ 43 w 420"/>
                <a:gd name="T75" fmla="*/ 464 h 600"/>
                <a:gd name="T76" fmla="*/ 10 w 420"/>
                <a:gd name="T77" fmla="*/ 451 h 600"/>
                <a:gd name="T78" fmla="*/ 0 w 420"/>
                <a:gd name="T79" fmla="*/ 419 h 600"/>
                <a:gd name="T80" fmla="*/ 31 w 420"/>
                <a:gd name="T81" fmla="*/ 400 h 600"/>
                <a:gd name="T82" fmla="*/ 43 w 420"/>
                <a:gd name="T83" fmla="*/ 413 h 600"/>
                <a:gd name="T84" fmla="*/ 67 w 420"/>
                <a:gd name="T85" fmla="*/ 412 h 600"/>
                <a:gd name="T86" fmla="*/ 93 w 420"/>
                <a:gd name="T87" fmla="*/ 389 h 600"/>
                <a:gd name="T88" fmla="*/ 136 w 420"/>
                <a:gd name="T89" fmla="*/ 372 h 600"/>
                <a:gd name="T90" fmla="*/ 152 w 420"/>
                <a:gd name="T91" fmla="*/ 342 h 600"/>
                <a:gd name="T92" fmla="*/ 181 w 420"/>
                <a:gd name="T93" fmla="*/ 322 h 600"/>
                <a:gd name="T94" fmla="*/ 202 w 420"/>
                <a:gd name="T95" fmla="*/ 303 h 600"/>
                <a:gd name="T96" fmla="*/ 195 w 420"/>
                <a:gd name="T97" fmla="*/ 273 h 600"/>
                <a:gd name="T98" fmla="*/ 204 w 420"/>
                <a:gd name="T99" fmla="*/ 194 h 600"/>
                <a:gd name="T100" fmla="*/ 219 w 420"/>
                <a:gd name="T101" fmla="*/ 176 h 600"/>
                <a:gd name="T102" fmla="*/ 219 w 420"/>
                <a:gd name="T103" fmla="*/ 161 h 600"/>
                <a:gd name="T104" fmla="*/ 204 w 420"/>
                <a:gd name="T105" fmla="*/ 150 h 600"/>
                <a:gd name="T106" fmla="*/ 195 w 420"/>
                <a:gd name="T107" fmla="*/ 124 h 600"/>
                <a:gd name="T108" fmla="*/ 207 w 420"/>
                <a:gd name="T109" fmla="*/ 81 h 600"/>
                <a:gd name="T110" fmla="*/ 219 w 420"/>
                <a:gd name="T111" fmla="*/ 67 h 600"/>
                <a:gd name="T112" fmla="*/ 219 w 420"/>
                <a:gd name="T113" fmla="*/ 40 h 600"/>
                <a:gd name="T114" fmla="*/ 216 w 420"/>
                <a:gd name="T115" fmla="*/ 19 h 600"/>
                <a:gd name="T116" fmla="*/ 232 w 420"/>
                <a:gd name="T117" fmla="*/ 9 h 600"/>
                <a:gd name="T118" fmla="*/ 275 w 420"/>
                <a:gd name="T119" fmla="*/ 5 h 600"/>
                <a:gd name="T120" fmla="*/ 290 w 420"/>
                <a:gd name="T121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20" h="600">
                  <a:moveTo>
                    <a:pt x="290" y="0"/>
                  </a:moveTo>
                  <a:lnTo>
                    <a:pt x="302" y="2"/>
                  </a:lnTo>
                  <a:lnTo>
                    <a:pt x="311" y="5"/>
                  </a:lnTo>
                  <a:lnTo>
                    <a:pt x="315" y="7"/>
                  </a:lnTo>
                  <a:lnTo>
                    <a:pt x="320" y="12"/>
                  </a:lnTo>
                  <a:lnTo>
                    <a:pt x="328" y="24"/>
                  </a:lnTo>
                  <a:lnTo>
                    <a:pt x="334" y="26"/>
                  </a:lnTo>
                  <a:lnTo>
                    <a:pt x="337" y="28"/>
                  </a:lnTo>
                  <a:lnTo>
                    <a:pt x="354" y="36"/>
                  </a:lnTo>
                  <a:lnTo>
                    <a:pt x="373" y="47"/>
                  </a:lnTo>
                  <a:lnTo>
                    <a:pt x="380" y="47"/>
                  </a:lnTo>
                  <a:lnTo>
                    <a:pt x="399" y="47"/>
                  </a:lnTo>
                  <a:lnTo>
                    <a:pt x="420" y="52"/>
                  </a:lnTo>
                  <a:lnTo>
                    <a:pt x="418" y="52"/>
                  </a:lnTo>
                  <a:lnTo>
                    <a:pt x="418" y="55"/>
                  </a:lnTo>
                  <a:lnTo>
                    <a:pt x="415" y="60"/>
                  </a:lnTo>
                  <a:lnTo>
                    <a:pt x="408" y="67"/>
                  </a:lnTo>
                  <a:lnTo>
                    <a:pt x="404" y="73"/>
                  </a:lnTo>
                  <a:lnTo>
                    <a:pt x="399" y="79"/>
                  </a:lnTo>
                  <a:lnTo>
                    <a:pt x="394" y="81"/>
                  </a:lnTo>
                  <a:lnTo>
                    <a:pt x="394" y="86"/>
                  </a:lnTo>
                  <a:lnTo>
                    <a:pt x="394" y="88"/>
                  </a:lnTo>
                  <a:lnTo>
                    <a:pt x="391" y="104"/>
                  </a:lnTo>
                  <a:lnTo>
                    <a:pt x="391" y="105"/>
                  </a:lnTo>
                  <a:lnTo>
                    <a:pt x="389" y="105"/>
                  </a:lnTo>
                  <a:lnTo>
                    <a:pt x="387" y="105"/>
                  </a:lnTo>
                  <a:lnTo>
                    <a:pt x="368" y="118"/>
                  </a:lnTo>
                  <a:lnTo>
                    <a:pt x="365" y="118"/>
                  </a:lnTo>
                  <a:lnTo>
                    <a:pt x="358" y="121"/>
                  </a:lnTo>
                  <a:lnTo>
                    <a:pt x="349" y="126"/>
                  </a:lnTo>
                  <a:lnTo>
                    <a:pt x="339" y="126"/>
                  </a:lnTo>
                  <a:lnTo>
                    <a:pt x="334" y="124"/>
                  </a:lnTo>
                  <a:lnTo>
                    <a:pt x="328" y="121"/>
                  </a:lnTo>
                  <a:lnTo>
                    <a:pt x="321" y="118"/>
                  </a:lnTo>
                  <a:lnTo>
                    <a:pt x="318" y="114"/>
                  </a:lnTo>
                  <a:lnTo>
                    <a:pt x="311" y="105"/>
                  </a:lnTo>
                  <a:lnTo>
                    <a:pt x="290" y="92"/>
                  </a:lnTo>
                  <a:lnTo>
                    <a:pt x="285" y="86"/>
                  </a:lnTo>
                  <a:lnTo>
                    <a:pt x="282" y="86"/>
                  </a:lnTo>
                  <a:lnTo>
                    <a:pt x="271" y="86"/>
                  </a:lnTo>
                  <a:lnTo>
                    <a:pt x="268" y="86"/>
                  </a:lnTo>
                  <a:lnTo>
                    <a:pt x="263" y="92"/>
                  </a:lnTo>
                  <a:lnTo>
                    <a:pt x="261" y="93"/>
                  </a:lnTo>
                  <a:lnTo>
                    <a:pt x="259" y="98"/>
                  </a:lnTo>
                  <a:lnTo>
                    <a:pt x="259" y="105"/>
                  </a:lnTo>
                  <a:lnTo>
                    <a:pt x="261" y="114"/>
                  </a:lnTo>
                  <a:lnTo>
                    <a:pt x="259" y="121"/>
                  </a:lnTo>
                  <a:lnTo>
                    <a:pt x="256" y="138"/>
                  </a:lnTo>
                  <a:lnTo>
                    <a:pt x="254" y="143"/>
                  </a:lnTo>
                  <a:lnTo>
                    <a:pt x="254" y="145"/>
                  </a:lnTo>
                  <a:lnTo>
                    <a:pt x="252" y="145"/>
                  </a:lnTo>
                  <a:lnTo>
                    <a:pt x="254" y="152"/>
                  </a:lnTo>
                  <a:lnTo>
                    <a:pt x="254" y="157"/>
                  </a:lnTo>
                  <a:lnTo>
                    <a:pt x="256" y="164"/>
                  </a:lnTo>
                  <a:lnTo>
                    <a:pt x="263" y="168"/>
                  </a:lnTo>
                  <a:lnTo>
                    <a:pt x="268" y="173"/>
                  </a:lnTo>
                  <a:lnTo>
                    <a:pt x="278" y="173"/>
                  </a:lnTo>
                  <a:lnTo>
                    <a:pt x="282" y="173"/>
                  </a:lnTo>
                  <a:lnTo>
                    <a:pt x="290" y="178"/>
                  </a:lnTo>
                  <a:lnTo>
                    <a:pt x="297" y="180"/>
                  </a:lnTo>
                  <a:lnTo>
                    <a:pt x="301" y="187"/>
                  </a:lnTo>
                  <a:lnTo>
                    <a:pt x="302" y="194"/>
                  </a:lnTo>
                  <a:lnTo>
                    <a:pt x="308" y="202"/>
                  </a:lnTo>
                  <a:lnTo>
                    <a:pt x="311" y="207"/>
                  </a:lnTo>
                  <a:lnTo>
                    <a:pt x="311" y="213"/>
                  </a:lnTo>
                  <a:lnTo>
                    <a:pt x="308" y="216"/>
                  </a:lnTo>
                  <a:lnTo>
                    <a:pt x="302" y="218"/>
                  </a:lnTo>
                  <a:lnTo>
                    <a:pt x="297" y="220"/>
                  </a:lnTo>
                  <a:lnTo>
                    <a:pt x="287" y="223"/>
                  </a:lnTo>
                  <a:lnTo>
                    <a:pt x="278" y="227"/>
                  </a:lnTo>
                  <a:lnTo>
                    <a:pt x="268" y="233"/>
                  </a:lnTo>
                  <a:lnTo>
                    <a:pt x="263" y="240"/>
                  </a:lnTo>
                  <a:lnTo>
                    <a:pt x="259" y="244"/>
                  </a:lnTo>
                  <a:lnTo>
                    <a:pt x="259" y="265"/>
                  </a:lnTo>
                  <a:lnTo>
                    <a:pt x="256" y="272"/>
                  </a:lnTo>
                  <a:lnTo>
                    <a:pt x="256" y="273"/>
                  </a:lnTo>
                  <a:lnTo>
                    <a:pt x="252" y="277"/>
                  </a:lnTo>
                  <a:lnTo>
                    <a:pt x="247" y="280"/>
                  </a:lnTo>
                  <a:lnTo>
                    <a:pt x="245" y="285"/>
                  </a:lnTo>
                  <a:lnTo>
                    <a:pt x="245" y="301"/>
                  </a:lnTo>
                  <a:lnTo>
                    <a:pt x="247" y="306"/>
                  </a:lnTo>
                  <a:lnTo>
                    <a:pt x="251" y="311"/>
                  </a:lnTo>
                  <a:lnTo>
                    <a:pt x="252" y="315"/>
                  </a:lnTo>
                  <a:lnTo>
                    <a:pt x="254" y="320"/>
                  </a:lnTo>
                  <a:lnTo>
                    <a:pt x="256" y="325"/>
                  </a:lnTo>
                  <a:lnTo>
                    <a:pt x="263" y="334"/>
                  </a:lnTo>
                  <a:lnTo>
                    <a:pt x="289" y="334"/>
                  </a:lnTo>
                  <a:lnTo>
                    <a:pt x="292" y="336"/>
                  </a:lnTo>
                  <a:lnTo>
                    <a:pt x="294" y="339"/>
                  </a:lnTo>
                  <a:lnTo>
                    <a:pt x="297" y="344"/>
                  </a:lnTo>
                  <a:lnTo>
                    <a:pt x="297" y="358"/>
                  </a:lnTo>
                  <a:lnTo>
                    <a:pt x="294" y="360"/>
                  </a:lnTo>
                  <a:lnTo>
                    <a:pt x="290" y="361"/>
                  </a:lnTo>
                  <a:lnTo>
                    <a:pt x="289" y="361"/>
                  </a:lnTo>
                  <a:lnTo>
                    <a:pt x="289" y="365"/>
                  </a:lnTo>
                  <a:lnTo>
                    <a:pt x="285" y="368"/>
                  </a:lnTo>
                  <a:lnTo>
                    <a:pt x="282" y="372"/>
                  </a:lnTo>
                  <a:lnTo>
                    <a:pt x="282" y="379"/>
                  </a:lnTo>
                  <a:lnTo>
                    <a:pt x="287" y="384"/>
                  </a:lnTo>
                  <a:lnTo>
                    <a:pt x="292" y="386"/>
                  </a:lnTo>
                  <a:lnTo>
                    <a:pt x="294" y="387"/>
                  </a:lnTo>
                  <a:lnTo>
                    <a:pt x="299" y="393"/>
                  </a:lnTo>
                  <a:lnTo>
                    <a:pt x="302" y="400"/>
                  </a:lnTo>
                  <a:lnTo>
                    <a:pt x="302" y="406"/>
                  </a:lnTo>
                  <a:lnTo>
                    <a:pt x="308" y="412"/>
                  </a:lnTo>
                  <a:lnTo>
                    <a:pt x="311" y="420"/>
                  </a:lnTo>
                  <a:lnTo>
                    <a:pt x="318" y="427"/>
                  </a:lnTo>
                  <a:lnTo>
                    <a:pt x="320" y="431"/>
                  </a:lnTo>
                  <a:lnTo>
                    <a:pt x="321" y="431"/>
                  </a:lnTo>
                  <a:lnTo>
                    <a:pt x="325" y="431"/>
                  </a:lnTo>
                  <a:lnTo>
                    <a:pt x="325" y="445"/>
                  </a:lnTo>
                  <a:lnTo>
                    <a:pt x="327" y="491"/>
                  </a:lnTo>
                  <a:lnTo>
                    <a:pt x="328" y="498"/>
                  </a:lnTo>
                  <a:lnTo>
                    <a:pt x="334" y="510"/>
                  </a:lnTo>
                  <a:lnTo>
                    <a:pt x="334" y="528"/>
                  </a:lnTo>
                  <a:lnTo>
                    <a:pt x="337" y="538"/>
                  </a:lnTo>
                  <a:lnTo>
                    <a:pt x="340" y="545"/>
                  </a:lnTo>
                  <a:lnTo>
                    <a:pt x="340" y="557"/>
                  </a:lnTo>
                  <a:lnTo>
                    <a:pt x="339" y="564"/>
                  </a:lnTo>
                  <a:lnTo>
                    <a:pt x="337" y="571"/>
                  </a:lnTo>
                  <a:lnTo>
                    <a:pt x="337" y="574"/>
                  </a:lnTo>
                  <a:lnTo>
                    <a:pt x="334" y="578"/>
                  </a:lnTo>
                  <a:lnTo>
                    <a:pt x="332" y="579"/>
                  </a:lnTo>
                  <a:lnTo>
                    <a:pt x="327" y="585"/>
                  </a:lnTo>
                  <a:lnTo>
                    <a:pt x="321" y="586"/>
                  </a:lnTo>
                  <a:lnTo>
                    <a:pt x="320" y="590"/>
                  </a:lnTo>
                  <a:lnTo>
                    <a:pt x="302" y="586"/>
                  </a:lnTo>
                  <a:lnTo>
                    <a:pt x="290" y="585"/>
                  </a:lnTo>
                  <a:lnTo>
                    <a:pt x="282" y="583"/>
                  </a:lnTo>
                  <a:lnTo>
                    <a:pt x="280" y="585"/>
                  </a:lnTo>
                  <a:lnTo>
                    <a:pt x="273" y="590"/>
                  </a:lnTo>
                  <a:lnTo>
                    <a:pt x="268" y="597"/>
                  </a:lnTo>
                  <a:lnTo>
                    <a:pt x="266" y="598"/>
                  </a:lnTo>
                  <a:lnTo>
                    <a:pt x="256" y="598"/>
                  </a:lnTo>
                  <a:lnTo>
                    <a:pt x="256" y="597"/>
                  </a:lnTo>
                  <a:lnTo>
                    <a:pt x="252" y="593"/>
                  </a:lnTo>
                  <a:lnTo>
                    <a:pt x="251" y="590"/>
                  </a:lnTo>
                  <a:lnTo>
                    <a:pt x="247" y="586"/>
                  </a:lnTo>
                  <a:lnTo>
                    <a:pt x="245" y="586"/>
                  </a:lnTo>
                  <a:lnTo>
                    <a:pt x="244" y="585"/>
                  </a:lnTo>
                  <a:lnTo>
                    <a:pt x="240" y="579"/>
                  </a:lnTo>
                  <a:lnTo>
                    <a:pt x="235" y="579"/>
                  </a:lnTo>
                  <a:lnTo>
                    <a:pt x="223" y="583"/>
                  </a:lnTo>
                  <a:lnTo>
                    <a:pt x="216" y="585"/>
                  </a:lnTo>
                  <a:lnTo>
                    <a:pt x="213" y="586"/>
                  </a:lnTo>
                  <a:lnTo>
                    <a:pt x="207" y="590"/>
                  </a:lnTo>
                  <a:lnTo>
                    <a:pt x="200" y="593"/>
                  </a:lnTo>
                  <a:lnTo>
                    <a:pt x="194" y="593"/>
                  </a:lnTo>
                  <a:lnTo>
                    <a:pt x="183" y="598"/>
                  </a:lnTo>
                  <a:lnTo>
                    <a:pt x="181" y="600"/>
                  </a:lnTo>
                  <a:lnTo>
                    <a:pt x="180" y="600"/>
                  </a:lnTo>
                  <a:lnTo>
                    <a:pt x="176" y="600"/>
                  </a:lnTo>
                  <a:lnTo>
                    <a:pt x="173" y="597"/>
                  </a:lnTo>
                  <a:lnTo>
                    <a:pt x="173" y="593"/>
                  </a:lnTo>
                  <a:lnTo>
                    <a:pt x="166" y="590"/>
                  </a:lnTo>
                  <a:lnTo>
                    <a:pt x="161" y="590"/>
                  </a:lnTo>
                  <a:lnTo>
                    <a:pt x="149" y="592"/>
                  </a:lnTo>
                  <a:lnTo>
                    <a:pt x="133" y="592"/>
                  </a:lnTo>
                  <a:lnTo>
                    <a:pt x="130" y="593"/>
                  </a:lnTo>
                  <a:lnTo>
                    <a:pt x="126" y="593"/>
                  </a:lnTo>
                  <a:lnTo>
                    <a:pt x="123" y="593"/>
                  </a:lnTo>
                  <a:lnTo>
                    <a:pt x="121" y="592"/>
                  </a:lnTo>
                  <a:lnTo>
                    <a:pt x="119" y="586"/>
                  </a:lnTo>
                  <a:lnTo>
                    <a:pt x="114" y="583"/>
                  </a:lnTo>
                  <a:lnTo>
                    <a:pt x="109" y="579"/>
                  </a:lnTo>
                  <a:lnTo>
                    <a:pt x="102" y="578"/>
                  </a:lnTo>
                  <a:lnTo>
                    <a:pt x="100" y="574"/>
                  </a:lnTo>
                  <a:lnTo>
                    <a:pt x="97" y="567"/>
                  </a:lnTo>
                  <a:lnTo>
                    <a:pt x="97" y="564"/>
                  </a:lnTo>
                  <a:lnTo>
                    <a:pt x="95" y="557"/>
                  </a:lnTo>
                  <a:lnTo>
                    <a:pt x="95" y="550"/>
                  </a:lnTo>
                  <a:lnTo>
                    <a:pt x="95" y="550"/>
                  </a:lnTo>
                  <a:lnTo>
                    <a:pt x="97" y="545"/>
                  </a:lnTo>
                  <a:lnTo>
                    <a:pt x="100" y="543"/>
                  </a:lnTo>
                  <a:lnTo>
                    <a:pt x="102" y="540"/>
                  </a:lnTo>
                  <a:lnTo>
                    <a:pt x="109" y="538"/>
                  </a:lnTo>
                  <a:lnTo>
                    <a:pt x="109" y="533"/>
                  </a:lnTo>
                  <a:lnTo>
                    <a:pt x="109" y="524"/>
                  </a:lnTo>
                  <a:lnTo>
                    <a:pt x="107" y="517"/>
                  </a:lnTo>
                  <a:lnTo>
                    <a:pt x="95" y="498"/>
                  </a:lnTo>
                  <a:lnTo>
                    <a:pt x="93" y="491"/>
                  </a:lnTo>
                  <a:lnTo>
                    <a:pt x="88" y="484"/>
                  </a:lnTo>
                  <a:lnTo>
                    <a:pt x="88" y="467"/>
                  </a:lnTo>
                  <a:lnTo>
                    <a:pt x="86" y="464"/>
                  </a:lnTo>
                  <a:lnTo>
                    <a:pt x="83" y="458"/>
                  </a:lnTo>
                  <a:lnTo>
                    <a:pt x="74" y="458"/>
                  </a:lnTo>
                  <a:lnTo>
                    <a:pt x="69" y="458"/>
                  </a:lnTo>
                  <a:lnTo>
                    <a:pt x="62" y="460"/>
                  </a:lnTo>
                  <a:lnTo>
                    <a:pt x="53" y="464"/>
                  </a:lnTo>
                  <a:lnTo>
                    <a:pt x="43" y="464"/>
                  </a:lnTo>
                  <a:lnTo>
                    <a:pt x="36" y="460"/>
                  </a:lnTo>
                  <a:lnTo>
                    <a:pt x="28" y="460"/>
                  </a:lnTo>
                  <a:lnTo>
                    <a:pt x="17" y="458"/>
                  </a:lnTo>
                  <a:lnTo>
                    <a:pt x="15" y="455"/>
                  </a:lnTo>
                  <a:lnTo>
                    <a:pt x="10" y="451"/>
                  </a:lnTo>
                  <a:lnTo>
                    <a:pt x="9" y="446"/>
                  </a:lnTo>
                  <a:lnTo>
                    <a:pt x="3" y="439"/>
                  </a:lnTo>
                  <a:lnTo>
                    <a:pt x="2" y="432"/>
                  </a:lnTo>
                  <a:lnTo>
                    <a:pt x="0" y="427"/>
                  </a:lnTo>
                  <a:lnTo>
                    <a:pt x="0" y="419"/>
                  </a:lnTo>
                  <a:lnTo>
                    <a:pt x="3" y="412"/>
                  </a:lnTo>
                  <a:lnTo>
                    <a:pt x="9" y="406"/>
                  </a:lnTo>
                  <a:lnTo>
                    <a:pt x="10" y="405"/>
                  </a:lnTo>
                  <a:lnTo>
                    <a:pt x="21" y="400"/>
                  </a:lnTo>
                  <a:lnTo>
                    <a:pt x="31" y="400"/>
                  </a:lnTo>
                  <a:lnTo>
                    <a:pt x="33" y="401"/>
                  </a:lnTo>
                  <a:lnTo>
                    <a:pt x="34" y="401"/>
                  </a:lnTo>
                  <a:lnTo>
                    <a:pt x="36" y="405"/>
                  </a:lnTo>
                  <a:lnTo>
                    <a:pt x="40" y="412"/>
                  </a:lnTo>
                  <a:lnTo>
                    <a:pt x="43" y="413"/>
                  </a:lnTo>
                  <a:lnTo>
                    <a:pt x="48" y="417"/>
                  </a:lnTo>
                  <a:lnTo>
                    <a:pt x="53" y="417"/>
                  </a:lnTo>
                  <a:lnTo>
                    <a:pt x="57" y="415"/>
                  </a:lnTo>
                  <a:lnTo>
                    <a:pt x="62" y="413"/>
                  </a:lnTo>
                  <a:lnTo>
                    <a:pt x="67" y="412"/>
                  </a:lnTo>
                  <a:lnTo>
                    <a:pt x="69" y="406"/>
                  </a:lnTo>
                  <a:lnTo>
                    <a:pt x="73" y="401"/>
                  </a:lnTo>
                  <a:lnTo>
                    <a:pt x="74" y="398"/>
                  </a:lnTo>
                  <a:lnTo>
                    <a:pt x="83" y="394"/>
                  </a:lnTo>
                  <a:lnTo>
                    <a:pt x="93" y="389"/>
                  </a:lnTo>
                  <a:lnTo>
                    <a:pt x="100" y="384"/>
                  </a:lnTo>
                  <a:lnTo>
                    <a:pt x="107" y="377"/>
                  </a:lnTo>
                  <a:lnTo>
                    <a:pt x="112" y="374"/>
                  </a:lnTo>
                  <a:lnTo>
                    <a:pt x="130" y="372"/>
                  </a:lnTo>
                  <a:lnTo>
                    <a:pt x="136" y="372"/>
                  </a:lnTo>
                  <a:lnTo>
                    <a:pt x="142" y="370"/>
                  </a:lnTo>
                  <a:lnTo>
                    <a:pt x="145" y="367"/>
                  </a:lnTo>
                  <a:lnTo>
                    <a:pt x="145" y="361"/>
                  </a:lnTo>
                  <a:lnTo>
                    <a:pt x="149" y="351"/>
                  </a:lnTo>
                  <a:lnTo>
                    <a:pt x="152" y="342"/>
                  </a:lnTo>
                  <a:lnTo>
                    <a:pt x="159" y="334"/>
                  </a:lnTo>
                  <a:lnTo>
                    <a:pt x="166" y="327"/>
                  </a:lnTo>
                  <a:lnTo>
                    <a:pt x="169" y="323"/>
                  </a:lnTo>
                  <a:lnTo>
                    <a:pt x="173" y="323"/>
                  </a:lnTo>
                  <a:lnTo>
                    <a:pt x="181" y="322"/>
                  </a:lnTo>
                  <a:lnTo>
                    <a:pt x="192" y="320"/>
                  </a:lnTo>
                  <a:lnTo>
                    <a:pt x="195" y="318"/>
                  </a:lnTo>
                  <a:lnTo>
                    <a:pt x="195" y="316"/>
                  </a:lnTo>
                  <a:lnTo>
                    <a:pt x="199" y="311"/>
                  </a:lnTo>
                  <a:lnTo>
                    <a:pt x="202" y="303"/>
                  </a:lnTo>
                  <a:lnTo>
                    <a:pt x="206" y="297"/>
                  </a:lnTo>
                  <a:lnTo>
                    <a:pt x="206" y="292"/>
                  </a:lnTo>
                  <a:lnTo>
                    <a:pt x="204" y="287"/>
                  </a:lnTo>
                  <a:lnTo>
                    <a:pt x="200" y="282"/>
                  </a:lnTo>
                  <a:lnTo>
                    <a:pt x="195" y="273"/>
                  </a:lnTo>
                  <a:lnTo>
                    <a:pt x="195" y="265"/>
                  </a:lnTo>
                  <a:lnTo>
                    <a:pt x="195" y="218"/>
                  </a:lnTo>
                  <a:lnTo>
                    <a:pt x="199" y="211"/>
                  </a:lnTo>
                  <a:lnTo>
                    <a:pt x="199" y="207"/>
                  </a:lnTo>
                  <a:lnTo>
                    <a:pt x="204" y="194"/>
                  </a:lnTo>
                  <a:lnTo>
                    <a:pt x="207" y="183"/>
                  </a:lnTo>
                  <a:lnTo>
                    <a:pt x="207" y="180"/>
                  </a:lnTo>
                  <a:lnTo>
                    <a:pt x="211" y="180"/>
                  </a:lnTo>
                  <a:lnTo>
                    <a:pt x="216" y="180"/>
                  </a:lnTo>
                  <a:lnTo>
                    <a:pt x="219" y="176"/>
                  </a:lnTo>
                  <a:lnTo>
                    <a:pt x="223" y="173"/>
                  </a:lnTo>
                  <a:lnTo>
                    <a:pt x="226" y="168"/>
                  </a:lnTo>
                  <a:lnTo>
                    <a:pt x="223" y="166"/>
                  </a:lnTo>
                  <a:lnTo>
                    <a:pt x="221" y="161"/>
                  </a:lnTo>
                  <a:lnTo>
                    <a:pt x="219" y="161"/>
                  </a:lnTo>
                  <a:lnTo>
                    <a:pt x="219" y="159"/>
                  </a:lnTo>
                  <a:lnTo>
                    <a:pt x="216" y="159"/>
                  </a:lnTo>
                  <a:lnTo>
                    <a:pt x="213" y="157"/>
                  </a:lnTo>
                  <a:lnTo>
                    <a:pt x="207" y="152"/>
                  </a:lnTo>
                  <a:lnTo>
                    <a:pt x="204" y="150"/>
                  </a:lnTo>
                  <a:lnTo>
                    <a:pt x="200" y="145"/>
                  </a:lnTo>
                  <a:lnTo>
                    <a:pt x="195" y="140"/>
                  </a:lnTo>
                  <a:lnTo>
                    <a:pt x="195" y="133"/>
                  </a:lnTo>
                  <a:lnTo>
                    <a:pt x="195" y="128"/>
                  </a:lnTo>
                  <a:lnTo>
                    <a:pt x="195" y="124"/>
                  </a:lnTo>
                  <a:lnTo>
                    <a:pt x="200" y="118"/>
                  </a:lnTo>
                  <a:lnTo>
                    <a:pt x="206" y="111"/>
                  </a:lnTo>
                  <a:lnTo>
                    <a:pt x="207" y="105"/>
                  </a:lnTo>
                  <a:lnTo>
                    <a:pt x="211" y="93"/>
                  </a:lnTo>
                  <a:lnTo>
                    <a:pt x="207" y="81"/>
                  </a:lnTo>
                  <a:lnTo>
                    <a:pt x="206" y="78"/>
                  </a:lnTo>
                  <a:lnTo>
                    <a:pt x="211" y="78"/>
                  </a:lnTo>
                  <a:lnTo>
                    <a:pt x="213" y="74"/>
                  </a:lnTo>
                  <a:lnTo>
                    <a:pt x="216" y="73"/>
                  </a:lnTo>
                  <a:lnTo>
                    <a:pt x="219" y="67"/>
                  </a:lnTo>
                  <a:lnTo>
                    <a:pt x="223" y="57"/>
                  </a:lnTo>
                  <a:lnTo>
                    <a:pt x="226" y="52"/>
                  </a:lnTo>
                  <a:lnTo>
                    <a:pt x="226" y="47"/>
                  </a:lnTo>
                  <a:lnTo>
                    <a:pt x="223" y="45"/>
                  </a:lnTo>
                  <a:lnTo>
                    <a:pt x="219" y="40"/>
                  </a:lnTo>
                  <a:lnTo>
                    <a:pt x="216" y="40"/>
                  </a:lnTo>
                  <a:lnTo>
                    <a:pt x="216" y="36"/>
                  </a:lnTo>
                  <a:lnTo>
                    <a:pt x="213" y="24"/>
                  </a:lnTo>
                  <a:lnTo>
                    <a:pt x="213" y="21"/>
                  </a:lnTo>
                  <a:lnTo>
                    <a:pt x="216" y="19"/>
                  </a:lnTo>
                  <a:lnTo>
                    <a:pt x="219" y="19"/>
                  </a:lnTo>
                  <a:lnTo>
                    <a:pt x="219" y="17"/>
                  </a:lnTo>
                  <a:lnTo>
                    <a:pt x="219" y="17"/>
                  </a:lnTo>
                  <a:lnTo>
                    <a:pt x="223" y="12"/>
                  </a:lnTo>
                  <a:lnTo>
                    <a:pt x="232" y="9"/>
                  </a:lnTo>
                  <a:lnTo>
                    <a:pt x="238" y="7"/>
                  </a:lnTo>
                  <a:lnTo>
                    <a:pt x="238" y="9"/>
                  </a:lnTo>
                  <a:lnTo>
                    <a:pt x="256" y="9"/>
                  </a:lnTo>
                  <a:lnTo>
                    <a:pt x="271" y="7"/>
                  </a:lnTo>
                  <a:lnTo>
                    <a:pt x="275" y="5"/>
                  </a:lnTo>
                  <a:lnTo>
                    <a:pt x="282" y="5"/>
                  </a:lnTo>
                  <a:lnTo>
                    <a:pt x="287" y="5"/>
                  </a:lnTo>
                  <a:lnTo>
                    <a:pt x="289" y="2"/>
                  </a:lnTo>
                  <a:lnTo>
                    <a:pt x="290" y="0"/>
                  </a:lnTo>
                  <a:lnTo>
                    <a:pt x="290" y="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43" name="Freeform 102">
              <a:extLst>
                <a:ext uri="{FF2B5EF4-FFF2-40B4-BE49-F238E27FC236}">
                  <a16:creationId xmlns:a16="http://schemas.microsoft.com/office/drawing/2014/main" xmlns="" id="{7087822F-0ABB-47AB-9026-07B8AF4C0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6801" y="5231218"/>
              <a:ext cx="69850" cy="61913"/>
            </a:xfrm>
            <a:custGeom>
              <a:avLst/>
              <a:gdLst>
                <a:gd name="T0" fmla="*/ 31 w 88"/>
                <a:gd name="T1" fmla="*/ 0 h 77"/>
                <a:gd name="T2" fmla="*/ 62 w 88"/>
                <a:gd name="T3" fmla="*/ 0 h 77"/>
                <a:gd name="T4" fmla="*/ 60 w 88"/>
                <a:gd name="T5" fmla="*/ 22 h 77"/>
                <a:gd name="T6" fmla="*/ 62 w 88"/>
                <a:gd name="T7" fmla="*/ 39 h 77"/>
                <a:gd name="T8" fmla="*/ 64 w 88"/>
                <a:gd name="T9" fmla="*/ 45 h 77"/>
                <a:gd name="T10" fmla="*/ 64 w 88"/>
                <a:gd name="T11" fmla="*/ 45 h 77"/>
                <a:gd name="T12" fmla="*/ 64 w 88"/>
                <a:gd name="T13" fmla="*/ 46 h 77"/>
                <a:gd name="T14" fmla="*/ 66 w 88"/>
                <a:gd name="T15" fmla="*/ 51 h 77"/>
                <a:gd name="T16" fmla="*/ 71 w 88"/>
                <a:gd name="T17" fmla="*/ 53 h 77"/>
                <a:gd name="T18" fmla="*/ 76 w 88"/>
                <a:gd name="T19" fmla="*/ 53 h 77"/>
                <a:gd name="T20" fmla="*/ 79 w 88"/>
                <a:gd name="T21" fmla="*/ 53 h 77"/>
                <a:gd name="T22" fmla="*/ 83 w 88"/>
                <a:gd name="T23" fmla="*/ 57 h 77"/>
                <a:gd name="T24" fmla="*/ 88 w 88"/>
                <a:gd name="T25" fmla="*/ 58 h 77"/>
                <a:gd name="T26" fmla="*/ 88 w 88"/>
                <a:gd name="T27" fmla="*/ 69 h 77"/>
                <a:gd name="T28" fmla="*/ 85 w 88"/>
                <a:gd name="T29" fmla="*/ 72 h 77"/>
                <a:gd name="T30" fmla="*/ 83 w 88"/>
                <a:gd name="T31" fmla="*/ 72 h 77"/>
                <a:gd name="T32" fmla="*/ 83 w 88"/>
                <a:gd name="T33" fmla="*/ 72 h 77"/>
                <a:gd name="T34" fmla="*/ 71 w 88"/>
                <a:gd name="T35" fmla="*/ 77 h 77"/>
                <a:gd name="T36" fmla="*/ 55 w 88"/>
                <a:gd name="T37" fmla="*/ 77 h 77"/>
                <a:gd name="T38" fmla="*/ 52 w 88"/>
                <a:gd name="T39" fmla="*/ 77 h 77"/>
                <a:gd name="T40" fmla="*/ 38 w 88"/>
                <a:gd name="T41" fmla="*/ 77 h 77"/>
                <a:gd name="T42" fmla="*/ 34 w 88"/>
                <a:gd name="T43" fmla="*/ 77 h 77"/>
                <a:gd name="T44" fmla="*/ 31 w 88"/>
                <a:gd name="T45" fmla="*/ 76 h 77"/>
                <a:gd name="T46" fmla="*/ 22 w 88"/>
                <a:gd name="T47" fmla="*/ 70 h 77"/>
                <a:gd name="T48" fmla="*/ 17 w 88"/>
                <a:gd name="T49" fmla="*/ 64 h 77"/>
                <a:gd name="T50" fmla="*/ 12 w 88"/>
                <a:gd name="T51" fmla="*/ 53 h 77"/>
                <a:gd name="T52" fmla="*/ 10 w 88"/>
                <a:gd name="T53" fmla="*/ 51 h 77"/>
                <a:gd name="T54" fmla="*/ 7 w 88"/>
                <a:gd name="T55" fmla="*/ 50 h 77"/>
                <a:gd name="T56" fmla="*/ 3 w 88"/>
                <a:gd name="T57" fmla="*/ 45 h 77"/>
                <a:gd name="T58" fmla="*/ 2 w 88"/>
                <a:gd name="T59" fmla="*/ 43 h 77"/>
                <a:gd name="T60" fmla="*/ 0 w 88"/>
                <a:gd name="T61" fmla="*/ 39 h 77"/>
                <a:gd name="T62" fmla="*/ 0 w 88"/>
                <a:gd name="T63" fmla="*/ 36 h 77"/>
                <a:gd name="T64" fmla="*/ 2 w 88"/>
                <a:gd name="T65" fmla="*/ 32 h 77"/>
                <a:gd name="T66" fmla="*/ 7 w 88"/>
                <a:gd name="T67" fmla="*/ 31 h 77"/>
                <a:gd name="T68" fmla="*/ 15 w 88"/>
                <a:gd name="T69" fmla="*/ 22 h 77"/>
                <a:gd name="T70" fmla="*/ 24 w 88"/>
                <a:gd name="T71" fmla="*/ 10 h 77"/>
                <a:gd name="T72" fmla="*/ 24 w 88"/>
                <a:gd name="T73" fmla="*/ 5 h 77"/>
                <a:gd name="T74" fmla="*/ 26 w 88"/>
                <a:gd name="T75" fmla="*/ 3 h 77"/>
                <a:gd name="T76" fmla="*/ 29 w 88"/>
                <a:gd name="T77" fmla="*/ 0 h 77"/>
                <a:gd name="T78" fmla="*/ 31 w 88"/>
                <a:gd name="T79" fmla="*/ 0 h 77"/>
                <a:gd name="T80" fmla="*/ 31 w 88"/>
                <a:gd name="T81" fmla="*/ 0 h 77"/>
                <a:gd name="T82" fmla="*/ 31 w 88"/>
                <a:gd name="T8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" h="77">
                  <a:moveTo>
                    <a:pt x="31" y="0"/>
                  </a:moveTo>
                  <a:lnTo>
                    <a:pt x="62" y="0"/>
                  </a:lnTo>
                  <a:lnTo>
                    <a:pt x="60" y="22"/>
                  </a:lnTo>
                  <a:lnTo>
                    <a:pt x="62" y="39"/>
                  </a:lnTo>
                  <a:lnTo>
                    <a:pt x="64" y="45"/>
                  </a:lnTo>
                  <a:lnTo>
                    <a:pt x="64" y="45"/>
                  </a:lnTo>
                  <a:lnTo>
                    <a:pt x="64" y="46"/>
                  </a:lnTo>
                  <a:lnTo>
                    <a:pt x="66" y="51"/>
                  </a:lnTo>
                  <a:lnTo>
                    <a:pt x="71" y="53"/>
                  </a:lnTo>
                  <a:lnTo>
                    <a:pt x="76" y="53"/>
                  </a:lnTo>
                  <a:lnTo>
                    <a:pt x="79" y="53"/>
                  </a:lnTo>
                  <a:lnTo>
                    <a:pt x="83" y="57"/>
                  </a:lnTo>
                  <a:lnTo>
                    <a:pt x="88" y="58"/>
                  </a:lnTo>
                  <a:lnTo>
                    <a:pt x="88" y="69"/>
                  </a:lnTo>
                  <a:lnTo>
                    <a:pt x="85" y="7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1" y="77"/>
                  </a:lnTo>
                  <a:lnTo>
                    <a:pt x="55" y="77"/>
                  </a:lnTo>
                  <a:lnTo>
                    <a:pt x="52" y="77"/>
                  </a:lnTo>
                  <a:lnTo>
                    <a:pt x="38" y="77"/>
                  </a:lnTo>
                  <a:lnTo>
                    <a:pt x="34" y="77"/>
                  </a:lnTo>
                  <a:lnTo>
                    <a:pt x="31" y="76"/>
                  </a:lnTo>
                  <a:lnTo>
                    <a:pt x="22" y="70"/>
                  </a:lnTo>
                  <a:lnTo>
                    <a:pt x="17" y="64"/>
                  </a:lnTo>
                  <a:lnTo>
                    <a:pt x="12" y="53"/>
                  </a:lnTo>
                  <a:lnTo>
                    <a:pt x="10" y="51"/>
                  </a:lnTo>
                  <a:lnTo>
                    <a:pt x="7" y="50"/>
                  </a:lnTo>
                  <a:lnTo>
                    <a:pt x="3" y="45"/>
                  </a:lnTo>
                  <a:lnTo>
                    <a:pt x="2" y="43"/>
                  </a:lnTo>
                  <a:lnTo>
                    <a:pt x="0" y="39"/>
                  </a:lnTo>
                  <a:lnTo>
                    <a:pt x="0" y="36"/>
                  </a:lnTo>
                  <a:lnTo>
                    <a:pt x="2" y="32"/>
                  </a:lnTo>
                  <a:lnTo>
                    <a:pt x="7" y="31"/>
                  </a:lnTo>
                  <a:lnTo>
                    <a:pt x="15" y="22"/>
                  </a:lnTo>
                  <a:lnTo>
                    <a:pt x="24" y="10"/>
                  </a:lnTo>
                  <a:lnTo>
                    <a:pt x="24" y="5"/>
                  </a:lnTo>
                  <a:lnTo>
                    <a:pt x="26" y="3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44" name="Freeform 103">
              <a:extLst>
                <a:ext uri="{FF2B5EF4-FFF2-40B4-BE49-F238E27FC236}">
                  <a16:creationId xmlns:a16="http://schemas.microsoft.com/office/drawing/2014/main" xmlns="" id="{A8AC881F-EB4E-4CFD-85D3-E6BF7EE35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6801" y="5231218"/>
              <a:ext cx="69850" cy="61913"/>
            </a:xfrm>
            <a:custGeom>
              <a:avLst/>
              <a:gdLst>
                <a:gd name="T0" fmla="*/ 31 w 88"/>
                <a:gd name="T1" fmla="*/ 0 h 77"/>
                <a:gd name="T2" fmla="*/ 62 w 88"/>
                <a:gd name="T3" fmla="*/ 0 h 77"/>
                <a:gd name="T4" fmla="*/ 60 w 88"/>
                <a:gd name="T5" fmla="*/ 22 h 77"/>
                <a:gd name="T6" fmla="*/ 62 w 88"/>
                <a:gd name="T7" fmla="*/ 39 h 77"/>
                <a:gd name="T8" fmla="*/ 64 w 88"/>
                <a:gd name="T9" fmla="*/ 45 h 77"/>
                <a:gd name="T10" fmla="*/ 64 w 88"/>
                <a:gd name="T11" fmla="*/ 45 h 77"/>
                <a:gd name="T12" fmla="*/ 64 w 88"/>
                <a:gd name="T13" fmla="*/ 46 h 77"/>
                <a:gd name="T14" fmla="*/ 66 w 88"/>
                <a:gd name="T15" fmla="*/ 51 h 77"/>
                <a:gd name="T16" fmla="*/ 71 w 88"/>
                <a:gd name="T17" fmla="*/ 53 h 77"/>
                <a:gd name="T18" fmla="*/ 76 w 88"/>
                <a:gd name="T19" fmla="*/ 53 h 77"/>
                <a:gd name="T20" fmla="*/ 79 w 88"/>
                <a:gd name="T21" fmla="*/ 53 h 77"/>
                <a:gd name="T22" fmla="*/ 83 w 88"/>
                <a:gd name="T23" fmla="*/ 57 h 77"/>
                <a:gd name="T24" fmla="*/ 88 w 88"/>
                <a:gd name="T25" fmla="*/ 58 h 77"/>
                <a:gd name="T26" fmla="*/ 88 w 88"/>
                <a:gd name="T27" fmla="*/ 69 h 77"/>
                <a:gd name="T28" fmla="*/ 85 w 88"/>
                <a:gd name="T29" fmla="*/ 72 h 77"/>
                <a:gd name="T30" fmla="*/ 83 w 88"/>
                <a:gd name="T31" fmla="*/ 72 h 77"/>
                <a:gd name="T32" fmla="*/ 83 w 88"/>
                <a:gd name="T33" fmla="*/ 72 h 77"/>
                <a:gd name="T34" fmla="*/ 71 w 88"/>
                <a:gd name="T35" fmla="*/ 77 h 77"/>
                <a:gd name="T36" fmla="*/ 55 w 88"/>
                <a:gd name="T37" fmla="*/ 77 h 77"/>
                <a:gd name="T38" fmla="*/ 52 w 88"/>
                <a:gd name="T39" fmla="*/ 77 h 77"/>
                <a:gd name="T40" fmla="*/ 38 w 88"/>
                <a:gd name="T41" fmla="*/ 77 h 77"/>
                <a:gd name="T42" fmla="*/ 34 w 88"/>
                <a:gd name="T43" fmla="*/ 77 h 77"/>
                <a:gd name="T44" fmla="*/ 31 w 88"/>
                <a:gd name="T45" fmla="*/ 76 h 77"/>
                <a:gd name="T46" fmla="*/ 22 w 88"/>
                <a:gd name="T47" fmla="*/ 70 h 77"/>
                <a:gd name="T48" fmla="*/ 17 w 88"/>
                <a:gd name="T49" fmla="*/ 64 h 77"/>
                <a:gd name="T50" fmla="*/ 12 w 88"/>
                <a:gd name="T51" fmla="*/ 53 h 77"/>
                <a:gd name="T52" fmla="*/ 10 w 88"/>
                <a:gd name="T53" fmla="*/ 51 h 77"/>
                <a:gd name="T54" fmla="*/ 7 w 88"/>
                <a:gd name="T55" fmla="*/ 50 h 77"/>
                <a:gd name="T56" fmla="*/ 3 w 88"/>
                <a:gd name="T57" fmla="*/ 45 h 77"/>
                <a:gd name="T58" fmla="*/ 2 w 88"/>
                <a:gd name="T59" fmla="*/ 43 h 77"/>
                <a:gd name="T60" fmla="*/ 0 w 88"/>
                <a:gd name="T61" fmla="*/ 39 h 77"/>
                <a:gd name="T62" fmla="*/ 0 w 88"/>
                <a:gd name="T63" fmla="*/ 36 h 77"/>
                <a:gd name="T64" fmla="*/ 2 w 88"/>
                <a:gd name="T65" fmla="*/ 32 h 77"/>
                <a:gd name="T66" fmla="*/ 7 w 88"/>
                <a:gd name="T67" fmla="*/ 31 h 77"/>
                <a:gd name="T68" fmla="*/ 15 w 88"/>
                <a:gd name="T69" fmla="*/ 22 h 77"/>
                <a:gd name="T70" fmla="*/ 24 w 88"/>
                <a:gd name="T71" fmla="*/ 10 h 77"/>
                <a:gd name="T72" fmla="*/ 24 w 88"/>
                <a:gd name="T73" fmla="*/ 5 h 77"/>
                <a:gd name="T74" fmla="*/ 26 w 88"/>
                <a:gd name="T75" fmla="*/ 3 h 77"/>
                <a:gd name="T76" fmla="*/ 29 w 88"/>
                <a:gd name="T77" fmla="*/ 0 h 77"/>
                <a:gd name="T78" fmla="*/ 31 w 88"/>
                <a:gd name="T79" fmla="*/ 0 h 77"/>
                <a:gd name="T80" fmla="*/ 31 w 88"/>
                <a:gd name="T81" fmla="*/ 0 h 77"/>
                <a:gd name="T82" fmla="*/ 31 w 88"/>
                <a:gd name="T8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" h="77">
                  <a:moveTo>
                    <a:pt x="31" y="0"/>
                  </a:moveTo>
                  <a:lnTo>
                    <a:pt x="62" y="0"/>
                  </a:lnTo>
                  <a:lnTo>
                    <a:pt x="60" y="22"/>
                  </a:lnTo>
                  <a:lnTo>
                    <a:pt x="62" y="39"/>
                  </a:lnTo>
                  <a:lnTo>
                    <a:pt x="64" y="45"/>
                  </a:lnTo>
                  <a:lnTo>
                    <a:pt x="64" y="45"/>
                  </a:lnTo>
                  <a:lnTo>
                    <a:pt x="64" y="46"/>
                  </a:lnTo>
                  <a:lnTo>
                    <a:pt x="66" y="51"/>
                  </a:lnTo>
                  <a:lnTo>
                    <a:pt x="71" y="53"/>
                  </a:lnTo>
                  <a:lnTo>
                    <a:pt x="76" y="53"/>
                  </a:lnTo>
                  <a:lnTo>
                    <a:pt x="79" y="53"/>
                  </a:lnTo>
                  <a:lnTo>
                    <a:pt x="83" y="57"/>
                  </a:lnTo>
                  <a:lnTo>
                    <a:pt x="88" y="58"/>
                  </a:lnTo>
                  <a:lnTo>
                    <a:pt x="88" y="69"/>
                  </a:lnTo>
                  <a:lnTo>
                    <a:pt x="85" y="7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1" y="77"/>
                  </a:lnTo>
                  <a:lnTo>
                    <a:pt x="55" y="77"/>
                  </a:lnTo>
                  <a:lnTo>
                    <a:pt x="52" y="77"/>
                  </a:lnTo>
                  <a:lnTo>
                    <a:pt x="38" y="77"/>
                  </a:lnTo>
                  <a:lnTo>
                    <a:pt x="34" y="77"/>
                  </a:lnTo>
                  <a:lnTo>
                    <a:pt x="31" y="76"/>
                  </a:lnTo>
                  <a:lnTo>
                    <a:pt x="22" y="70"/>
                  </a:lnTo>
                  <a:lnTo>
                    <a:pt x="17" y="64"/>
                  </a:lnTo>
                  <a:lnTo>
                    <a:pt x="12" y="53"/>
                  </a:lnTo>
                  <a:lnTo>
                    <a:pt x="10" y="51"/>
                  </a:lnTo>
                  <a:lnTo>
                    <a:pt x="7" y="50"/>
                  </a:lnTo>
                  <a:lnTo>
                    <a:pt x="3" y="45"/>
                  </a:lnTo>
                  <a:lnTo>
                    <a:pt x="2" y="43"/>
                  </a:lnTo>
                  <a:lnTo>
                    <a:pt x="0" y="39"/>
                  </a:lnTo>
                  <a:lnTo>
                    <a:pt x="0" y="36"/>
                  </a:lnTo>
                  <a:lnTo>
                    <a:pt x="2" y="32"/>
                  </a:lnTo>
                  <a:lnTo>
                    <a:pt x="7" y="31"/>
                  </a:lnTo>
                  <a:lnTo>
                    <a:pt x="15" y="22"/>
                  </a:lnTo>
                  <a:lnTo>
                    <a:pt x="24" y="10"/>
                  </a:lnTo>
                  <a:lnTo>
                    <a:pt x="24" y="5"/>
                  </a:lnTo>
                  <a:lnTo>
                    <a:pt x="26" y="3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45" name="Freeform 104">
              <a:extLst>
                <a:ext uri="{FF2B5EF4-FFF2-40B4-BE49-F238E27FC236}">
                  <a16:creationId xmlns:a16="http://schemas.microsoft.com/office/drawing/2014/main" xmlns="" id="{E38D2CDE-7B5D-41E8-B839-E49C7CB88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1357" y="5804082"/>
              <a:ext cx="673100" cy="523875"/>
            </a:xfrm>
            <a:custGeom>
              <a:avLst/>
              <a:gdLst>
                <a:gd name="T0" fmla="*/ 230 w 849"/>
                <a:gd name="T1" fmla="*/ 12 h 659"/>
                <a:gd name="T2" fmla="*/ 252 w 849"/>
                <a:gd name="T3" fmla="*/ 41 h 659"/>
                <a:gd name="T4" fmla="*/ 292 w 849"/>
                <a:gd name="T5" fmla="*/ 65 h 659"/>
                <a:gd name="T6" fmla="*/ 323 w 849"/>
                <a:gd name="T7" fmla="*/ 58 h 659"/>
                <a:gd name="T8" fmla="*/ 351 w 849"/>
                <a:gd name="T9" fmla="*/ 67 h 659"/>
                <a:gd name="T10" fmla="*/ 403 w 849"/>
                <a:gd name="T11" fmla="*/ 86 h 659"/>
                <a:gd name="T12" fmla="*/ 427 w 849"/>
                <a:gd name="T13" fmla="*/ 58 h 659"/>
                <a:gd name="T14" fmla="*/ 468 w 849"/>
                <a:gd name="T15" fmla="*/ 36 h 659"/>
                <a:gd name="T16" fmla="*/ 503 w 849"/>
                <a:gd name="T17" fmla="*/ 27 h 659"/>
                <a:gd name="T18" fmla="*/ 512 w 849"/>
                <a:gd name="T19" fmla="*/ 74 h 659"/>
                <a:gd name="T20" fmla="*/ 569 w 849"/>
                <a:gd name="T21" fmla="*/ 71 h 659"/>
                <a:gd name="T22" fmla="*/ 593 w 849"/>
                <a:gd name="T23" fmla="*/ 53 h 659"/>
                <a:gd name="T24" fmla="*/ 617 w 849"/>
                <a:gd name="T25" fmla="*/ 71 h 659"/>
                <a:gd name="T26" fmla="*/ 678 w 849"/>
                <a:gd name="T27" fmla="*/ 60 h 659"/>
                <a:gd name="T28" fmla="*/ 712 w 849"/>
                <a:gd name="T29" fmla="*/ 43 h 659"/>
                <a:gd name="T30" fmla="*/ 759 w 849"/>
                <a:gd name="T31" fmla="*/ 58 h 659"/>
                <a:gd name="T32" fmla="*/ 826 w 849"/>
                <a:gd name="T33" fmla="*/ 60 h 659"/>
                <a:gd name="T34" fmla="*/ 816 w 849"/>
                <a:gd name="T35" fmla="*/ 105 h 659"/>
                <a:gd name="T36" fmla="*/ 821 w 849"/>
                <a:gd name="T37" fmla="*/ 133 h 659"/>
                <a:gd name="T38" fmla="*/ 825 w 849"/>
                <a:gd name="T39" fmla="*/ 186 h 659"/>
                <a:gd name="T40" fmla="*/ 814 w 849"/>
                <a:gd name="T41" fmla="*/ 230 h 659"/>
                <a:gd name="T42" fmla="*/ 835 w 849"/>
                <a:gd name="T43" fmla="*/ 261 h 659"/>
                <a:gd name="T44" fmla="*/ 842 w 849"/>
                <a:gd name="T45" fmla="*/ 290 h 659"/>
                <a:gd name="T46" fmla="*/ 802 w 849"/>
                <a:gd name="T47" fmla="*/ 320 h 659"/>
                <a:gd name="T48" fmla="*/ 778 w 849"/>
                <a:gd name="T49" fmla="*/ 372 h 659"/>
                <a:gd name="T50" fmla="*/ 749 w 849"/>
                <a:gd name="T51" fmla="*/ 346 h 659"/>
                <a:gd name="T52" fmla="*/ 735 w 849"/>
                <a:gd name="T53" fmla="*/ 273 h 659"/>
                <a:gd name="T54" fmla="*/ 678 w 849"/>
                <a:gd name="T55" fmla="*/ 287 h 659"/>
                <a:gd name="T56" fmla="*/ 648 w 849"/>
                <a:gd name="T57" fmla="*/ 261 h 659"/>
                <a:gd name="T58" fmla="*/ 612 w 849"/>
                <a:gd name="T59" fmla="*/ 244 h 659"/>
                <a:gd name="T60" fmla="*/ 584 w 849"/>
                <a:gd name="T61" fmla="*/ 230 h 659"/>
                <a:gd name="T62" fmla="*/ 581 w 849"/>
                <a:gd name="T63" fmla="*/ 264 h 659"/>
                <a:gd name="T64" fmla="*/ 555 w 849"/>
                <a:gd name="T65" fmla="*/ 292 h 659"/>
                <a:gd name="T66" fmla="*/ 527 w 849"/>
                <a:gd name="T67" fmla="*/ 318 h 659"/>
                <a:gd name="T68" fmla="*/ 529 w 849"/>
                <a:gd name="T69" fmla="*/ 359 h 659"/>
                <a:gd name="T70" fmla="*/ 498 w 849"/>
                <a:gd name="T71" fmla="*/ 403 h 659"/>
                <a:gd name="T72" fmla="*/ 458 w 849"/>
                <a:gd name="T73" fmla="*/ 398 h 659"/>
                <a:gd name="T74" fmla="*/ 422 w 849"/>
                <a:gd name="T75" fmla="*/ 429 h 659"/>
                <a:gd name="T76" fmla="*/ 392 w 849"/>
                <a:gd name="T77" fmla="*/ 458 h 659"/>
                <a:gd name="T78" fmla="*/ 365 w 849"/>
                <a:gd name="T79" fmla="*/ 479 h 659"/>
                <a:gd name="T80" fmla="*/ 330 w 849"/>
                <a:gd name="T81" fmla="*/ 501 h 659"/>
                <a:gd name="T82" fmla="*/ 285 w 849"/>
                <a:gd name="T83" fmla="*/ 491 h 659"/>
                <a:gd name="T84" fmla="*/ 275 w 849"/>
                <a:gd name="T85" fmla="*/ 532 h 659"/>
                <a:gd name="T86" fmla="*/ 219 w 849"/>
                <a:gd name="T87" fmla="*/ 538 h 659"/>
                <a:gd name="T88" fmla="*/ 199 w 849"/>
                <a:gd name="T89" fmla="*/ 564 h 659"/>
                <a:gd name="T90" fmla="*/ 161 w 849"/>
                <a:gd name="T91" fmla="*/ 577 h 659"/>
                <a:gd name="T92" fmla="*/ 159 w 849"/>
                <a:gd name="T93" fmla="*/ 638 h 659"/>
                <a:gd name="T94" fmla="*/ 123 w 849"/>
                <a:gd name="T95" fmla="*/ 650 h 659"/>
                <a:gd name="T96" fmla="*/ 59 w 849"/>
                <a:gd name="T97" fmla="*/ 645 h 659"/>
                <a:gd name="T98" fmla="*/ 38 w 849"/>
                <a:gd name="T99" fmla="*/ 567 h 659"/>
                <a:gd name="T100" fmla="*/ 36 w 849"/>
                <a:gd name="T101" fmla="*/ 505 h 659"/>
                <a:gd name="T102" fmla="*/ 21 w 849"/>
                <a:gd name="T103" fmla="*/ 392 h 659"/>
                <a:gd name="T104" fmla="*/ 12 w 849"/>
                <a:gd name="T105" fmla="*/ 308 h 659"/>
                <a:gd name="T106" fmla="*/ 0 w 849"/>
                <a:gd name="T107" fmla="*/ 250 h 659"/>
                <a:gd name="T108" fmla="*/ 19 w 849"/>
                <a:gd name="T109" fmla="*/ 159 h 659"/>
                <a:gd name="T110" fmla="*/ 85 w 849"/>
                <a:gd name="T111" fmla="*/ 173 h 659"/>
                <a:gd name="T112" fmla="*/ 98 w 849"/>
                <a:gd name="T113" fmla="*/ 150 h 659"/>
                <a:gd name="T114" fmla="*/ 123 w 849"/>
                <a:gd name="T115" fmla="*/ 138 h 659"/>
                <a:gd name="T116" fmla="*/ 119 w 849"/>
                <a:gd name="T117" fmla="*/ 121 h 659"/>
                <a:gd name="T118" fmla="*/ 152 w 849"/>
                <a:gd name="T119" fmla="*/ 88 h 659"/>
                <a:gd name="T120" fmla="*/ 176 w 849"/>
                <a:gd name="T121" fmla="*/ 53 h 659"/>
                <a:gd name="T122" fmla="*/ 161 w 849"/>
                <a:gd name="T123" fmla="*/ 34 h 659"/>
                <a:gd name="T124" fmla="*/ 157 w 849"/>
                <a:gd name="T125" fmla="*/ 5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659">
                  <a:moveTo>
                    <a:pt x="173" y="0"/>
                  </a:moveTo>
                  <a:lnTo>
                    <a:pt x="176" y="1"/>
                  </a:lnTo>
                  <a:lnTo>
                    <a:pt x="219" y="1"/>
                  </a:lnTo>
                  <a:lnTo>
                    <a:pt x="225" y="5"/>
                  </a:lnTo>
                  <a:lnTo>
                    <a:pt x="228" y="7"/>
                  </a:lnTo>
                  <a:lnTo>
                    <a:pt x="230" y="12"/>
                  </a:lnTo>
                  <a:lnTo>
                    <a:pt x="232" y="19"/>
                  </a:lnTo>
                  <a:lnTo>
                    <a:pt x="232" y="32"/>
                  </a:lnTo>
                  <a:lnTo>
                    <a:pt x="235" y="39"/>
                  </a:lnTo>
                  <a:lnTo>
                    <a:pt x="238" y="39"/>
                  </a:lnTo>
                  <a:lnTo>
                    <a:pt x="240" y="39"/>
                  </a:lnTo>
                  <a:lnTo>
                    <a:pt x="252" y="41"/>
                  </a:lnTo>
                  <a:lnTo>
                    <a:pt x="258" y="41"/>
                  </a:lnTo>
                  <a:lnTo>
                    <a:pt x="263" y="45"/>
                  </a:lnTo>
                  <a:lnTo>
                    <a:pt x="270" y="52"/>
                  </a:lnTo>
                  <a:lnTo>
                    <a:pt x="277" y="58"/>
                  </a:lnTo>
                  <a:lnTo>
                    <a:pt x="283" y="64"/>
                  </a:lnTo>
                  <a:lnTo>
                    <a:pt x="292" y="65"/>
                  </a:lnTo>
                  <a:lnTo>
                    <a:pt x="302" y="67"/>
                  </a:lnTo>
                  <a:lnTo>
                    <a:pt x="306" y="65"/>
                  </a:lnTo>
                  <a:lnTo>
                    <a:pt x="309" y="64"/>
                  </a:lnTo>
                  <a:lnTo>
                    <a:pt x="313" y="60"/>
                  </a:lnTo>
                  <a:lnTo>
                    <a:pt x="318" y="60"/>
                  </a:lnTo>
                  <a:lnTo>
                    <a:pt x="323" y="58"/>
                  </a:lnTo>
                  <a:lnTo>
                    <a:pt x="330" y="58"/>
                  </a:lnTo>
                  <a:lnTo>
                    <a:pt x="335" y="58"/>
                  </a:lnTo>
                  <a:lnTo>
                    <a:pt x="340" y="58"/>
                  </a:lnTo>
                  <a:lnTo>
                    <a:pt x="347" y="60"/>
                  </a:lnTo>
                  <a:lnTo>
                    <a:pt x="349" y="64"/>
                  </a:lnTo>
                  <a:lnTo>
                    <a:pt x="351" y="67"/>
                  </a:lnTo>
                  <a:lnTo>
                    <a:pt x="353" y="74"/>
                  </a:lnTo>
                  <a:lnTo>
                    <a:pt x="353" y="79"/>
                  </a:lnTo>
                  <a:lnTo>
                    <a:pt x="356" y="86"/>
                  </a:lnTo>
                  <a:lnTo>
                    <a:pt x="363" y="86"/>
                  </a:lnTo>
                  <a:lnTo>
                    <a:pt x="387" y="86"/>
                  </a:lnTo>
                  <a:lnTo>
                    <a:pt x="403" y="86"/>
                  </a:lnTo>
                  <a:lnTo>
                    <a:pt x="410" y="86"/>
                  </a:lnTo>
                  <a:lnTo>
                    <a:pt x="411" y="83"/>
                  </a:lnTo>
                  <a:lnTo>
                    <a:pt x="418" y="79"/>
                  </a:lnTo>
                  <a:lnTo>
                    <a:pt x="422" y="71"/>
                  </a:lnTo>
                  <a:lnTo>
                    <a:pt x="423" y="65"/>
                  </a:lnTo>
                  <a:lnTo>
                    <a:pt x="427" y="58"/>
                  </a:lnTo>
                  <a:lnTo>
                    <a:pt x="434" y="52"/>
                  </a:lnTo>
                  <a:lnTo>
                    <a:pt x="441" y="45"/>
                  </a:lnTo>
                  <a:lnTo>
                    <a:pt x="444" y="41"/>
                  </a:lnTo>
                  <a:lnTo>
                    <a:pt x="451" y="39"/>
                  </a:lnTo>
                  <a:lnTo>
                    <a:pt x="462" y="39"/>
                  </a:lnTo>
                  <a:lnTo>
                    <a:pt x="468" y="36"/>
                  </a:lnTo>
                  <a:lnTo>
                    <a:pt x="484" y="27"/>
                  </a:lnTo>
                  <a:lnTo>
                    <a:pt x="487" y="27"/>
                  </a:lnTo>
                  <a:lnTo>
                    <a:pt x="491" y="24"/>
                  </a:lnTo>
                  <a:lnTo>
                    <a:pt x="494" y="24"/>
                  </a:lnTo>
                  <a:lnTo>
                    <a:pt x="496" y="24"/>
                  </a:lnTo>
                  <a:lnTo>
                    <a:pt x="503" y="27"/>
                  </a:lnTo>
                  <a:lnTo>
                    <a:pt x="503" y="31"/>
                  </a:lnTo>
                  <a:lnTo>
                    <a:pt x="506" y="39"/>
                  </a:lnTo>
                  <a:lnTo>
                    <a:pt x="508" y="46"/>
                  </a:lnTo>
                  <a:lnTo>
                    <a:pt x="508" y="71"/>
                  </a:lnTo>
                  <a:lnTo>
                    <a:pt x="510" y="71"/>
                  </a:lnTo>
                  <a:lnTo>
                    <a:pt x="512" y="74"/>
                  </a:lnTo>
                  <a:lnTo>
                    <a:pt x="522" y="74"/>
                  </a:lnTo>
                  <a:lnTo>
                    <a:pt x="538" y="74"/>
                  </a:lnTo>
                  <a:lnTo>
                    <a:pt x="555" y="77"/>
                  </a:lnTo>
                  <a:lnTo>
                    <a:pt x="565" y="74"/>
                  </a:lnTo>
                  <a:lnTo>
                    <a:pt x="569" y="71"/>
                  </a:lnTo>
                  <a:lnTo>
                    <a:pt x="569" y="71"/>
                  </a:lnTo>
                  <a:lnTo>
                    <a:pt x="570" y="67"/>
                  </a:lnTo>
                  <a:lnTo>
                    <a:pt x="572" y="65"/>
                  </a:lnTo>
                  <a:lnTo>
                    <a:pt x="577" y="60"/>
                  </a:lnTo>
                  <a:lnTo>
                    <a:pt x="581" y="58"/>
                  </a:lnTo>
                  <a:lnTo>
                    <a:pt x="584" y="53"/>
                  </a:lnTo>
                  <a:lnTo>
                    <a:pt x="593" y="53"/>
                  </a:lnTo>
                  <a:lnTo>
                    <a:pt x="598" y="57"/>
                  </a:lnTo>
                  <a:lnTo>
                    <a:pt x="603" y="58"/>
                  </a:lnTo>
                  <a:lnTo>
                    <a:pt x="608" y="58"/>
                  </a:lnTo>
                  <a:lnTo>
                    <a:pt x="610" y="64"/>
                  </a:lnTo>
                  <a:lnTo>
                    <a:pt x="615" y="67"/>
                  </a:lnTo>
                  <a:lnTo>
                    <a:pt x="617" y="71"/>
                  </a:lnTo>
                  <a:lnTo>
                    <a:pt x="622" y="71"/>
                  </a:lnTo>
                  <a:lnTo>
                    <a:pt x="652" y="71"/>
                  </a:lnTo>
                  <a:lnTo>
                    <a:pt x="664" y="71"/>
                  </a:lnTo>
                  <a:lnTo>
                    <a:pt x="669" y="71"/>
                  </a:lnTo>
                  <a:lnTo>
                    <a:pt x="674" y="67"/>
                  </a:lnTo>
                  <a:lnTo>
                    <a:pt x="678" y="60"/>
                  </a:lnTo>
                  <a:lnTo>
                    <a:pt x="683" y="58"/>
                  </a:lnTo>
                  <a:lnTo>
                    <a:pt x="685" y="58"/>
                  </a:lnTo>
                  <a:lnTo>
                    <a:pt x="686" y="57"/>
                  </a:lnTo>
                  <a:lnTo>
                    <a:pt x="693" y="48"/>
                  </a:lnTo>
                  <a:lnTo>
                    <a:pt x="702" y="45"/>
                  </a:lnTo>
                  <a:lnTo>
                    <a:pt x="712" y="43"/>
                  </a:lnTo>
                  <a:lnTo>
                    <a:pt x="723" y="43"/>
                  </a:lnTo>
                  <a:lnTo>
                    <a:pt x="733" y="46"/>
                  </a:lnTo>
                  <a:lnTo>
                    <a:pt x="738" y="52"/>
                  </a:lnTo>
                  <a:lnTo>
                    <a:pt x="742" y="57"/>
                  </a:lnTo>
                  <a:lnTo>
                    <a:pt x="745" y="57"/>
                  </a:lnTo>
                  <a:lnTo>
                    <a:pt x="759" y="58"/>
                  </a:lnTo>
                  <a:lnTo>
                    <a:pt x="781" y="58"/>
                  </a:lnTo>
                  <a:lnTo>
                    <a:pt x="802" y="57"/>
                  </a:lnTo>
                  <a:lnTo>
                    <a:pt x="811" y="57"/>
                  </a:lnTo>
                  <a:lnTo>
                    <a:pt x="818" y="58"/>
                  </a:lnTo>
                  <a:lnTo>
                    <a:pt x="825" y="58"/>
                  </a:lnTo>
                  <a:lnTo>
                    <a:pt x="826" y="60"/>
                  </a:lnTo>
                  <a:lnTo>
                    <a:pt x="826" y="65"/>
                  </a:lnTo>
                  <a:lnTo>
                    <a:pt x="825" y="77"/>
                  </a:lnTo>
                  <a:lnTo>
                    <a:pt x="825" y="91"/>
                  </a:lnTo>
                  <a:lnTo>
                    <a:pt x="825" y="96"/>
                  </a:lnTo>
                  <a:lnTo>
                    <a:pt x="818" y="98"/>
                  </a:lnTo>
                  <a:lnTo>
                    <a:pt x="816" y="105"/>
                  </a:lnTo>
                  <a:lnTo>
                    <a:pt x="814" y="112"/>
                  </a:lnTo>
                  <a:lnTo>
                    <a:pt x="811" y="117"/>
                  </a:lnTo>
                  <a:lnTo>
                    <a:pt x="814" y="121"/>
                  </a:lnTo>
                  <a:lnTo>
                    <a:pt x="816" y="124"/>
                  </a:lnTo>
                  <a:lnTo>
                    <a:pt x="821" y="128"/>
                  </a:lnTo>
                  <a:lnTo>
                    <a:pt x="821" y="133"/>
                  </a:lnTo>
                  <a:lnTo>
                    <a:pt x="825" y="140"/>
                  </a:lnTo>
                  <a:lnTo>
                    <a:pt x="826" y="157"/>
                  </a:lnTo>
                  <a:lnTo>
                    <a:pt x="828" y="164"/>
                  </a:lnTo>
                  <a:lnTo>
                    <a:pt x="828" y="173"/>
                  </a:lnTo>
                  <a:lnTo>
                    <a:pt x="826" y="180"/>
                  </a:lnTo>
                  <a:lnTo>
                    <a:pt x="825" y="186"/>
                  </a:lnTo>
                  <a:lnTo>
                    <a:pt x="818" y="199"/>
                  </a:lnTo>
                  <a:lnTo>
                    <a:pt x="811" y="211"/>
                  </a:lnTo>
                  <a:lnTo>
                    <a:pt x="809" y="214"/>
                  </a:lnTo>
                  <a:lnTo>
                    <a:pt x="809" y="219"/>
                  </a:lnTo>
                  <a:lnTo>
                    <a:pt x="811" y="223"/>
                  </a:lnTo>
                  <a:lnTo>
                    <a:pt x="814" y="230"/>
                  </a:lnTo>
                  <a:lnTo>
                    <a:pt x="816" y="244"/>
                  </a:lnTo>
                  <a:lnTo>
                    <a:pt x="818" y="254"/>
                  </a:lnTo>
                  <a:lnTo>
                    <a:pt x="821" y="257"/>
                  </a:lnTo>
                  <a:lnTo>
                    <a:pt x="825" y="257"/>
                  </a:lnTo>
                  <a:lnTo>
                    <a:pt x="830" y="257"/>
                  </a:lnTo>
                  <a:lnTo>
                    <a:pt x="835" y="261"/>
                  </a:lnTo>
                  <a:lnTo>
                    <a:pt x="838" y="264"/>
                  </a:lnTo>
                  <a:lnTo>
                    <a:pt x="847" y="269"/>
                  </a:lnTo>
                  <a:lnTo>
                    <a:pt x="849" y="273"/>
                  </a:lnTo>
                  <a:lnTo>
                    <a:pt x="849" y="278"/>
                  </a:lnTo>
                  <a:lnTo>
                    <a:pt x="847" y="287"/>
                  </a:lnTo>
                  <a:lnTo>
                    <a:pt x="842" y="290"/>
                  </a:lnTo>
                  <a:lnTo>
                    <a:pt x="828" y="292"/>
                  </a:lnTo>
                  <a:lnTo>
                    <a:pt x="816" y="299"/>
                  </a:lnTo>
                  <a:lnTo>
                    <a:pt x="809" y="302"/>
                  </a:lnTo>
                  <a:lnTo>
                    <a:pt x="806" y="304"/>
                  </a:lnTo>
                  <a:lnTo>
                    <a:pt x="802" y="311"/>
                  </a:lnTo>
                  <a:lnTo>
                    <a:pt x="802" y="320"/>
                  </a:lnTo>
                  <a:lnTo>
                    <a:pt x="802" y="334"/>
                  </a:lnTo>
                  <a:lnTo>
                    <a:pt x="795" y="358"/>
                  </a:lnTo>
                  <a:lnTo>
                    <a:pt x="793" y="366"/>
                  </a:lnTo>
                  <a:lnTo>
                    <a:pt x="793" y="370"/>
                  </a:lnTo>
                  <a:lnTo>
                    <a:pt x="790" y="372"/>
                  </a:lnTo>
                  <a:lnTo>
                    <a:pt x="778" y="372"/>
                  </a:lnTo>
                  <a:lnTo>
                    <a:pt x="771" y="370"/>
                  </a:lnTo>
                  <a:lnTo>
                    <a:pt x="768" y="366"/>
                  </a:lnTo>
                  <a:lnTo>
                    <a:pt x="762" y="363"/>
                  </a:lnTo>
                  <a:lnTo>
                    <a:pt x="750" y="349"/>
                  </a:lnTo>
                  <a:lnTo>
                    <a:pt x="749" y="346"/>
                  </a:lnTo>
                  <a:lnTo>
                    <a:pt x="749" y="346"/>
                  </a:lnTo>
                  <a:lnTo>
                    <a:pt x="747" y="325"/>
                  </a:lnTo>
                  <a:lnTo>
                    <a:pt x="745" y="311"/>
                  </a:lnTo>
                  <a:lnTo>
                    <a:pt x="745" y="308"/>
                  </a:lnTo>
                  <a:lnTo>
                    <a:pt x="743" y="285"/>
                  </a:lnTo>
                  <a:lnTo>
                    <a:pt x="740" y="276"/>
                  </a:lnTo>
                  <a:lnTo>
                    <a:pt x="735" y="273"/>
                  </a:lnTo>
                  <a:lnTo>
                    <a:pt x="716" y="273"/>
                  </a:lnTo>
                  <a:lnTo>
                    <a:pt x="698" y="276"/>
                  </a:lnTo>
                  <a:lnTo>
                    <a:pt x="697" y="276"/>
                  </a:lnTo>
                  <a:lnTo>
                    <a:pt x="693" y="278"/>
                  </a:lnTo>
                  <a:lnTo>
                    <a:pt x="685" y="285"/>
                  </a:lnTo>
                  <a:lnTo>
                    <a:pt x="678" y="287"/>
                  </a:lnTo>
                  <a:lnTo>
                    <a:pt x="676" y="285"/>
                  </a:lnTo>
                  <a:lnTo>
                    <a:pt x="671" y="280"/>
                  </a:lnTo>
                  <a:lnTo>
                    <a:pt x="669" y="273"/>
                  </a:lnTo>
                  <a:lnTo>
                    <a:pt x="662" y="264"/>
                  </a:lnTo>
                  <a:lnTo>
                    <a:pt x="653" y="263"/>
                  </a:lnTo>
                  <a:lnTo>
                    <a:pt x="648" y="261"/>
                  </a:lnTo>
                  <a:lnTo>
                    <a:pt x="645" y="257"/>
                  </a:lnTo>
                  <a:lnTo>
                    <a:pt x="634" y="254"/>
                  </a:lnTo>
                  <a:lnTo>
                    <a:pt x="624" y="252"/>
                  </a:lnTo>
                  <a:lnTo>
                    <a:pt x="622" y="250"/>
                  </a:lnTo>
                  <a:lnTo>
                    <a:pt x="615" y="245"/>
                  </a:lnTo>
                  <a:lnTo>
                    <a:pt x="612" y="244"/>
                  </a:lnTo>
                  <a:lnTo>
                    <a:pt x="610" y="238"/>
                  </a:lnTo>
                  <a:lnTo>
                    <a:pt x="608" y="233"/>
                  </a:lnTo>
                  <a:lnTo>
                    <a:pt x="605" y="230"/>
                  </a:lnTo>
                  <a:lnTo>
                    <a:pt x="600" y="230"/>
                  </a:lnTo>
                  <a:lnTo>
                    <a:pt x="589" y="230"/>
                  </a:lnTo>
                  <a:lnTo>
                    <a:pt x="584" y="230"/>
                  </a:lnTo>
                  <a:lnTo>
                    <a:pt x="583" y="231"/>
                  </a:lnTo>
                  <a:lnTo>
                    <a:pt x="581" y="237"/>
                  </a:lnTo>
                  <a:lnTo>
                    <a:pt x="579" y="238"/>
                  </a:lnTo>
                  <a:lnTo>
                    <a:pt x="579" y="245"/>
                  </a:lnTo>
                  <a:lnTo>
                    <a:pt x="581" y="254"/>
                  </a:lnTo>
                  <a:lnTo>
                    <a:pt x="581" y="264"/>
                  </a:lnTo>
                  <a:lnTo>
                    <a:pt x="579" y="269"/>
                  </a:lnTo>
                  <a:lnTo>
                    <a:pt x="576" y="276"/>
                  </a:lnTo>
                  <a:lnTo>
                    <a:pt x="569" y="285"/>
                  </a:lnTo>
                  <a:lnTo>
                    <a:pt x="562" y="287"/>
                  </a:lnTo>
                  <a:lnTo>
                    <a:pt x="558" y="290"/>
                  </a:lnTo>
                  <a:lnTo>
                    <a:pt x="555" y="292"/>
                  </a:lnTo>
                  <a:lnTo>
                    <a:pt x="551" y="292"/>
                  </a:lnTo>
                  <a:lnTo>
                    <a:pt x="543" y="294"/>
                  </a:lnTo>
                  <a:lnTo>
                    <a:pt x="538" y="299"/>
                  </a:lnTo>
                  <a:lnTo>
                    <a:pt x="534" y="304"/>
                  </a:lnTo>
                  <a:lnTo>
                    <a:pt x="529" y="311"/>
                  </a:lnTo>
                  <a:lnTo>
                    <a:pt x="527" y="318"/>
                  </a:lnTo>
                  <a:lnTo>
                    <a:pt x="525" y="323"/>
                  </a:lnTo>
                  <a:lnTo>
                    <a:pt x="525" y="339"/>
                  </a:lnTo>
                  <a:lnTo>
                    <a:pt x="529" y="346"/>
                  </a:lnTo>
                  <a:lnTo>
                    <a:pt x="531" y="351"/>
                  </a:lnTo>
                  <a:lnTo>
                    <a:pt x="531" y="358"/>
                  </a:lnTo>
                  <a:lnTo>
                    <a:pt x="529" y="359"/>
                  </a:lnTo>
                  <a:lnTo>
                    <a:pt x="525" y="366"/>
                  </a:lnTo>
                  <a:lnTo>
                    <a:pt x="520" y="372"/>
                  </a:lnTo>
                  <a:lnTo>
                    <a:pt x="515" y="377"/>
                  </a:lnTo>
                  <a:lnTo>
                    <a:pt x="508" y="389"/>
                  </a:lnTo>
                  <a:lnTo>
                    <a:pt x="503" y="398"/>
                  </a:lnTo>
                  <a:lnTo>
                    <a:pt x="498" y="403"/>
                  </a:lnTo>
                  <a:lnTo>
                    <a:pt x="494" y="404"/>
                  </a:lnTo>
                  <a:lnTo>
                    <a:pt x="482" y="404"/>
                  </a:lnTo>
                  <a:lnTo>
                    <a:pt x="477" y="404"/>
                  </a:lnTo>
                  <a:lnTo>
                    <a:pt x="472" y="401"/>
                  </a:lnTo>
                  <a:lnTo>
                    <a:pt x="465" y="398"/>
                  </a:lnTo>
                  <a:lnTo>
                    <a:pt x="458" y="398"/>
                  </a:lnTo>
                  <a:lnTo>
                    <a:pt x="449" y="398"/>
                  </a:lnTo>
                  <a:lnTo>
                    <a:pt x="442" y="404"/>
                  </a:lnTo>
                  <a:lnTo>
                    <a:pt x="437" y="410"/>
                  </a:lnTo>
                  <a:lnTo>
                    <a:pt x="430" y="417"/>
                  </a:lnTo>
                  <a:lnTo>
                    <a:pt x="427" y="418"/>
                  </a:lnTo>
                  <a:lnTo>
                    <a:pt x="422" y="429"/>
                  </a:lnTo>
                  <a:lnTo>
                    <a:pt x="420" y="439"/>
                  </a:lnTo>
                  <a:lnTo>
                    <a:pt x="418" y="442"/>
                  </a:lnTo>
                  <a:lnTo>
                    <a:pt x="417" y="444"/>
                  </a:lnTo>
                  <a:lnTo>
                    <a:pt x="410" y="451"/>
                  </a:lnTo>
                  <a:lnTo>
                    <a:pt x="396" y="456"/>
                  </a:lnTo>
                  <a:lnTo>
                    <a:pt x="392" y="458"/>
                  </a:lnTo>
                  <a:lnTo>
                    <a:pt x="385" y="458"/>
                  </a:lnTo>
                  <a:lnTo>
                    <a:pt x="380" y="460"/>
                  </a:lnTo>
                  <a:lnTo>
                    <a:pt x="373" y="465"/>
                  </a:lnTo>
                  <a:lnTo>
                    <a:pt x="368" y="472"/>
                  </a:lnTo>
                  <a:lnTo>
                    <a:pt x="366" y="475"/>
                  </a:lnTo>
                  <a:lnTo>
                    <a:pt x="365" y="479"/>
                  </a:lnTo>
                  <a:lnTo>
                    <a:pt x="363" y="482"/>
                  </a:lnTo>
                  <a:lnTo>
                    <a:pt x="360" y="482"/>
                  </a:lnTo>
                  <a:lnTo>
                    <a:pt x="344" y="496"/>
                  </a:lnTo>
                  <a:lnTo>
                    <a:pt x="340" y="498"/>
                  </a:lnTo>
                  <a:lnTo>
                    <a:pt x="335" y="501"/>
                  </a:lnTo>
                  <a:lnTo>
                    <a:pt x="330" y="501"/>
                  </a:lnTo>
                  <a:lnTo>
                    <a:pt x="325" y="498"/>
                  </a:lnTo>
                  <a:lnTo>
                    <a:pt x="318" y="496"/>
                  </a:lnTo>
                  <a:lnTo>
                    <a:pt x="316" y="493"/>
                  </a:lnTo>
                  <a:lnTo>
                    <a:pt x="311" y="489"/>
                  </a:lnTo>
                  <a:lnTo>
                    <a:pt x="294" y="489"/>
                  </a:lnTo>
                  <a:lnTo>
                    <a:pt x="285" y="491"/>
                  </a:lnTo>
                  <a:lnTo>
                    <a:pt x="278" y="496"/>
                  </a:lnTo>
                  <a:lnTo>
                    <a:pt x="271" y="503"/>
                  </a:lnTo>
                  <a:lnTo>
                    <a:pt x="271" y="513"/>
                  </a:lnTo>
                  <a:lnTo>
                    <a:pt x="271" y="520"/>
                  </a:lnTo>
                  <a:lnTo>
                    <a:pt x="275" y="529"/>
                  </a:lnTo>
                  <a:lnTo>
                    <a:pt x="275" y="532"/>
                  </a:lnTo>
                  <a:lnTo>
                    <a:pt x="271" y="536"/>
                  </a:lnTo>
                  <a:lnTo>
                    <a:pt x="270" y="538"/>
                  </a:lnTo>
                  <a:lnTo>
                    <a:pt x="258" y="539"/>
                  </a:lnTo>
                  <a:lnTo>
                    <a:pt x="245" y="541"/>
                  </a:lnTo>
                  <a:lnTo>
                    <a:pt x="232" y="539"/>
                  </a:lnTo>
                  <a:lnTo>
                    <a:pt x="219" y="538"/>
                  </a:lnTo>
                  <a:lnTo>
                    <a:pt x="213" y="538"/>
                  </a:lnTo>
                  <a:lnTo>
                    <a:pt x="209" y="539"/>
                  </a:lnTo>
                  <a:lnTo>
                    <a:pt x="206" y="541"/>
                  </a:lnTo>
                  <a:lnTo>
                    <a:pt x="204" y="545"/>
                  </a:lnTo>
                  <a:lnTo>
                    <a:pt x="202" y="555"/>
                  </a:lnTo>
                  <a:lnTo>
                    <a:pt x="199" y="564"/>
                  </a:lnTo>
                  <a:lnTo>
                    <a:pt x="195" y="567"/>
                  </a:lnTo>
                  <a:lnTo>
                    <a:pt x="192" y="569"/>
                  </a:lnTo>
                  <a:lnTo>
                    <a:pt x="185" y="569"/>
                  </a:lnTo>
                  <a:lnTo>
                    <a:pt x="164" y="571"/>
                  </a:lnTo>
                  <a:lnTo>
                    <a:pt x="162" y="572"/>
                  </a:lnTo>
                  <a:lnTo>
                    <a:pt x="161" y="577"/>
                  </a:lnTo>
                  <a:lnTo>
                    <a:pt x="159" y="584"/>
                  </a:lnTo>
                  <a:lnTo>
                    <a:pt x="159" y="602"/>
                  </a:lnTo>
                  <a:lnTo>
                    <a:pt x="161" y="612"/>
                  </a:lnTo>
                  <a:lnTo>
                    <a:pt x="164" y="629"/>
                  </a:lnTo>
                  <a:lnTo>
                    <a:pt x="162" y="633"/>
                  </a:lnTo>
                  <a:lnTo>
                    <a:pt x="159" y="638"/>
                  </a:lnTo>
                  <a:lnTo>
                    <a:pt x="155" y="638"/>
                  </a:lnTo>
                  <a:lnTo>
                    <a:pt x="143" y="650"/>
                  </a:lnTo>
                  <a:lnTo>
                    <a:pt x="130" y="659"/>
                  </a:lnTo>
                  <a:lnTo>
                    <a:pt x="126" y="655"/>
                  </a:lnTo>
                  <a:lnTo>
                    <a:pt x="126" y="655"/>
                  </a:lnTo>
                  <a:lnTo>
                    <a:pt x="123" y="650"/>
                  </a:lnTo>
                  <a:lnTo>
                    <a:pt x="119" y="645"/>
                  </a:lnTo>
                  <a:lnTo>
                    <a:pt x="114" y="641"/>
                  </a:lnTo>
                  <a:lnTo>
                    <a:pt x="107" y="638"/>
                  </a:lnTo>
                  <a:lnTo>
                    <a:pt x="100" y="638"/>
                  </a:lnTo>
                  <a:lnTo>
                    <a:pt x="83" y="638"/>
                  </a:lnTo>
                  <a:lnTo>
                    <a:pt x="59" y="645"/>
                  </a:lnTo>
                  <a:lnTo>
                    <a:pt x="45" y="631"/>
                  </a:lnTo>
                  <a:lnTo>
                    <a:pt x="43" y="624"/>
                  </a:lnTo>
                  <a:lnTo>
                    <a:pt x="43" y="603"/>
                  </a:lnTo>
                  <a:lnTo>
                    <a:pt x="38" y="583"/>
                  </a:lnTo>
                  <a:lnTo>
                    <a:pt x="38" y="574"/>
                  </a:lnTo>
                  <a:lnTo>
                    <a:pt x="38" y="567"/>
                  </a:lnTo>
                  <a:lnTo>
                    <a:pt x="36" y="560"/>
                  </a:lnTo>
                  <a:lnTo>
                    <a:pt x="34" y="551"/>
                  </a:lnTo>
                  <a:lnTo>
                    <a:pt x="33" y="543"/>
                  </a:lnTo>
                  <a:lnTo>
                    <a:pt x="31" y="524"/>
                  </a:lnTo>
                  <a:lnTo>
                    <a:pt x="33" y="520"/>
                  </a:lnTo>
                  <a:lnTo>
                    <a:pt x="36" y="505"/>
                  </a:lnTo>
                  <a:lnTo>
                    <a:pt x="36" y="489"/>
                  </a:lnTo>
                  <a:lnTo>
                    <a:pt x="34" y="482"/>
                  </a:lnTo>
                  <a:lnTo>
                    <a:pt x="26" y="465"/>
                  </a:lnTo>
                  <a:lnTo>
                    <a:pt x="24" y="460"/>
                  </a:lnTo>
                  <a:lnTo>
                    <a:pt x="21" y="455"/>
                  </a:lnTo>
                  <a:lnTo>
                    <a:pt x="21" y="392"/>
                  </a:lnTo>
                  <a:lnTo>
                    <a:pt x="19" y="373"/>
                  </a:lnTo>
                  <a:lnTo>
                    <a:pt x="17" y="366"/>
                  </a:lnTo>
                  <a:lnTo>
                    <a:pt x="14" y="358"/>
                  </a:lnTo>
                  <a:lnTo>
                    <a:pt x="12" y="342"/>
                  </a:lnTo>
                  <a:lnTo>
                    <a:pt x="10" y="323"/>
                  </a:lnTo>
                  <a:lnTo>
                    <a:pt x="12" y="308"/>
                  </a:lnTo>
                  <a:lnTo>
                    <a:pt x="12" y="299"/>
                  </a:lnTo>
                  <a:lnTo>
                    <a:pt x="10" y="290"/>
                  </a:lnTo>
                  <a:lnTo>
                    <a:pt x="7" y="283"/>
                  </a:lnTo>
                  <a:lnTo>
                    <a:pt x="0" y="276"/>
                  </a:lnTo>
                  <a:lnTo>
                    <a:pt x="0" y="273"/>
                  </a:lnTo>
                  <a:lnTo>
                    <a:pt x="0" y="250"/>
                  </a:lnTo>
                  <a:lnTo>
                    <a:pt x="0" y="230"/>
                  </a:lnTo>
                  <a:lnTo>
                    <a:pt x="3" y="211"/>
                  </a:lnTo>
                  <a:lnTo>
                    <a:pt x="5" y="205"/>
                  </a:lnTo>
                  <a:lnTo>
                    <a:pt x="10" y="185"/>
                  </a:lnTo>
                  <a:lnTo>
                    <a:pt x="17" y="160"/>
                  </a:lnTo>
                  <a:lnTo>
                    <a:pt x="19" y="159"/>
                  </a:lnTo>
                  <a:lnTo>
                    <a:pt x="19" y="160"/>
                  </a:lnTo>
                  <a:lnTo>
                    <a:pt x="26" y="167"/>
                  </a:lnTo>
                  <a:lnTo>
                    <a:pt x="52" y="167"/>
                  </a:lnTo>
                  <a:lnTo>
                    <a:pt x="64" y="171"/>
                  </a:lnTo>
                  <a:lnTo>
                    <a:pt x="73" y="173"/>
                  </a:lnTo>
                  <a:lnTo>
                    <a:pt x="85" y="173"/>
                  </a:lnTo>
                  <a:lnTo>
                    <a:pt x="92" y="171"/>
                  </a:lnTo>
                  <a:lnTo>
                    <a:pt x="92" y="167"/>
                  </a:lnTo>
                  <a:lnTo>
                    <a:pt x="92" y="159"/>
                  </a:lnTo>
                  <a:lnTo>
                    <a:pt x="93" y="159"/>
                  </a:lnTo>
                  <a:lnTo>
                    <a:pt x="97" y="154"/>
                  </a:lnTo>
                  <a:lnTo>
                    <a:pt x="98" y="150"/>
                  </a:lnTo>
                  <a:lnTo>
                    <a:pt x="100" y="145"/>
                  </a:lnTo>
                  <a:lnTo>
                    <a:pt x="107" y="145"/>
                  </a:lnTo>
                  <a:lnTo>
                    <a:pt x="114" y="145"/>
                  </a:lnTo>
                  <a:lnTo>
                    <a:pt x="116" y="143"/>
                  </a:lnTo>
                  <a:lnTo>
                    <a:pt x="119" y="140"/>
                  </a:lnTo>
                  <a:lnTo>
                    <a:pt x="123" y="138"/>
                  </a:lnTo>
                  <a:lnTo>
                    <a:pt x="123" y="136"/>
                  </a:lnTo>
                  <a:lnTo>
                    <a:pt x="124" y="136"/>
                  </a:lnTo>
                  <a:lnTo>
                    <a:pt x="124" y="128"/>
                  </a:lnTo>
                  <a:lnTo>
                    <a:pt x="123" y="124"/>
                  </a:lnTo>
                  <a:lnTo>
                    <a:pt x="119" y="124"/>
                  </a:lnTo>
                  <a:lnTo>
                    <a:pt x="119" y="121"/>
                  </a:lnTo>
                  <a:lnTo>
                    <a:pt x="119" y="114"/>
                  </a:lnTo>
                  <a:lnTo>
                    <a:pt x="119" y="110"/>
                  </a:lnTo>
                  <a:lnTo>
                    <a:pt x="123" y="105"/>
                  </a:lnTo>
                  <a:lnTo>
                    <a:pt x="126" y="105"/>
                  </a:lnTo>
                  <a:lnTo>
                    <a:pt x="145" y="93"/>
                  </a:lnTo>
                  <a:lnTo>
                    <a:pt x="152" y="88"/>
                  </a:lnTo>
                  <a:lnTo>
                    <a:pt x="155" y="86"/>
                  </a:lnTo>
                  <a:lnTo>
                    <a:pt x="159" y="86"/>
                  </a:lnTo>
                  <a:lnTo>
                    <a:pt x="171" y="74"/>
                  </a:lnTo>
                  <a:lnTo>
                    <a:pt x="171" y="60"/>
                  </a:lnTo>
                  <a:lnTo>
                    <a:pt x="173" y="58"/>
                  </a:lnTo>
                  <a:lnTo>
                    <a:pt x="176" y="53"/>
                  </a:lnTo>
                  <a:lnTo>
                    <a:pt x="178" y="52"/>
                  </a:lnTo>
                  <a:lnTo>
                    <a:pt x="178" y="52"/>
                  </a:lnTo>
                  <a:lnTo>
                    <a:pt x="178" y="45"/>
                  </a:lnTo>
                  <a:lnTo>
                    <a:pt x="173" y="41"/>
                  </a:lnTo>
                  <a:lnTo>
                    <a:pt x="166" y="36"/>
                  </a:lnTo>
                  <a:lnTo>
                    <a:pt x="161" y="34"/>
                  </a:lnTo>
                  <a:lnTo>
                    <a:pt x="154" y="32"/>
                  </a:lnTo>
                  <a:lnTo>
                    <a:pt x="152" y="32"/>
                  </a:lnTo>
                  <a:lnTo>
                    <a:pt x="152" y="32"/>
                  </a:lnTo>
                  <a:lnTo>
                    <a:pt x="150" y="17"/>
                  </a:lnTo>
                  <a:lnTo>
                    <a:pt x="154" y="5"/>
                  </a:lnTo>
                  <a:lnTo>
                    <a:pt x="157" y="5"/>
                  </a:lnTo>
                  <a:lnTo>
                    <a:pt x="162" y="1"/>
                  </a:lnTo>
                  <a:lnTo>
                    <a:pt x="166" y="1"/>
                  </a:lnTo>
                  <a:lnTo>
                    <a:pt x="173" y="0"/>
                  </a:lnTo>
                  <a:lnTo>
                    <a:pt x="173" y="0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46" name="Freeform 105">
              <a:extLst>
                <a:ext uri="{FF2B5EF4-FFF2-40B4-BE49-F238E27FC236}">
                  <a16:creationId xmlns:a16="http://schemas.microsoft.com/office/drawing/2014/main" xmlns="" id="{CFE99152-0F35-4ECE-8DF3-BB704ED1A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21803" y="6127028"/>
              <a:ext cx="347663" cy="574675"/>
            </a:xfrm>
            <a:custGeom>
              <a:avLst/>
              <a:gdLst>
                <a:gd name="T0" fmla="*/ 357 w 438"/>
                <a:gd name="T1" fmla="*/ 6 h 723"/>
                <a:gd name="T2" fmla="*/ 372 w 438"/>
                <a:gd name="T3" fmla="*/ 34 h 723"/>
                <a:gd name="T4" fmla="*/ 365 w 438"/>
                <a:gd name="T5" fmla="*/ 44 h 723"/>
                <a:gd name="T6" fmla="*/ 372 w 438"/>
                <a:gd name="T7" fmla="*/ 72 h 723"/>
                <a:gd name="T8" fmla="*/ 374 w 438"/>
                <a:gd name="T9" fmla="*/ 98 h 723"/>
                <a:gd name="T10" fmla="*/ 353 w 438"/>
                <a:gd name="T11" fmla="*/ 126 h 723"/>
                <a:gd name="T12" fmla="*/ 365 w 438"/>
                <a:gd name="T13" fmla="*/ 157 h 723"/>
                <a:gd name="T14" fmla="*/ 343 w 438"/>
                <a:gd name="T15" fmla="*/ 190 h 723"/>
                <a:gd name="T16" fmla="*/ 332 w 438"/>
                <a:gd name="T17" fmla="*/ 216 h 723"/>
                <a:gd name="T18" fmla="*/ 363 w 438"/>
                <a:gd name="T19" fmla="*/ 231 h 723"/>
                <a:gd name="T20" fmla="*/ 350 w 438"/>
                <a:gd name="T21" fmla="*/ 259 h 723"/>
                <a:gd name="T22" fmla="*/ 301 w 438"/>
                <a:gd name="T23" fmla="*/ 266 h 723"/>
                <a:gd name="T24" fmla="*/ 305 w 438"/>
                <a:gd name="T25" fmla="*/ 294 h 723"/>
                <a:gd name="T26" fmla="*/ 308 w 438"/>
                <a:gd name="T27" fmla="*/ 326 h 723"/>
                <a:gd name="T28" fmla="*/ 279 w 438"/>
                <a:gd name="T29" fmla="*/ 339 h 723"/>
                <a:gd name="T30" fmla="*/ 255 w 438"/>
                <a:gd name="T31" fmla="*/ 313 h 723"/>
                <a:gd name="T32" fmla="*/ 244 w 438"/>
                <a:gd name="T33" fmla="*/ 344 h 723"/>
                <a:gd name="T34" fmla="*/ 253 w 438"/>
                <a:gd name="T35" fmla="*/ 390 h 723"/>
                <a:gd name="T36" fmla="*/ 244 w 438"/>
                <a:gd name="T37" fmla="*/ 411 h 723"/>
                <a:gd name="T38" fmla="*/ 248 w 438"/>
                <a:gd name="T39" fmla="*/ 434 h 723"/>
                <a:gd name="T40" fmla="*/ 312 w 438"/>
                <a:gd name="T41" fmla="*/ 432 h 723"/>
                <a:gd name="T42" fmla="*/ 325 w 438"/>
                <a:gd name="T43" fmla="*/ 451 h 723"/>
                <a:gd name="T44" fmla="*/ 318 w 438"/>
                <a:gd name="T45" fmla="*/ 470 h 723"/>
                <a:gd name="T46" fmla="*/ 331 w 438"/>
                <a:gd name="T47" fmla="*/ 496 h 723"/>
                <a:gd name="T48" fmla="*/ 358 w 438"/>
                <a:gd name="T49" fmla="*/ 493 h 723"/>
                <a:gd name="T50" fmla="*/ 403 w 438"/>
                <a:gd name="T51" fmla="*/ 475 h 723"/>
                <a:gd name="T52" fmla="*/ 419 w 438"/>
                <a:gd name="T53" fmla="*/ 503 h 723"/>
                <a:gd name="T54" fmla="*/ 438 w 438"/>
                <a:gd name="T55" fmla="*/ 515 h 723"/>
                <a:gd name="T56" fmla="*/ 426 w 438"/>
                <a:gd name="T57" fmla="*/ 579 h 723"/>
                <a:gd name="T58" fmla="*/ 431 w 438"/>
                <a:gd name="T59" fmla="*/ 583 h 723"/>
                <a:gd name="T60" fmla="*/ 365 w 438"/>
                <a:gd name="T61" fmla="*/ 595 h 723"/>
                <a:gd name="T62" fmla="*/ 339 w 438"/>
                <a:gd name="T63" fmla="*/ 626 h 723"/>
                <a:gd name="T64" fmla="*/ 350 w 438"/>
                <a:gd name="T65" fmla="*/ 657 h 723"/>
                <a:gd name="T66" fmla="*/ 341 w 438"/>
                <a:gd name="T67" fmla="*/ 688 h 723"/>
                <a:gd name="T68" fmla="*/ 320 w 438"/>
                <a:gd name="T69" fmla="*/ 697 h 723"/>
                <a:gd name="T70" fmla="*/ 249 w 438"/>
                <a:gd name="T71" fmla="*/ 719 h 723"/>
                <a:gd name="T72" fmla="*/ 227 w 438"/>
                <a:gd name="T73" fmla="*/ 716 h 723"/>
                <a:gd name="T74" fmla="*/ 218 w 438"/>
                <a:gd name="T75" fmla="*/ 705 h 723"/>
                <a:gd name="T76" fmla="*/ 192 w 438"/>
                <a:gd name="T77" fmla="*/ 678 h 723"/>
                <a:gd name="T78" fmla="*/ 146 w 438"/>
                <a:gd name="T79" fmla="*/ 664 h 723"/>
                <a:gd name="T80" fmla="*/ 113 w 438"/>
                <a:gd name="T81" fmla="*/ 633 h 723"/>
                <a:gd name="T82" fmla="*/ 85 w 438"/>
                <a:gd name="T83" fmla="*/ 603 h 723"/>
                <a:gd name="T84" fmla="*/ 68 w 438"/>
                <a:gd name="T85" fmla="*/ 596 h 723"/>
                <a:gd name="T86" fmla="*/ 61 w 438"/>
                <a:gd name="T87" fmla="*/ 539 h 723"/>
                <a:gd name="T88" fmla="*/ 51 w 438"/>
                <a:gd name="T89" fmla="*/ 496 h 723"/>
                <a:gd name="T90" fmla="*/ 35 w 438"/>
                <a:gd name="T91" fmla="*/ 472 h 723"/>
                <a:gd name="T92" fmla="*/ 21 w 438"/>
                <a:gd name="T93" fmla="*/ 425 h 723"/>
                <a:gd name="T94" fmla="*/ 0 w 438"/>
                <a:gd name="T95" fmla="*/ 392 h 723"/>
                <a:gd name="T96" fmla="*/ 9 w 438"/>
                <a:gd name="T97" fmla="*/ 359 h 723"/>
                <a:gd name="T98" fmla="*/ 12 w 438"/>
                <a:gd name="T99" fmla="*/ 278 h 723"/>
                <a:gd name="T100" fmla="*/ 19 w 438"/>
                <a:gd name="T101" fmla="*/ 252 h 723"/>
                <a:gd name="T102" fmla="*/ 35 w 438"/>
                <a:gd name="T103" fmla="*/ 214 h 723"/>
                <a:gd name="T104" fmla="*/ 38 w 438"/>
                <a:gd name="T105" fmla="*/ 173 h 723"/>
                <a:gd name="T106" fmla="*/ 78 w 438"/>
                <a:gd name="T107" fmla="*/ 157 h 723"/>
                <a:gd name="T108" fmla="*/ 95 w 438"/>
                <a:gd name="T109" fmla="*/ 138 h 723"/>
                <a:gd name="T110" fmla="*/ 147 w 438"/>
                <a:gd name="T111" fmla="*/ 138 h 723"/>
                <a:gd name="T112" fmla="*/ 147 w 438"/>
                <a:gd name="T113" fmla="*/ 105 h 723"/>
                <a:gd name="T114" fmla="*/ 192 w 438"/>
                <a:gd name="T115" fmla="*/ 93 h 723"/>
                <a:gd name="T116" fmla="*/ 215 w 438"/>
                <a:gd name="T117" fmla="*/ 100 h 723"/>
                <a:gd name="T118" fmla="*/ 241 w 438"/>
                <a:gd name="T119" fmla="*/ 77 h 723"/>
                <a:gd name="T120" fmla="*/ 267 w 438"/>
                <a:gd name="T121" fmla="*/ 60 h 723"/>
                <a:gd name="T122" fmla="*/ 294 w 438"/>
                <a:gd name="T123" fmla="*/ 41 h 723"/>
                <a:gd name="T124" fmla="*/ 318 w 438"/>
                <a:gd name="T125" fmla="*/ 6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8" h="723">
                  <a:moveTo>
                    <a:pt x="332" y="0"/>
                  </a:moveTo>
                  <a:lnTo>
                    <a:pt x="339" y="0"/>
                  </a:lnTo>
                  <a:lnTo>
                    <a:pt x="346" y="1"/>
                  </a:lnTo>
                  <a:lnTo>
                    <a:pt x="351" y="6"/>
                  </a:lnTo>
                  <a:lnTo>
                    <a:pt x="357" y="6"/>
                  </a:lnTo>
                  <a:lnTo>
                    <a:pt x="369" y="6"/>
                  </a:lnTo>
                  <a:lnTo>
                    <a:pt x="367" y="20"/>
                  </a:lnTo>
                  <a:lnTo>
                    <a:pt x="369" y="25"/>
                  </a:lnTo>
                  <a:lnTo>
                    <a:pt x="372" y="32"/>
                  </a:lnTo>
                  <a:lnTo>
                    <a:pt x="372" y="34"/>
                  </a:lnTo>
                  <a:lnTo>
                    <a:pt x="372" y="34"/>
                  </a:lnTo>
                  <a:lnTo>
                    <a:pt x="374" y="38"/>
                  </a:lnTo>
                  <a:lnTo>
                    <a:pt x="372" y="41"/>
                  </a:lnTo>
                  <a:lnTo>
                    <a:pt x="367" y="44"/>
                  </a:lnTo>
                  <a:lnTo>
                    <a:pt x="365" y="44"/>
                  </a:lnTo>
                  <a:lnTo>
                    <a:pt x="363" y="46"/>
                  </a:lnTo>
                  <a:lnTo>
                    <a:pt x="363" y="53"/>
                  </a:lnTo>
                  <a:lnTo>
                    <a:pt x="365" y="60"/>
                  </a:lnTo>
                  <a:lnTo>
                    <a:pt x="367" y="65"/>
                  </a:lnTo>
                  <a:lnTo>
                    <a:pt x="372" y="72"/>
                  </a:lnTo>
                  <a:lnTo>
                    <a:pt x="377" y="79"/>
                  </a:lnTo>
                  <a:lnTo>
                    <a:pt x="377" y="88"/>
                  </a:lnTo>
                  <a:lnTo>
                    <a:pt x="377" y="95"/>
                  </a:lnTo>
                  <a:lnTo>
                    <a:pt x="377" y="98"/>
                  </a:lnTo>
                  <a:lnTo>
                    <a:pt x="374" y="98"/>
                  </a:lnTo>
                  <a:lnTo>
                    <a:pt x="365" y="100"/>
                  </a:lnTo>
                  <a:lnTo>
                    <a:pt x="357" y="107"/>
                  </a:lnTo>
                  <a:lnTo>
                    <a:pt x="357" y="107"/>
                  </a:lnTo>
                  <a:lnTo>
                    <a:pt x="353" y="114"/>
                  </a:lnTo>
                  <a:lnTo>
                    <a:pt x="353" y="126"/>
                  </a:lnTo>
                  <a:lnTo>
                    <a:pt x="357" y="131"/>
                  </a:lnTo>
                  <a:lnTo>
                    <a:pt x="358" y="140"/>
                  </a:lnTo>
                  <a:lnTo>
                    <a:pt x="360" y="147"/>
                  </a:lnTo>
                  <a:lnTo>
                    <a:pt x="363" y="152"/>
                  </a:lnTo>
                  <a:lnTo>
                    <a:pt x="365" y="157"/>
                  </a:lnTo>
                  <a:lnTo>
                    <a:pt x="365" y="164"/>
                  </a:lnTo>
                  <a:lnTo>
                    <a:pt x="365" y="185"/>
                  </a:lnTo>
                  <a:lnTo>
                    <a:pt x="360" y="185"/>
                  </a:lnTo>
                  <a:lnTo>
                    <a:pt x="351" y="188"/>
                  </a:lnTo>
                  <a:lnTo>
                    <a:pt x="343" y="190"/>
                  </a:lnTo>
                  <a:lnTo>
                    <a:pt x="338" y="192"/>
                  </a:lnTo>
                  <a:lnTo>
                    <a:pt x="332" y="197"/>
                  </a:lnTo>
                  <a:lnTo>
                    <a:pt x="331" y="200"/>
                  </a:lnTo>
                  <a:lnTo>
                    <a:pt x="331" y="212"/>
                  </a:lnTo>
                  <a:lnTo>
                    <a:pt x="332" y="216"/>
                  </a:lnTo>
                  <a:lnTo>
                    <a:pt x="338" y="219"/>
                  </a:lnTo>
                  <a:lnTo>
                    <a:pt x="346" y="224"/>
                  </a:lnTo>
                  <a:lnTo>
                    <a:pt x="357" y="226"/>
                  </a:lnTo>
                  <a:lnTo>
                    <a:pt x="358" y="230"/>
                  </a:lnTo>
                  <a:lnTo>
                    <a:pt x="363" y="231"/>
                  </a:lnTo>
                  <a:lnTo>
                    <a:pt x="365" y="237"/>
                  </a:lnTo>
                  <a:lnTo>
                    <a:pt x="365" y="243"/>
                  </a:lnTo>
                  <a:lnTo>
                    <a:pt x="360" y="250"/>
                  </a:lnTo>
                  <a:lnTo>
                    <a:pt x="357" y="254"/>
                  </a:lnTo>
                  <a:lnTo>
                    <a:pt x="350" y="259"/>
                  </a:lnTo>
                  <a:lnTo>
                    <a:pt x="343" y="261"/>
                  </a:lnTo>
                  <a:lnTo>
                    <a:pt x="338" y="262"/>
                  </a:lnTo>
                  <a:lnTo>
                    <a:pt x="320" y="262"/>
                  </a:lnTo>
                  <a:lnTo>
                    <a:pt x="305" y="264"/>
                  </a:lnTo>
                  <a:lnTo>
                    <a:pt x="301" y="266"/>
                  </a:lnTo>
                  <a:lnTo>
                    <a:pt x="299" y="269"/>
                  </a:lnTo>
                  <a:lnTo>
                    <a:pt x="298" y="276"/>
                  </a:lnTo>
                  <a:lnTo>
                    <a:pt x="298" y="285"/>
                  </a:lnTo>
                  <a:lnTo>
                    <a:pt x="301" y="290"/>
                  </a:lnTo>
                  <a:lnTo>
                    <a:pt x="305" y="294"/>
                  </a:lnTo>
                  <a:lnTo>
                    <a:pt x="310" y="299"/>
                  </a:lnTo>
                  <a:lnTo>
                    <a:pt x="317" y="306"/>
                  </a:lnTo>
                  <a:lnTo>
                    <a:pt x="317" y="311"/>
                  </a:lnTo>
                  <a:lnTo>
                    <a:pt x="312" y="320"/>
                  </a:lnTo>
                  <a:lnTo>
                    <a:pt x="308" y="326"/>
                  </a:lnTo>
                  <a:lnTo>
                    <a:pt x="291" y="340"/>
                  </a:lnTo>
                  <a:lnTo>
                    <a:pt x="287" y="346"/>
                  </a:lnTo>
                  <a:lnTo>
                    <a:pt x="286" y="346"/>
                  </a:lnTo>
                  <a:lnTo>
                    <a:pt x="280" y="340"/>
                  </a:lnTo>
                  <a:lnTo>
                    <a:pt x="279" y="339"/>
                  </a:lnTo>
                  <a:lnTo>
                    <a:pt x="279" y="333"/>
                  </a:lnTo>
                  <a:lnTo>
                    <a:pt x="274" y="328"/>
                  </a:lnTo>
                  <a:lnTo>
                    <a:pt x="268" y="323"/>
                  </a:lnTo>
                  <a:lnTo>
                    <a:pt x="260" y="316"/>
                  </a:lnTo>
                  <a:lnTo>
                    <a:pt x="255" y="313"/>
                  </a:lnTo>
                  <a:lnTo>
                    <a:pt x="248" y="313"/>
                  </a:lnTo>
                  <a:lnTo>
                    <a:pt x="248" y="313"/>
                  </a:lnTo>
                  <a:lnTo>
                    <a:pt x="248" y="313"/>
                  </a:lnTo>
                  <a:lnTo>
                    <a:pt x="244" y="318"/>
                  </a:lnTo>
                  <a:lnTo>
                    <a:pt x="244" y="344"/>
                  </a:lnTo>
                  <a:lnTo>
                    <a:pt x="248" y="365"/>
                  </a:lnTo>
                  <a:lnTo>
                    <a:pt x="248" y="378"/>
                  </a:lnTo>
                  <a:lnTo>
                    <a:pt x="249" y="384"/>
                  </a:lnTo>
                  <a:lnTo>
                    <a:pt x="249" y="387"/>
                  </a:lnTo>
                  <a:lnTo>
                    <a:pt x="253" y="390"/>
                  </a:lnTo>
                  <a:lnTo>
                    <a:pt x="249" y="394"/>
                  </a:lnTo>
                  <a:lnTo>
                    <a:pt x="248" y="397"/>
                  </a:lnTo>
                  <a:lnTo>
                    <a:pt x="248" y="403"/>
                  </a:lnTo>
                  <a:lnTo>
                    <a:pt x="244" y="406"/>
                  </a:lnTo>
                  <a:lnTo>
                    <a:pt x="244" y="411"/>
                  </a:lnTo>
                  <a:lnTo>
                    <a:pt x="241" y="416"/>
                  </a:lnTo>
                  <a:lnTo>
                    <a:pt x="241" y="420"/>
                  </a:lnTo>
                  <a:lnTo>
                    <a:pt x="244" y="427"/>
                  </a:lnTo>
                  <a:lnTo>
                    <a:pt x="244" y="430"/>
                  </a:lnTo>
                  <a:lnTo>
                    <a:pt x="248" y="434"/>
                  </a:lnTo>
                  <a:lnTo>
                    <a:pt x="253" y="437"/>
                  </a:lnTo>
                  <a:lnTo>
                    <a:pt x="267" y="439"/>
                  </a:lnTo>
                  <a:lnTo>
                    <a:pt x="284" y="439"/>
                  </a:lnTo>
                  <a:lnTo>
                    <a:pt x="306" y="434"/>
                  </a:lnTo>
                  <a:lnTo>
                    <a:pt x="312" y="432"/>
                  </a:lnTo>
                  <a:lnTo>
                    <a:pt x="320" y="432"/>
                  </a:lnTo>
                  <a:lnTo>
                    <a:pt x="322" y="435"/>
                  </a:lnTo>
                  <a:lnTo>
                    <a:pt x="325" y="439"/>
                  </a:lnTo>
                  <a:lnTo>
                    <a:pt x="325" y="446"/>
                  </a:lnTo>
                  <a:lnTo>
                    <a:pt x="325" y="451"/>
                  </a:lnTo>
                  <a:lnTo>
                    <a:pt x="325" y="455"/>
                  </a:lnTo>
                  <a:lnTo>
                    <a:pt x="325" y="458"/>
                  </a:lnTo>
                  <a:lnTo>
                    <a:pt x="320" y="460"/>
                  </a:lnTo>
                  <a:lnTo>
                    <a:pt x="318" y="465"/>
                  </a:lnTo>
                  <a:lnTo>
                    <a:pt x="318" y="470"/>
                  </a:lnTo>
                  <a:lnTo>
                    <a:pt x="317" y="477"/>
                  </a:lnTo>
                  <a:lnTo>
                    <a:pt x="317" y="482"/>
                  </a:lnTo>
                  <a:lnTo>
                    <a:pt x="318" y="486"/>
                  </a:lnTo>
                  <a:lnTo>
                    <a:pt x="325" y="494"/>
                  </a:lnTo>
                  <a:lnTo>
                    <a:pt x="331" y="496"/>
                  </a:lnTo>
                  <a:lnTo>
                    <a:pt x="338" y="498"/>
                  </a:lnTo>
                  <a:lnTo>
                    <a:pt x="344" y="498"/>
                  </a:lnTo>
                  <a:lnTo>
                    <a:pt x="350" y="498"/>
                  </a:lnTo>
                  <a:lnTo>
                    <a:pt x="353" y="496"/>
                  </a:lnTo>
                  <a:lnTo>
                    <a:pt x="358" y="493"/>
                  </a:lnTo>
                  <a:lnTo>
                    <a:pt x="372" y="486"/>
                  </a:lnTo>
                  <a:lnTo>
                    <a:pt x="381" y="482"/>
                  </a:lnTo>
                  <a:lnTo>
                    <a:pt x="389" y="479"/>
                  </a:lnTo>
                  <a:lnTo>
                    <a:pt x="396" y="475"/>
                  </a:lnTo>
                  <a:lnTo>
                    <a:pt x="403" y="475"/>
                  </a:lnTo>
                  <a:lnTo>
                    <a:pt x="405" y="477"/>
                  </a:lnTo>
                  <a:lnTo>
                    <a:pt x="410" y="482"/>
                  </a:lnTo>
                  <a:lnTo>
                    <a:pt x="412" y="491"/>
                  </a:lnTo>
                  <a:lnTo>
                    <a:pt x="414" y="498"/>
                  </a:lnTo>
                  <a:lnTo>
                    <a:pt x="419" y="503"/>
                  </a:lnTo>
                  <a:lnTo>
                    <a:pt x="420" y="506"/>
                  </a:lnTo>
                  <a:lnTo>
                    <a:pt x="424" y="510"/>
                  </a:lnTo>
                  <a:lnTo>
                    <a:pt x="433" y="510"/>
                  </a:lnTo>
                  <a:lnTo>
                    <a:pt x="436" y="512"/>
                  </a:lnTo>
                  <a:lnTo>
                    <a:pt x="438" y="515"/>
                  </a:lnTo>
                  <a:lnTo>
                    <a:pt x="438" y="522"/>
                  </a:lnTo>
                  <a:lnTo>
                    <a:pt x="431" y="550"/>
                  </a:lnTo>
                  <a:lnTo>
                    <a:pt x="422" y="577"/>
                  </a:lnTo>
                  <a:lnTo>
                    <a:pt x="422" y="583"/>
                  </a:lnTo>
                  <a:lnTo>
                    <a:pt x="426" y="579"/>
                  </a:lnTo>
                  <a:lnTo>
                    <a:pt x="426" y="579"/>
                  </a:lnTo>
                  <a:lnTo>
                    <a:pt x="427" y="579"/>
                  </a:lnTo>
                  <a:lnTo>
                    <a:pt x="431" y="579"/>
                  </a:lnTo>
                  <a:lnTo>
                    <a:pt x="433" y="583"/>
                  </a:lnTo>
                  <a:lnTo>
                    <a:pt x="431" y="583"/>
                  </a:lnTo>
                  <a:lnTo>
                    <a:pt x="420" y="589"/>
                  </a:lnTo>
                  <a:lnTo>
                    <a:pt x="396" y="589"/>
                  </a:lnTo>
                  <a:lnTo>
                    <a:pt x="384" y="589"/>
                  </a:lnTo>
                  <a:lnTo>
                    <a:pt x="374" y="591"/>
                  </a:lnTo>
                  <a:lnTo>
                    <a:pt x="365" y="595"/>
                  </a:lnTo>
                  <a:lnTo>
                    <a:pt x="358" y="600"/>
                  </a:lnTo>
                  <a:lnTo>
                    <a:pt x="351" y="607"/>
                  </a:lnTo>
                  <a:lnTo>
                    <a:pt x="346" y="612"/>
                  </a:lnTo>
                  <a:lnTo>
                    <a:pt x="341" y="621"/>
                  </a:lnTo>
                  <a:lnTo>
                    <a:pt x="339" y="626"/>
                  </a:lnTo>
                  <a:lnTo>
                    <a:pt x="341" y="631"/>
                  </a:lnTo>
                  <a:lnTo>
                    <a:pt x="341" y="636"/>
                  </a:lnTo>
                  <a:lnTo>
                    <a:pt x="343" y="641"/>
                  </a:lnTo>
                  <a:lnTo>
                    <a:pt x="346" y="645"/>
                  </a:lnTo>
                  <a:lnTo>
                    <a:pt x="350" y="657"/>
                  </a:lnTo>
                  <a:lnTo>
                    <a:pt x="350" y="662"/>
                  </a:lnTo>
                  <a:lnTo>
                    <a:pt x="348" y="666"/>
                  </a:lnTo>
                  <a:lnTo>
                    <a:pt x="346" y="669"/>
                  </a:lnTo>
                  <a:lnTo>
                    <a:pt x="344" y="672"/>
                  </a:lnTo>
                  <a:lnTo>
                    <a:pt x="341" y="688"/>
                  </a:lnTo>
                  <a:lnTo>
                    <a:pt x="341" y="692"/>
                  </a:lnTo>
                  <a:lnTo>
                    <a:pt x="338" y="697"/>
                  </a:lnTo>
                  <a:lnTo>
                    <a:pt x="334" y="698"/>
                  </a:lnTo>
                  <a:lnTo>
                    <a:pt x="331" y="697"/>
                  </a:lnTo>
                  <a:lnTo>
                    <a:pt x="320" y="697"/>
                  </a:lnTo>
                  <a:lnTo>
                    <a:pt x="279" y="695"/>
                  </a:lnTo>
                  <a:lnTo>
                    <a:pt x="274" y="697"/>
                  </a:lnTo>
                  <a:lnTo>
                    <a:pt x="261" y="705"/>
                  </a:lnTo>
                  <a:lnTo>
                    <a:pt x="253" y="716"/>
                  </a:lnTo>
                  <a:lnTo>
                    <a:pt x="249" y="719"/>
                  </a:lnTo>
                  <a:lnTo>
                    <a:pt x="248" y="723"/>
                  </a:lnTo>
                  <a:lnTo>
                    <a:pt x="234" y="723"/>
                  </a:lnTo>
                  <a:lnTo>
                    <a:pt x="229" y="717"/>
                  </a:lnTo>
                  <a:lnTo>
                    <a:pt x="227" y="717"/>
                  </a:lnTo>
                  <a:lnTo>
                    <a:pt x="227" y="716"/>
                  </a:lnTo>
                  <a:lnTo>
                    <a:pt x="225" y="711"/>
                  </a:lnTo>
                  <a:lnTo>
                    <a:pt x="222" y="711"/>
                  </a:lnTo>
                  <a:lnTo>
                    <a:pt x="220" y="707"/>
                  </a:lnTo>
                  <a:lnTo>
                    <a:pt x="220" y="704"/>
                  </a:lnTo>
                  <a:lnTo>
                    <a:pt x="218" y="705"/>
                  </a:lnTo>
                  <a:lnTo>
                    <a:pt x="218" y="704"/>
                  </a:lnTo>
                  <a:lnTo>
                    <a:pt x="218" y="702"/>
                  </a:lnTo>
                  <a:lnTo>
                    <a:pt x="213" y="697"/>
                  </a:lnTo>
                  <a:lnTo>
                    <a:pt x="204" y="685"/>
                  </a:lnTo>
                  <a:lnTo>
                    <a:pt x="192" y="678"/>
                  </a:lnTo>
                  <a:lnTo>
                    <a:pt x="185" y="676"/>
                  </a:lnTo>
                  <a:lnTo>
                    <a:pt x="168" y="676"/>
                  </a:lnTo>
                  <a:lnTo>
                    <a:pt x="159" y="672"/>
                  </a:lnTo>
                  <a:lnTo>
                    <a:pt x="153" y="669"/>
                  </a:lnTo>
                  <a:lnTo>
                    <a:pt x="146" y="664"/>
                  </a:lnTo>
                  <a:lnTo>
                    <a:pt x="132" y="653"/>
                  </a:lnTo>
                  <a:lnTo>
                    <a:pt x="121" y="645"/>
                  </a:lnTo>
                  <a:lnTo>
                    <a:pt x="118" y="641"/>
                  </a:lnTo>
                  <a:lnTo>
                    <a:pt x="113" y="636"/>
                  </a:lnTo>
                  <a:lnTo>
                    <a:pt x="113" y="633"/>
                  </a:lnTo>
                  <a:lnTo>
                    <a:pt x="111" y="626"/>
                  </a:lnTo>
                  <a:lnTo>
                    <a:pt x="108" y="622"/>
                  </a:lnTo>
                  <a:lnTo>
                    <a:pt x="108" y="619"/>
                  </a:lnTo>
                  <a:lnTo>
                    <a:pt x="89" y="607"/>
                  </a:lnTo>
                  <a:lnTo>
                    <a:pt x="85" y="603"/>
                  </a:lnTo>
                  <a:lnTo>
                    <a:pt x="78" y="603"/>
                  </a:lnTo>
                  <a:lnTo>
                    <a:pt x="73" y="602"/>
                  </a:lnTo>
                  <a:lnTo>
                    <a:pt x="73" y="600"/>
                  </a:lnTo>
                  <a:lnTo>
                    <a:pt x="68" y="600"/>
                  </a:lnTo>
                  <a:lnTo>
                    <a:pt x="68" y="596"/>
                  </a:lnTo>
                  <a:lnTo>
                    <a:pt x="68" y="584"/>
                  </a:lnTo>
                  <a:lnTo>
                    <a:pt x="66" y="565"/>
                  </a:lnTo>
                  <a:lnTo>
                    <a:pt x="66" y="562"/>
                  </a:lnTo>
                  <a:lnTo>
                    <a:pt x="63" y="550"/>
                  </a:lnTo>
                  <a:lnTo>
                    <a:pt x="61" y="539"/>
                  </a:lnTo>
                  <a:lnTo>
                    <a:pt x="59" y="532"/>
                  </a:lnTo>
                  <a:lnTo>
                    <a:pt x="56" y="522"/>
                  </a:lnTo>
                  <a:lnTo>
                    <a:pt x="54" y="510"/>
                  </a:lnTo>
                  <a:lnTo>
                    <a:pt x="52" y="503"/>
                  </a:lnTo>
                  <a:lnTo>
                    <a:pt x="51" y="496"/>
                  </a:lnTo>
                  <a:lnTo>
                    <a:pt x="47" y="493"/>
                  </a:lnTo>
                  <a:lnTo>
                    <a:pt x="45" y="491"/>
                  </a:lnTo>
                  <a:lnTo>
                    <a:pt x="42" y="489"/>
                  </a:lnTo>
                  <a:lnTo>
                    <a:pt x="38" y="482"/>
                  </a:lnTo>
                  <a:lnTo>
                    <a:pt x="35" y="472"/>
                  </a:lnTo>
                  <a:lnTo>
                    <a:pt x="28" y="463"/>
                  </a:lnTo>
                  <a:lnTo>
                    <a:pt x="28" y="455"/>
                  </a:lnTo>
                  <a:lnTo>
                    <a:pt x="26" y="451"/>
                  </a:lnTo>
                  <a:lnTo>
                    <a:pt x="21" y="439"/>
                  </a:lnTo>
                  <a:lnTo>
                    <a:pt x="21" y="425"/>
                  </a:lnTo>
                  <a:lnTo>
                    <a:pt x="19" y="420"/>
                  </a:lnTo>
                  <a:lnTo>
                    <a:pt x="12" y="410"/>
                  </a:lnTo>
                  <a:lnTo>
                    <a:pt x="6" y="397"/>
                  </a:lnTo>
                  <a:lnTo>
                    <a:pt x="4" y="396"/>
                  </a:lnTo>
                  <a:lnTo>
                    <a:pt x="0" y="392"/>
                  </a:lnTo>
                  <a:lnTo>
                    <a:pt x="0" y="378"/>
                  </a:lnTo>
                  <a:lnTo>
                    <a:pt x="0" y="370"/>
                  </a:lnTo>
                  <a:lnTo>
                    <a:pt x="0" y="363"/>
                  </a:lnTo>
                  <a:lnTo>
                    <a:pt x="7" y="363"/>
                  </a:lnTo>
                  <a:lnTo>
                    <a:pt x="9" y="359"/>
                  </a:lnTo>
                  <a:lnTo>
                    <a:pt x="12" y="358"/>
                  </a:lnTo>
                  <a:lnTo>
                    <a:pt x="14" y="351"/>
                  </a:lnTo>
                  <a:lnTo>
                    <a:pt x="14" y="344"/>
                  </a:lnTo>
                  <a:lnTo>
                    <a:pt x="12" y="285"/>
                  </a:lnTo>
                  <a:lnTo>
                    <a:pt x="12" y="278"/>
                  </a:lnTo>
                  <a:lnTo>
                    <a:pt x="9" y="273"/>
                  </a:lnTo>
                  <a:lnTo>
                    <a:pt x="7" y="266"/>
                  </a:lnTo>
                  <a:lnTo>
                    <a:pt x="0" y="257"/>
                  </a:lnTo>
                  <a:lnTo>
                    <a:pt x="6" y="261"/>
                  </a:lnTo>
                  <a:lnTo>
                    <a:pt x="19" y="252"/>
                  </a:lnTo>
                  <a:lnTo>
                    <a:pt x="31" y="240"/>
                  </a:lnTo>
                  <a:lnTo>
                    <a:pt x="35" y="238"/>
                  </a:lnTo>
                  <a:lnTo>
                    <a:pt x="38" y="235"/>
                  </a:lnTo>
                  <a:lnTo>
                    <a:pt x="38" y="230"/>
                  </a:lnTo>
                  <a:lnTo>
                    <a:pt x="35" y="214"/>
                  </a:lnTo>
                  <a:lnTo>
                    <a:pt x="35" y="204"/>
                  </a:lnTo>
                  <a:lnTo>
                    <a:pt x="35" y="185"/>
                  </a:lnTo>
                  <a:lnTo>
                    <a:pt x="35" y="178"/>
                  </a:lnTo>
                  <a:lnTo>
                    <a:pt x="38" y="173"/>
                  </a:lnTo>
                  <a:lnTo>
                    <a:pt x="38" y="173"/>
                  </a:lnTo>
                  <a:lnTo>
                    <a:pt x="59" y="169"/>
                  </a:lnTo>
                  <a:lnTo>
                    <a:pt x="68" y="169"/>
                  </a:lnTo>
                  <a:lnTo>
                    <a:pt x="71" y="169"/>
                  </a:lnTo>
                  <a:lnTo>
                    <a:pt x="73" y="166"/>
                  </a:lnTo>
                  <a:lnTo>
                    <a:pt x="78" y="157"/>
                  </a:lnTo>
                  <a:lnTo>
                    <a:pt x="78" y="147"/>
                  </a:lnTo>
                  <a:lnTo>
                    <a:pt x="82" y="143"/>
                  </a:lnTo>
                  <a:lnTo>
                    <a:pt x="85" y="140"/>
                  </a:lnTo>
                  <a:lnTo>
                    <a:pt x="87" y="138"/>
                  </a:lnTo>
                  <a:lnTo>
                    <a:pt x="95" y="138"/>
                  </a:lnTo>
                  <a:lnTo>
                    <a:pt x="108" y="140"/>
                  </a:lnTo>
                  <a:lnTo>
                    <a:pt x="120" y="143"/>
                  </a:lnTo>
                  <a:lnTo>
                    <a:pt x="132" y="140"/>
                  </a:lnTo>
                  <a:lnTo>
                    <a:pt x="146" y="138"/>
                  </a:lnTo>
                  <a:lnTo>
                    <a:pt x="147" y="138"/>
                  </a:lnTo>
                  <a:lnTo>
                    <a:pt x="151" y="134"/>
                  </a:lnTo>
                  <a:lnTo>
                    <a:pt x="151" y="131"/>
                  </a:lnTo>
                  <a:lnTo>
                    <a:pt x="147" y="122"/>
                  </a:lnTo>
                  <a:lnTo>
                    <a:pt x="147" y="114"/>
                  </a:lnTo>
                  <a:lnTo>
                    <a:pt x="147" y="105"/>
                  </a:lnTo>
                  <a:lnTo>
                    <a:pt x="154" y="98"/>
                  </a:lnTo>
                  <a:lnTo>
                    <a:pt x="159" y="91"/>
                  </a:lnTo>
                  <a:lnTo>
                    <a:pt x="168" y="91"/>
                  </a:lnTo>
                  <a:lnTo>
                    <a:pt x="185" y="91"/>
                  </a:lnTo>
                  <a:lnTo>
                    <a:pt x="192" y="93"/>
                  </a:lnTo>
                  <a:lnTo>
                    <a:pt x="194" y="98"/>
                  </a:lnTo>
                  <a:lnTo>
                    <a:pt x="201" y="100"/>
                  </a:lnTo>
                  <a:lnTo>
                    <a:pt x="206" y="103"/>
                  </a:lnTo>
                  <a:lnTo>
                    <a:pt x="210" y="103"/>
                  </a:lnTo>
                  <a:lnTo>
                    <a:pt x="215" y="100"/>
                  </a:lnTo>
                  <a:lnTo>
                    <a:pt x="218" y="98"/>
                  </a:lnTo>
                  <a:lnTo>
                    <a:pt x="234" y="84"/>
                  </a:lnTo>
                  <a:lnTo>
                    <a:pt x="239" y="84"/>
                  </a:lnTo>
                  <a:lnTo>
                    <a:pt x="241" y="79"/>
                  </a:lnTo>
                  <a:lnTo>
                    <a:pt x="241" y="77"/>
                  </a:lnTo>
                  <a:lnTo>
                    <a:pt x="244" y="72"/>
                  </a:lnTo>
                  <a:lnTo>
                    <a:pt x="248" y="67"/>
                  </a:lnTo>
                  <a:lnTo>
                    <a:pt x="255" y="60"/>
                  </a:lnTo>
                  <a:lnTo>
                    <a:pt x="260" y="60"/>
                  </a:lnTo>
                  <a:lnTo>
                    <a:pt x="267" y="60"/>
                  </a:lnTo>
                  <a:lnTo>
                    <a:pt x="272" y="58"/>
                  </a:lnTo>
                  <a:lnTo>
                    <a:pt x="284" y="53"/>
                  </a:lnTo>
                  <a:lnTo>
                    <a:pt x="291" y="44"/>
                  </a:lnTo>
                  <a:lnTo>
                    <a:pt x="294" y="44"/>
                  </a:lnTo>
                  <a:lnTo>
                    <a:pt x="294" y="41"/>
                  </a:lnTo>
                  <a:lnTo>
                    <a:pt x="296" y="31"/>
                  </a:lnTo>
                  <a:lnTo>
                    <a:pt x="301" y="20"/>
                  </a:lnTo>
                  <a:lnTo>
                    <a:pt x="305" y="19"/>
                  </a:lnTo>
                  <a:lnTo>
                    <a:pt x="312" y="12"/>
                  </a:lnTo>
                  <a:lnTo>
                    <a:pt x="318" y="6"/>
                  </a:lnTo>
                  <a:lnTo>
                    <a:pt x="325" y="0"/>
                  </a:lnTo>
                  <a:lnTo>
                    <a:pt x="332" y="0"/>
                  </a:lnTo>
                  <a:lnTo>
                    <a:pt x="332" y="0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47" name="Freeform 106">
              <a:extLst>
                <a:ext uri="{FF2B5EF4-FFF2-40B4-BE49-F238E27FC236}">
                  <a16:creationId xmlns:a16="http://schemas.microsoft.com/office/drawing/2014/main" xmlns="" id="{AE127E83-AF64-4464-A1D9-3776612F8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6789" y="6523443"/>
              <a:ext cx="334963" cy="479425"/>
            </a:xfrm>
            <a:custGeom>
              <a:avLst/>
              <a:gdLst>
                <a:gd name="T0" fmla="*/ 383 w 422"/>
                <a:gd name="T1" fmla="*/ 4 h 604"/>
                <a:gd name="T2" fmla="*/ 397 w 422"/>
                <a:gd name="T3" fmla="*/ 18 h 604"/>
                <a:gd name="T4" fmla="*/ 409 w 422"/>
                <a:gd name="T5" fmla="*/ 26 h 604"/>
                <a:gd name="T6" fmla="*/ 422 w 422"/>
                <a:gd name="T7" fmla="*/ 26 h 604"/>
                <a:gd name="T8" fmla="*/ 418 w 422"/>
                <a:gd name="T9" fmla="*/ 51 h 604"/>
                <a:gd name="T10" fmla="*/ 422 w 422"/>
                <a:gd name="T11" fmla="*/ 104 h 604"/>
                <a:gd name="T12" fmla="*/ 418 w 422"/>
                <a:gd name="T13" fmla="*/ 118 h 604"/>
                <a:gd name="T14" fmla="*/ 403 w 422"/>
                <a:gd name="T15" fmla="*/ 137 h 604"/>
                <a:gd name="T16" fmla="*/ 387 w 422"/>
                <a:gd name="T17" fmla="*/ 151 h 604"/>
                <a:gd name="T18" fmla="*/ 356 w 422"/>
                <a:gd name="T19" fmla="*/ 187 h 604"/>
                <a:gd name="T20" fmla="*/ 356 w 422"/>
                <a:gd name="T21" fmla="*/ 276 h 604"/>
                <a:gd name="T22" fmla="*/ 356 w 422"/>
                <a:gd name="T23" fmla="*/ 359 h 604"/>
                <a:gd name="T24" fmla="*/ 342 w 422"/>
                <a:gd name="T25" fmla="*/ 369 h 604"/>
                <a:gd name="T26" fmla="*/ 316 w 422"/>
                <a:gd name="T27" fmla="*/ 378 h 604"/>
                <a:gd name="T28" fmla="*/ 295 w 422"/>
                <a:gd name="T29" fmla="*/ 381 h 604"/>
                <a:gd name="T30" fmla="*/ 278 w 422"/>
                <a:gd name="T31" fmla="*/ 398 h 604"/>
                <a:gd name="T32" fmla="*/ 262 w 422"/>
                <a:gd name="T33" fmla="*/ 436 h 604"/>
                <a:gd name="T34" fmla="*/ 262 w 422"/>
                <a:gd name="T35" fmla="*/ 466 h 604"/>
                <a:gd name="T36" fmla="*/ 243 w 422"/>
                <a:gd name="T37" fmla="*/ 490 h 604"/>
                <a:gd name="T38" fmla="*/ 224 w 422"/>
                <a:gd name="T39" fmla="*/ 499 h 604"/>
                <a:gd name="T40" fmla="*/ 185 w 422"/>
                <a:gd name="T41" fmla="*/ 525 h 604"/>
                <a:gd name="T42" fmla="*/ 181 w 422"/>
                <a:gd name="T43" fmla="*/ 551 h 604"/>
                <a:gd name="T44" fmla="*/ 157 w 422"/>
                <a:gd name="T45" fmla="*/ 571 h 604"/>
                <a:gd name="T46" fmla="*/ 143 w 422"/>
                <a:gd name="T47" fmla="*/ 587 h 604"/>
                <a:gd name="T48" fmla="*/ 122 w 422"/>
                <a:gd name="T49" fmla="*/ 597 h 604"/>
                <a:gd name="T50" fmla="*/ 83 w 422"/>
                <a:gd name="T51" fmla="*/ 603 h 604"/>
                <a:gd name="T52" fmla="*/ 86 w 422"/>
                <a:gd name="T53" fmla="*/ 599 h 604"/>
                <a:gd name="T54" fmla="*/ 83 w 422"/>
                <a:gd name="T55" fmla="*/ 549 h 604"/>
                <a:gd name="T56" fmla="*/ 86 w 422"/>
                <a:gd name="T57" fmla="*/ 506 h 604"/>
                <a:gd name="T58" fmla="*/ 77 w 422"/>
                <a:gd name="T59" fmla="*/ 464 h 604"/>
                <a:gd name="T60" fmla="*/ 69 w 422"/>
                <a:gd name="T61" fmla="*/ 447 h 604"/>
                <a:gd name="T62" fmla="*/ 64 w 422"/>
                <a:gd name="T63" fmla="*/ 419 h 604"/>
                <a:gd name="T64" fmla="*/ 74 w 422"/>
                <a:gd name="T65" fmla="*/ 400 h 604"/>
                <a:gd name="T66" fmla="*/ 84 w 422"/>
                <a:gd name="T67" fmla="*/ 393 h 604"/>
                <a:gd name="T68" fmla="*/ 90 w 422"/>
                <a:gd name="T69" fmla="*/ 364 h 604"/>
                <a:gd name="T70" fmla="*/ 81 w 422"/>
                <a:gd name="T71" fmla="*/ 350 h 604"/>
                <a:gd name="T72" fmla="*/ 65 w 422"/>
                <a:gd name="T73" fmla="*/ 346 h 604"/>
                <a:gd name="T74" fmla="*/ 50 w 422"/>
                <a:gd name="T75" fmla="*/ 350 h 604"/>
                <a:gd name="T76" fmla="*/ 38 w 422"/>
                <a:gd name="T77" fmla="*/ 346 h 604"/>
                <a:gd name="T78" fmla="*/ 31 w 422"/>
                <a:gd name="T79" fmla="*/ 321 h 604"/>
                <a:gd name="T80" fmla="*/ 31 w 422"/>
                <a:gd name="T81" fmla="*/ 284 h 604"/>
                <a:gd name="T82" fmla="*/ 17 w 422"/>
                <a:gd name="T83" fmla="*/ 265 h 604"/>
                <a:gd name="T84" fmla="*/ 10 w 422"/>
                <a:gd name="T85" fmla="*/ 238 h 604"/>
                <a:gd name="T86" fmla="*/ 8 w 422"/>
                <a:gd name="T87" fmla="*/ 218 h 604"/>
                <a:gd name="T88" fmla="*/ 29 w 422"/>
                <a:gd name="T89" fmla="*/ 220 h 604"/>
                <a:gd name="T90" fmla="*/ 52 w 422"/>
                <a:gd name="T91" fmla="*/ 198 h 604"/>
                <a:gd name="T92" fmla="*/ 109 w 422"/>
                <a:gd name="T93" fmla="*/ 198 h 604"/>
                <a:gd name="T94" fmla="*/ 119 w 422"/>
                <a:gd name="T95" fmla="*/ 194 h 604"/>
                <a:gd name="T96" fmla="*/ 124 w 422"/>
                <a:gd name="T97" fmla="*/ 170 h 604"/>
                <a:gd name="T98" fmla="*/ 129 w 422"/>
                <a:gd name="T99" fmla="*/ 156 h 604"/>
                <a:gd name="T100" fmla="*/ 119 w 422"/>
                <a:gd name="T101" fmla="*/ 137 h 604"/>
                <a:gd name="T102" fmla="*/ 119 w 422"/>
                <a:gd name="T103" fmla="*/ 122 h 604"/>
                <a:gd name="T104" fmla="*/ 131 w 422"/>
                <a:gd name="T105" fmla="*/ 106 h 604"/>
                <a:gd name="T106" fmla="*/ 152 w 422"/>
                <a:gd name="T107" fmla="*/ 90 h 604"/>
                <a:gd name="T108" fmla="*/ 198 w 422"/>
                <a:gd name="T109" fmla="*/ 90 h 604"/>
                <a:gd name="T110" fmla="*/ 218 w 422"/>
                <a:gd name="T111" fmla="*/ 85 h 604"/>
                <a:gd name="T112" fmla="*/ 268 w 422"/>
                <a:gd name="T113" fmla="*/ 85 h 604"/>
                <a:gd name="T114" fmla="*/ 281 w 422"/>
                <a:gd name="T115" fmla="*/ 71 h 604"/>
                <a:gd name="T116" fmla="*/ 316 w 422"/>
                <a:gd name="T117" fmla="*/ 59 h 604"/>
                <a:gd name="T118" fmla="*/ 349 w 422"/>
                <a:gd name="T119" fmla="*/ 52 h 604"/>
                <a:gd name="T120" fmla="*/ 356 w 422"/>
                <a:gd name="T121" fmla="*/ 18 h 604"/>
                <a:gd name="T122" fmla="*/ 363 w 422"/>
                <a:gd name="T123" fmla="*/ 6 h 604"/>
                <a:gd name="T124" fmla="*/ 375 w 422"/>
                <a:gd name="T125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2" h="604">
                  <a:moveTo>
                    <a:pt x="375" y="0"/>
                  </a:moveTo>
                  <a:lnTo>
                    <a:pt x="380" y="0"/>
                  </a:lnTo>
                  <a:lnTo>
                    <a:pt x="383" y="4"/>
                  </a:lnTo>
                  <a:lnTo>
                    <a:pt x="389" y="6"/>
                  </a:lnTo>
                  <a:lnTo>
                    <a:pt x="394" y="11"/>
                  </a:lnTo>
                  <a:lnTo>
                    <a:pt x="397" y="18"/>
                  </a:lnTo>
                  <a:lnTo>
                    <a:pt x="403" y="21"/>
                  </a:lnTo>
                  <a:lnTo>
                    <a:pt x="408" y="25"/>
                  </a:lnTo>
                  <a:lnTo>
                    <a:pt x="409" y="26"/>
                  </a:lnTo>
                  <a:lnTo>
                    <a:pt x="411" y="26"/>
                  </a:lnTo>
                  <a:lnTo>
                    <a:pt x="418" y="28"/>
                  </a:lnTo>
                  <a:lnTo>
                    <a:pt x="422" y="26"/>
                  </a:lnTo>
                  <a:lnTo>
                    <a:pt x="422" y="39"/>
                  </a:lnTo>
                  <a:lnTo>
                    <a:pt x="422" y="44"/>
                  </a:lnTo>
                  <a:lnTo>
                    <a:pt x="418" y="51"/>
                  </a:lnTo>
                  <a:lnTo>
                    <a:pt x="418" y="70"/>
                  </a:lnTo>
                  <a:lnTo>
                    <a:pt x="422" y="90"/>
                  </a:lnTo>
                  <a:lnTo>
                    <a:pt x="422" y="104"/>
                  </a:lnTo>
                  <a:lnTo>
                    <a:pt x="422" y="109"/>
                  </a:lnTo>
                  <a:lnTo>
                    <a:pt x="422" y="115"/>
                  </a:lnTo>
                  <a:lnTo>
                    <a:pt x="418" y="118"/>
                  </a:lnTo>
                  <a:lnTo>
                    <a:pt x="415" y="122"/>
                  </a:lnTo>
                  <a:lnTo>
                    <a:pt x="408" y="129"/>
                  </a:lnTo>
                  <a:lnTo>
                    <a:pt x="403" y="137"/>
                  </a:lnTo>
                  <a:lnTo>
                    <a:pt x="396" y="139"/>
                  </a:lnTo>
                  <a:lnTo>
                    <a:pt x="394" y="144"/>
                  </a:lnTo>
                  <a:lnTo>
                    <a:pt x="387" y="151"/>
                  </a:lnTo>
                  <a:lnTo>
                    <a:pt x="375" y="165"/>
                  </a:lnTo>
                  <a:lnTo>
                    <a:pt x="363" y="179"/>
                  </a:lnTo>
                  <a:lnTo>
                    <a:pt x="356" y="187"/>
                  </a:lnTo>
                  <a:lnTo>
                    <a:pt x="356" y="208"/>
                  </a:lnTo>
                  <a:lnTo>
                    <a:pt x="356" y="253"/>
                  </a:lnTo>
                  <a:lnTo>
                    <a:pt x="356" y="276"/>
                  </a:lnTo>
                  <a:lnTo>
                    <a:pt x="356" y="300"/>
                  </a:lnTo>
                  <a:lnTo>
                    <a:pt x="356" y="338"/>
                  </a:lnTo>
                  <a:lnTo>
                    <a:pt x="356" y="359"/>
                  </a:lnTo>
                  <a:lnTo>
                    <a:pt x="354" y="362"/>
                  </a:lnTo>
                  <a:lnTo>
                    <a:pt x="349" y="364"/>
                  </a:lnTo>
                  <a:lnTo>
                    <a:pt x="342" y="369"/>
                  </a:lnTo>
                  <a:lnTo>
                    <a:pt x="332" y="372"/>
                  </a:lnTo>
                  <a:lnTo>
                    <a:pt x="323" y="376"/>
                  </a:lnTo>
                  <a:lnTo>
                    <a:pt x="316" y="378"/>
                  </a:lnTo>
                  <a:lnTo>
                    <a:pt x="309" y="378"/>
                  </a:lnTo>
                  <a:lnTo>
                    <a:pt x="302" y="378"/>
                  </a:lnTo>
                  <a:lnTo>
                    <a:pt x="295" y="381"/>
                  </a:lnTo>
                  <a:lnTo>
                    <a:pt x="290" y="385"/>
                  </a:lnTo>
                  <a:lnTo>
                    <a:pt x="287" y="385"/>
                  </a:lnTo>
                  <a:lnTo>
                    <a:pt x="278" y="398"/>
                  </a:lnTo>
                  <a:lnTo>
                    <a:pt x="269" y="417"/>
                  </a:lnTo>
                  <a:lnTo>
                    <a:pt x="264" y="426"/>
                  </a:lnTo>
                  <a:lnTo>
                    <a:pt x="262" y="436"/>
                  </a:lnTo>
                  <a:lnTo>
                    <a:pt x="262" y="450"/>
                  </a:lnTo>
                  <a:lnTo>
                    <a:pt x="262" y="464"/>
                  </a:lnTo>
                  <a:lnTo>
                    <a:pt x="262" y="466"/>
                  </a:lnTo>
                  <a:lnTo>
                    <a:pt x="261" y="471"/>
                  </a:lnTo>
                  <a:lnTo>
                    <a:pt x="249" y="485"/>
                  </a:lnTo>
                  <a:lnTo>
                    <a:pt x="243" y="490"/>
                  </a:lnTo>
                  <a:lnTo>
                    <a:pt x="242" y="490"/>
                  </a:lnTo>
                  <a:lnTo>
                    <a:pt x="231" y="497"/>
                  </a:lnTo>
                  <a:lnTo>
                    <a:pt x="224" y="499"/>
                  </a:lnTo>
                  <a:lnTo>
                    <a:pt x="190" y="518"/>
                  </a:lnTo>
                  <a:lnTo>
                    <a:pt x="188" y="519"/>
                  </a:lnTo>
                  <a:lnTo>
                    <a:pt x="185" y="525"/>
                  </a:lnTo>
                  <a:lnTo>
                    <a:pt x="185" y="537"/>
                  </a:lnTo>
                  <a:lnTo>
                    <a:pt x="183" y="545"/>
                  </a:lnTo>
                  <a:lnTo>
                    <a:pt x="181" y="551"/>
                  </a:lnTo>
                  <a:lnTo>
                    <a:pt x="178" y="552"/>
                  </a:lnTo>
                  <a:lnTo>
                    <a:pt x="178" y="552"/>
                  </a:lnTo>
                  <a:lnTo>
                    <a:pt x="157" y="571"/>
                  </a:lnTo>
                  <a:lnTo>
                    <a:pt x="152" y="577"/>
                  </a:lnTo>
                  <a:lnTo>
                    <a:pt x="148" y="584"/>
                  </a:lnTo>
                  <a:lnTo>
                    <a:pt x="143" y="587"/>
                  </a:lnTo>
                  <a:lnTo>
                    <a:pt x="140" y="590"/>
                  </a:lnTo>
                  <a:lnTo>
                    <a:pt x="131" y="592"/>
                  </a:lnTo>
                  <a:lnTo>
                    <a:pt x="122" y="597"/>
                  </a:lnTo>
                  <a:lnTo>
                    <a:pt x="109" y="599"/>
                  </a:lnTo>
                  <a:lnTo>
                    <a:pt x="98" y="599"/>
                  </a:lnTo>
                  <a:lnTo>
                    <a:pt x="83" y="603"/>
                  </a:lnTo>
                  <a:lnTo>
                    <a:pt x="77" y="604"/>
                  </a:lnTo>
                  <a:lnTo>
                    <a:pt x="76" y="604"/>
                  </a:lnTo>
                  <a:lnTo>
                    <a:pt x="86" y="599"/>
                  </a:lnTo>
                  <a:lnTo>
                    <a:pt x="77" y="603"/>
                  </a:lnTo>
                  <a:lnTo>
                    <a:pt x="77" y="566"/>
                  </a:lnTo>
                  <a:lnTo>
                    <a:pt x="83" y="549"/>
                  </a:lnTo>
                  <a:lnTo>
                    <a:pt x="84" y="537"/>
                  </a:lnTo>
                  <a:lnTo>
                    <a:pt x="84" y="516"/>
                  </a:lnTo>
                  <a:lnTo>
                    <a:pt x="86" y="506"/>
                  </a:lnTo>
                  <a:lnTo>
                    <a:pt x="86" y="490"/>
                  </a:lnTo>
                  <a:lnTo>
                    <a:pt x="84" y="480"/>
                  </a:lnTo>
                  <a:lnTo>
                    <a:pt x="77" y="464"/>
                  </a:lnTo>
                  <a:lnTo>
                    <a:pt x="77" y="462"/>
                  </a:lnTo>
                  <a:lnTo>
                    <a:pt x="76" y="455"/>
                  </a:lnTo>
                  <a:lnTo>
                    <a:pt x="69" y="447"/>
                  </a:lnTo>
                  <a:lnTo>
                    <a:pt x="65" y="443"/>
                  </a:lnTo>
                  <a:lnTo>
                    <a:pt x="64" y="431"/>
                  </a:lnTo>
                  <a:lnTo>
                    <a:pt x="64" y="419"/>
                  </a:lnTo>
                  <a:lnTo>
                    <a:pt x="65" y="412"/>
                  </a:lnTo>
                  <a:lnTo>
                    <a:pt x="71" y="404"/>
                  </a:lnTo>
                  <a:lnTo>
                    <a:pt x="74" y="400"/>
                  </a:lnTo>
                  <a:lnTo>
                    <a:pt x="77" y="398"/>
                  </a:lnTo>
                  <a:lnTo>
                    <a:pt x="83" y="397"/>
                  </a:lnTo>
                  <a:lnTo>
                    <a:pt x="84" y="393"/>
                  </a:lnTo>
                  <a:lnTo>
                    <a:pt x="86" y="385"/>
                  </a:lnTo>
                  <a:lnTo>
                    <a:pt x="90" y="372"/>
                  </a:lnTo>
                  <a:lnTo>
                    <a:pt x="90" y="364"/>
                  </a:lnTo>
                  <a:lnTo>
                    <a:pt x="90" y="357"/>
                  </a:lnTo>
                  <a:lnTo>
                    <a:pt x="84" y="350"/>
                  </a:lnTo>
                  <a:lnTo>
                    <a:pt x="81" y="350"/>
                  </a:lnTo>
                  <a:lnTo>
                    <a:pt x="76" y="346"/>
                  </a:lnTo>
                  <a:lnTo>
                    <a:pt x="71" y="346"/>
                  </a:lnTo>
                  <a:lnTo>
                    <a:pt x="65" y="346"/>
                  </a:lnTo>
                  <a:lnTo>
                    <a:pt x="58" y="346"/>
                  </a:lnTo>
                  <a:lnTo>
                    <a:pt x="52" y="350"/>
                  </a:lnTo>
                  <a:lnTo>
                    <a:pt x="50" y="350"/>
                  </a:lnTo>
                  <a:lnTo>
                    <a:pt x="43" y="350"/>
                  </a:lnTo>
                  <a:lnTo>
                    <a:pt x="41" y="350"/>
                  </a:lnTo>
                  <a:lnTo>
                    <a:pt x="38" y="346"/>
                  </a:lnTo>
                  <a:lnTo>
                    <a:pt x="34" y="343"/>
                  </a:lnTo>
                  <a:lnTo>
                    <a:pt x="33" y="331"/>
                  </a:lnTo>
                  <a:lnTo>
                    <a:pt x="31" y="321"/>
                  </a:lnTo>
                  <a:lnTo>
                    <a:pt x="33" y="308"/>
                  </a:lnTo>
                  <a:lnTo>
                    <a:pt x="33" y="291"/>
                  </a:lnTo>
                  <a:lnTo>
                    <a:pt x="31" y="284"/>
                  </a:lnTo>
                  <a:lnTo>
                    <a:pt x="24" y="276"/>
                  </a:lnTo>
                  <a:lnTo>
                    <a:pt x="19" y="270"/>
                  </a:lnTo>
                  <a:lnTo>
                    <a:pt x="17" y="265"/>
                  </a:lnTo>
                  <a:lnTo>
                    <a:pt x="12" y="258"/>
                  </a:lnTo>
                  <a:lnTo>
                    <a:pt x="12" y="253"/>
                  </a:lnTo>
                  <a:lnTo>
                    <a:pt x="10" y="238"/>
                  </a:lnTo>
                  <a:lnTo>
                    <a:pt x="0" y="212"/>
                  </a:lnTo>
                  <a:lnTo>
                    <a:pt x="5" y="218"/>
                  </a:lnTo>
                  <a:lnTo>
                    <a:pt x="8" y="218"/>
                  </a:lnTo>
                  <a:lnTo>
                    <a:pt x="12" y="222"/>
                  </a:lnTo>
                  <a:lnTo>
                    <a:pt x="26" y="222"/>
                  </a:lnTo>
                  <a:lnTo>
                    <a:pt x="29" y="220"/>
                  </a:lnTo>
                  <a:lnTo>
                    <a:pt x="33" y="217"/>
                  </a:lnTo>
                  <a:lnTo>
                    <a:pt x="41" y="206"/>
                  </a:lnTo>
                  <a:lnTo>
                    <a:pt x="52" y="198"/>
                  </a:lnTo>
                  <a:lnTo>
                    <a:pt x="57" y="196"/>
                  </a:lnTo>
                  <a:lnTo>
                    <a:pt x="98" y="198"/>
                  </a:lnTo>
                  <a:lnTo>
                    <a:pt x="109" y="198"/>
                  </a:lnTo>
                  <a:lnTo>
                    <a:pt x="112" y="199"/>
                  </a:lnTo>
                  <a:lnTo>
                    <a:pt x="117" y="198"/>
                  </a:lnTo>
                  <a:lnTo>
                    <a:pt x="119" y="194"/>
                  </a:lnTo>
                  <a:lnTo>
                    <a:pt x="119" y="191"/>
                  </a:lnTo>
                  <a:lnTo>
                    <a:pt x="124" y="173"/>
                  </a:lnTo>
                  <a:lnTo>
                    <a:pt x="124" y="170"/>
                  </a:lnTo>
                  <a:lnTo>
                    <a:pt x="128" y="167"/>
                  </a:lnTo>
                  <a:lnTo>
                    <a:pt x="129" y="163"/>
                  </a:lnTo>
                  <a:lnTo>
                    <a:pt x="129" y="156"/>
                  </a:lnTo>
                  <a:lnTo>
                    <a:pt x="124" y="148"/>
                  </a:lnTo>
                  <a:lnTo>
                    <a:pt x="122" y="144"/>
                  </a:lnTo>
                  <a:lnTo>
                    <a:pt x="119" y="137"/>
                  </a:lnTo>
                  <a:lnTo>
                    <a:pt x="119" y="132"/>
                  </a:lnTo>
                  <a:lnTo>
                    <a:pt x="119" y="127"/>
                  </a:lnTo>
                  <a:lnTo>
                    <a:pt x="119" y="122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31" y="106"/>
                  </a:lnTo>
                  <a:lnTo>
                    <a:pt x="136" y="99"/>
                  </a:lnTo>
                  <a:lnTo>
                    <a:pt x="143" y="97"/>
                  </a:lnTo>
                  <a:lnTo>
                    <a:pt x="152" y="90"/>
                  </a:lnTo>
                  <a:lnTo>
                    <a:pt x="162" y="90"/>
                  </a:lnTo>
                  <a:lnTo>
                    <a:pt x="174" y="90"/>
                  </a:lnTo>
                  <a:lnTo>
                    <a:pt x="198" y="90"/>
                  </a:lnTo>
                  <a:lnTo>
                    <a:pt x="209" y="84"/>
                  </a:lnTo>
                  <a:lnTo>
                    <a:pt x="216" y="84"/>
                  </a:lnTo>
                  <a:lnTo>
                    <a:pt x="218" y="85"/>
                  </a:lnTo>
                  <a:lnTo>
                    <a:pt x="242" y="87"/>
                  </a:lnTo>
                  <a:lnTo>
                    <a:pt x="262" y="85"/>
                  </a:lnTo>
                  <a:lnTo>
                    <a:pt x="268" y="85"/>
                  </a:lnTo>
                  <a:lnTo>
                    <a:pt x="269" y="84"/>
                  </a:lnTo>
                  <a:lnTo>
                    <a:pt x="275" y="77"/>
                  </a:lnTo>
                  <a:lnTo>
                    <a:pt x="281" y="71"/>
                  </a:lnTo>
                  <a:lnTo>
                    <a:pt x="290" y="68"/>
                  </a:lnTo>
                  <a:lnTo>
                    <a:pt x="297" y="65"/>
                  </a:lnTo>
                  <a:lnTo>
                    <a:pt x="316" y="59"/>
                  </a:lnTo>
                  <a:lnTo>
                    <a:pt x="340" y="59"/>
                  </a:lnTo>
                  <a:lnTo>
                    <a:pt x="344" y="59"/>
                  </a:lnTo>
                  <a:lnTo>
                    <a:pt x="349" y="52"/>
                  </a:lnTo>
                  <a:lnTo>
                    <a:pt x="351" y="51"/>
                  </a:lnTo>
                  <a:lnTo>
                    <a:pt x="356" y="40"/>
                  </a:lnTo>
                  <a:lnTo>
                    <a:pt x="356" y="18"/>
                  </a:lnTo>
                  <a:lnTo>
                    <a:pt x="356" y="13"/>
                  </a:lnTo>
                  <a:lnTo>
                    <a:pt x="358" y="11"/>
                  </a:lnTo>
                  <a:lnTo>
                    <a:pt x="363" y="6"/>
                  </a:lnTo>
                  <a:lnTo>
                    <a:pt x="368" y="4"/>
                  </a:lnTo>
                  <a:lnTo>
                    <a:pt x="375" y="0"/>
                  </a:lnTo>
                  <a:lnTo>
                    <a:pt x="375" y="0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48" name="Freeform 107">
              <a:extLst>
                <a:ext uri="{FF2B5EF4-FFF2-40B4-BE49-F238E27FC236}">
                  <a16:creationId xmlns:a16="http://schemas.microsoft.com/office/drawing/2014/main" xmlns="" id="{10C8565B-D6C7-48B1-824A-4C6335320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1435" y="6074356"/>
              <a:ext cx="690563" cy="517525"/>
            </a:xfrm>
            <a:custGeom>
              <a:avLst/>
              <a:gdLst>
                <a:gd name="T0" fmla="*/ 771 w 869"/>
                <a:gd name="T1" fmla="*/ 9 h 654"/>
                <a:gd name="T2" fmla="*/ 811 w 869"/>
                <a:gd name="T3" fmla="*/ 14 h 654"/>
                <a:gd name="T4" fmla="*/ 864 w 869"/>
                <a:gd name="T5" fmla="*/ 14 h 654"/>
                <a:gd name="T6" fmla="*/ 814 w 869"/>
                <a:gd name="T7" fmla="*/ 55 h 654"/>
                <a:gd name="T8" fmla="*/ 776 w 869"/>
                <a:gd name="T9" fmla="*/ 100 h 654"/>
                <a:gd name="T10" fmla="*/ 729 w 869"/>
                <a:gd name="T11" fmla="*/ 135 h 654"/>
                <a:gd name="T12" fmla="*/ 710 w 869"/>
                <a:gd name="T13" fmla="*/ 159 h 654"/>
                <a:gd name="T14" fmla="*/ 683 w 869"/>
                <a:gd name="T15" fmla="*/ 173 h 654"/>
                <a:gd name="T16" fmla="*/ 641 w 869"/>
                <a:gd name="T17" fmla="*/ 201 h 654"/>
                <a:gd name="T18" fmla="*/ 622 w 869"/>
                <a:gd name="T19" fmla="*/ 256 h 654"/>
                <a:gd name="T20" fmla="*/ 549 w 869"/>
                <a:gd name="T21" fmla="*/ 299 h 654"/>
                <a:gd name="T22" fmla="*/ 489 w 869"/>
                <a:gd name="T23" fmla="*/ 298 h 654"/>
                <a:gd name="T24" fmla="*/ 475 w 869"/>
                <a:gd name="T25" fmla="*/ 327 h 654"/>
                <a:gd name="T26" fmla="*/ 449 w 869"/>
                <a:gd name="T27" fmla="*/ 341 h 654"/>
                <a:gd name="T28" fmla="*/ 404 w 869"/>
                <a:gd name="T29" fmla="*/ 374 h 654"/>
                <a:gd name="T30" fmla="*/ 387 w 869"/>
                <a:gd name="T31" fmla="*/ 446 h 654"/>
                <a:gd name="T32" fmla="*/ 392 w 869"/>
                <a:gd name="T33" fmla="*/ 547 h 654"/>
                <a:gd name="T34" fmla="*/ 399 w 869"/>
                <a:gd name="T35" fmla="*/ 595 h 654"/>
                <a:gd name="T36" fmla="*/ 371 w 869"/>
                <a:gd name="T37" fmla="*/ 574 h 654"/>
                <a:gd name="T38" fmla="*/ 340 w 869"/>
                <a:gd name="T39" fmla="*/ 578 h 654"/>
                <a:gd name="T40" fmla="*/ 326 w 869"/>
                <a:gd name="T41" fmla="*/ 626 h 654"/>
                <a:gd name="T42" fmla="*/ 256 w 869"/>
                <a:gd name="T43" fmla="*/ 644 h 654"/>
                <a:gd name="T44" fmla="*/ 197 w 869"/>
                <a:gd name="T45" fmla="*/ 651 h 654"/>
                <a:gd name="T46" fmla="*/ 183 w 869"/>
                <a:gd name="T47" fmla="*/ 651 h 654"/>
                <a:gd name="T48" fmla="*/ 193 w 869"/>
                <a:gd name="T49" fmla="*/ 578 h 654"/>
                <a:gd name="T50" fmla="*/ 169 w 869"/>
                <a:gd name="T51" fmla="*/ 550 h 654"/>
                <a:gd name="T52" fmla="*/ 131 w 869"/>
                <a:gd name="T53" fmla="*/ 555 h 654"/>
                <a:gd name="T54" fmla="*/ 91 w 869"/>
                <a:gd name="T55" fmla="*/ 564 h 654"/>
                <a:gd name="T56" fmla="*/ 77 w 869"/>
                <a:gd name="T57" fmla="*/ 533 h 654"/>
                <a:gd name="T58" fmla="*/ 84 w 869"/>
                <a:gd name="T59" fmla="*/ 507 h 654"/>
                <a:gd name="T60" fmla="*/ 27 w 869"/>
                <a:gd name="T61" fmla="*/ 507 h 654"/>
                <a:gd name="T62" fmla="*/ 0 w 869"/>
                <a:gd name="T63" fmla="*/ 484 h 654"/>
                <a:gd name="T64" fmla="*/ 12 w 869"/>
                <a:gd name="T65" fmla="*/ 458 h 654"/>
                <a:gd name="T66" fmla="*/ 5 w 869"/>
                <a:gd name="T67" fmla="*/ 386 h 654"/>
                <a:gd name="T68" fmla="*/ 27 w 869"/>
                <a:gd name="T69" fmla="*/ 391 h 654"/>
                <a:gd name="T70" fmla="*/ 46 w 869"/>
                <a:gd name="T71" fmla="*/ 414 h 654"/>
                <a:gd name="T72" fmla="*/ 71 w 869"/>
                <a:gd name="T73" fmla="*/ 367 h 654"/>
                <a:gd name="T74" fmla="*/ 100 w 869"/>
                <a:gd name="T75" fmla="*/ 344 h 654"/>
                <a:gd name="T76" fmla="*/ 190 w 869"/>
                <a:gd name="T77" fmla="*/ 320 h 654"/>
                <a:gd name="T78" fmla="*/ 269 w 869"/>
                <a:gd name="T79" fmla="*/ 305 h 654"/>
                <a:gd name="T80" fmla="*/ 358 w 869"/>
                <a:gd name="T81" fmla="*/ 244 h 654"/>
                <a:gd name="T82" fmla="*/ 377 w 869"/>
                <a:gd name="T83" fmla="*/ 216 h 654"/>
                <a:gd name="T84" fmla="*/ 413 w 869"/>
                <a:gd name="T85" fmla="*/ 218 h 654"/>
                <a:gd name="T86" fmla="*/ 454 w 869"/>
                <a:gd name="T87" fmla="*/ 216 h 654"/>
                <a:gd name="T88" fmla="*/ 430 w 869"/>
                <a:gd name="T89" fmla="*/ 196 h 654"/>
                <a:gd name="T90" fmla="*/ 470 w 869"/>
                <a:gd name="T91" fmla="*/ 196 h 654"/>
                <a:gd name="T92" fmla="*/ 551 w 869"/>
                <a:gd name="T93" fmla="*/ 161 h 654"/>
                <a:gd name="T94" fmla="*/ 589 w 869"/>
                <a:gd name="T95" fmla="*/ 109 h 654"/>
                <a:gd name="T96" fmla="*/ 617 w 869"/>
                <a:gd name="T97" fmla="*/ 93 h 654"/>
                <a:gd name="T98" fmla="*/ 622 w 869"/>
                <a:gd name="T99" fmla="*/ 69 h 654"/>
                <a:gd name="T100" fmla="*/ 664 w 869"/>
                <a:gd name="T101" fmla="*/ 81 h 654"/>
                <a:gd name="T102" fmla="*/ 691 w 869"/>
                <a:gd name="T103" fmla="*/ 62 h 654"/>
                <a:gd name="T104" fmla="*/ 719 w 869"/>
                <a:gd name="T105" fmla="*/ 16 h 654"/>
                <a:gd name="T106" fmla="*/ 741 w 869"/>
                <a:gd name="T107" fmla="*/ 0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69" h="654">
                  <a:moveTo>
                    <a:pt x="741" y="0"/>
                  </a:moveTo>
                  <a:lnTo>
                    <a:pt x="755" y="0"/>
                  </a:lnTo>
                  <a:lnTo>
                    <a:pt x="759" y="2"/>
                  </a:lnTo>
                  <a:lnTo>
                    <a:pt x="762" y="7"/>
                  </a:lnTo>
                  <a:lnTo>
                    <a:pt x="767" y="7"/>
                  </a:lnTo>
                  <a:lnTo>
                    <a:pt x="771" y="9"/>
                  </a:lnTo>
                  <a:lnTo>
                    <a:pt x="776" y="9"/>
                  </a:lnTo>
                  <a:lnTo>
                    <a:pt x="778" y="14"/>
                  </a:lnTo>
                  <a:lnTo>
                    <a:pt x="788" y="16"/>
                  </a:lnTo>
                  <a:lnTo>
                    <a:pt x="790" y="19"/>
                  </a:lnTo>
                  <a:lnTo>
                    <a:pt x="802" y="16"/>
                  </a:lnTo>
                  <a:lnTo>
                    <a:pt x="811" y="14"/>
                  </a:lnTo>
                  <a:lnTo>
                    <a:pt x="817" y="9"/>
                  </a:lnTo>
                  <a:lnTo>
                    <a:pt x="824" y="7"/>
                  </a:lnTo>
                  <a:lnTo>
                    <a:pt x="835" y="4"/>
                  </a:lnTo>
                  <a:lnTo>
                    <a:pt x="842" y="2"/>
                  </a:lnTo>
                  <a:lnTo>
                    <a:pt x="869" y="2"/>
                  </a:lnTo>
                  <a:lnTo>
                    <a:pt x="864" y="14"/>
                  </a:lnTo>
                  <a:lnTo>
                    <a:pt x="856" y="26"/>
                  </a:lnTo>
                  <a:lnTo>
                    <a:pt x="847" y="38"/>
                  </a:lnTo>
                  <a:lnTo>
                    <a:pt x="838" y="48"/>
                  </a:lnTo>
                  <a:lnTo>
                    <a:pt x="836" y="54"/>
                  </a:lnTo>
                  <a:lnTo>
                    <a:pt x="831" y="55"/>
                  </a:lnTo>
                  <a:lnTo>
                    <a:pt x="814" y="55"/>
                  </a:lnTo>
                  <a:lnTo>
                    <a:pt x="811" y="55"/>
                  </a:lnTo>
                  <a:lnTo>
                    <a:pt x="798" y="69"/>
                  </a:lnTo>
                  <a:lnTo>
                    <a:pt x="792" y="81"/>
                  </a:lnTo>
                  <a:lnTo>
                    <a:pt x="788" y="88"/>
                  </a:lnTo>
                  <a:lnTo>
                    <a:pt x="783" y="95"/>
                  </a:lnTo>
                  <a:lnTo>
                    <a:pt x="776" y="100"/>
                  </a:lnTo>
                  <a:lnTo>
                    <a:pt x="769" y="104"/>
                  </a:lnTo>
                  <a:lnTo>
                    <a:pt x="760" y="107"/>
                  </a:lnTo>
                  <a:lnTo>
                    <a:pt x="755" y="114"/>
                  </a:lnTo>
                  <a:lnTo>
                    <a:pt x="745" y="121"/>
                  </a:lnTo>
                  <a:lnTo>
                    <a:pt x="733" y="133"/>
                  </a:lnTo>
                  <a:lnTo>
                    <a:pt x="729" y="135"/>
                  </a:lnTo>
                  <a:lnTo>
                    <a:pt x="726" y="142"/>
                  </a:lnTo>
                  <a:lnTo>
                    <a:pt x="724" y="147"/>
                  </a:lnTo>
                  <a:lnTo>
                    <a:pt x="721" y="152"/>
                  </a:lnTo>
                  <a:lnTo>
                    <a:pt x="717" y="156"/>
                  </a:lnTo>
                  <a:lnTo>
                    <a:pt x="714" y="159"/>
                  </a:lnTo>
                  <a:lnTo>
                    <a:pt x="710" y="159"/>
                  </a:lnTo>
                  <a:lnTo>
                    <a:pt x="709" y="163"/>
                  </a:lnTo>
                  <a:lnTo>
                    <a:pt x="702" y="163"/>
                  </a:lnTo>
                  <a:lnTo>
                    <a:pt x="695" y="163"/>
                  </a:lnTo>
                  <a:lnTo>
                    <a:pt x="690" y="166"/>
                  </a:lnTo>
                  <a:lnTo>
                    <a:pt x="686" y="170"/>
                  </a:lnTo>
                  <a:lnTo>
                    <a:pt x="683" y="173"/>
                  </a:lnTo>
                  <a:lnTo>
                    <a:pt x="674" y="182"/>
                  </a:lnTo>
                  <a:lnTo>
                    <a:pt x="667" y="192"/>
                  </a:lnTo>
                  <a:lnTo>
                    <a:pt x="664" y="196"/>
                  </a:lnTo>
                  <a:lnTo>
                    <a:pt x="658" y="199"/>
                  </a:lnTo>
                  <a:lnTo>
                    <a:pt x="655" y="201"/>
                  </a:lnTo>
                  <a:lnTo>
                    <a:pt x="641" y="201"/>
                  </a:lnTo>
                  <a:lnTo>
                    <a:pt x="636" y="204"/>
                  </a:lnTo>
                  <a:lnTo>
                    <a:pt x="631" y="213"/>
                  </a:lnTo>
                  <a:lnTo>
                    <a:pt x="629" y="221"/>
                  </a:lnTo>
                  <a:lnTo>
                    <a:pt x="624" y="232"/>
                  </a:lnTo>
                  <a:lnTo>
                    <a:pt x="624" y="253"/>
                  </a:lnTo>
                  <a:lnTo>
                    <a:pt x="622" y="256"/>
                  </a:lnTo>
                  <a:lnTo>
                    <a:pt x="620" y="260"/>
                  </a:lnTo>
                  <a:lnTo>
                    <a:pt x="619" y="260"/>
                  </a:lnTo>
                  <a:lnTo>
                    <a:pt x="570" y="285"/>
                  </a:lnTo>
                  <a:lnTo>
                    <a:pt x="563" y="289"/>
                  </a:lnTo>
                  <a:lnTo>
                    <a:pt x="553" y="296"/>
                  </a:lnTo>
                  <a:lnTo>
                    <a:pt x="549" y="299"/>
                  </a:lnTo>
                  <a:lnTo>
                    <a:pt x="543" y="301"/>
                  </a:lnTo>
                  <a:lnTo>
                    <a:pt x="536" y="303"/>
                  </a:lnTo>
                  <a:lnTo>
                    <a:pt x="522" y="303"/>
                  </a:lnTo>
                  <a:lnTo>
                    <a:pt x="511" y="299"/>
                  </a:lnTo>
                  <a:lnTo>
                    <a:pt x="501" y="298"/>
                  </a:lnTo>
                  <a:lnTo>
                    <a:pt x="489" y="298"/>
                  </a:lnTo>
                  <a:lnTo>
                    <a:pt x="486" y="299"/>
                  </a:lnTo>
                  <a:lnTo>
                    <a:pt x="482" y="303"/>
                  </a:lnTo>
                  <a:lnTo>
                    <a:pt x="480" y="306"/>
                  </a:lnTo>
                  <a:lnTo>
                    <a:pt x="477" y="313"/>
                  </a:lnTo>
                  <a:lnTo>
                    <a:pt x="477" y="320"/>
                  </a:lnTo>
                  <a:lnTo>
                    <a:pt x="475" y="327"/>
                  </a:lnTo>
                  <a:lnTo>
                    <a:pt x="473" y="332"/>
                  </a:lnTo>
                  <a:lnTo>
                    <a:pt x="473" y="336"/>
                  </a:lnTo>
                  <a:lnTo>
                    <a:pt x="468" y="337"/>
                  </a:lnTo>
                  <a:lnTo>
                    <a:pt x="461" y="337"/>
                  </a:lnTo>
                  <a:lnTo>
                    <a:pt x="456" y="339"/>
                  </a:lnTo>
                  <a:lnTo>
                    <a:pt x="449" y="341"/>
                  </a:lnTo>
                  <a:lnTo>
                    <a:pt x="439" y="344"/>
                  </a:lnTo>
                  <a:lnTo>
                    <a:pt x="434" y="346"/>
                  </a:lnTo>
                  <a:lnTo>
                    <a:pt x="428" y="351"/>
                  </a:lnTo>
                  <a:lnTo>
                    <a:pt x="420" y="360"/>
                  </a:lnTo>
                  <a:lnTo>
                    <a:pt x="411" y="367"/>
                  </a:lnTo>
                  <a:lnTo>
                    <a:pt x="404" y="374"/>
                  </a:lnTo>
                  <a:lnTo>
                    <a:pt x="392" y="386"/>
                  </a:lnTo>
                  <a:lnTo>
                    <a:pt x="380" y="396"/>
                  </a:lnTo>
                  <a:lnTo>
                    <a:pt x="380" y="400"/>
                  </a:lnTo>
                  <a:lnTo>
                    <a:pt x="382" y="424"/>
                  </a:lnTo>
                  <a:lnTo>
                    <a:pt x="384" y="431"/>
                  </a:lnTo>
                  <a:lnTo>
                    <a:pt x="387" y="446"/>
                  </a:lnTo>
                  <a:lnTo>
                    <a:pt x="389" y="460"/>
                  </a:lnTo>
                  <a:lnTo>
                    <a:pt x="389" y="503"/>
                  </a:lnTo>
                  <a:lnTo>
                    <a:pt x="390" y="514"/>
                  </a:lnTo>
                  <a:lnTo>
                    <a:pt x="390" y="524"/>
                  </a:lnTo>
                  <a:lnTo>
                    <a:pt x="392" y="535"/>
                  </a:lnTo>
                  <a:lnTo>
                    <a:pt x="392" y="547"/>
                  </a:lnTo>
                  <a:lnTo>
                    <a:pt x="397" y="555"/>
                  </a:lnTo>
                  <a:lnTo>
                    <a:pt x="401" y="564"/>
                  </a:lnTo>
                  <a:lnTo>
                    <a:pt x="403" y="578"/>
                  </a:lnTo>
                  <a:lnTo>
                    <a:pt x="404" y="588"/>
                  </a:lnTo>
                  <a:lnTo>
                    <a:pt x="404" y="593"/>
                  </a:lnTo>
                  <a:lnTo>
                    <a:pt x="399" y="595"/>
                  </a:lnTo>
                  <a:lnTo>
                    <a:pt x="392" y="593"/>
                  </a:lnTo>
                  <a:lnTo>
                    <a:pt x="390" y="593"/>
                  </a:lnTo>
                  <a:lnTo>
                    <a:pt x="385" y="588"/>
                  </a:lnTo>
                  <a:lnTo>
                    <a:pt x="380" y="585"/>
                  </a:lnTo>
                  <a:lnTo>
                    <a:pt x="375" y="578"/>
                  </a:lnTo>
                  <a:lnTo>
                    <a:pt x="371" y="574"/>
                  </a:lnTo>
                  <a:lnTo>
                    <a:pt x="364" y="571"/>
                  </a:lnTo>
                  <a:lnTo>
                    <a:pt x="361" y="569"/>
                  </a:lnTo>
                  <a:lnTo>
                    <a:pt x="356" y="569"/>
                  </a:lnTo>
                  <a:lnTo>
                    <a:pt x="351" y="571"/>
                  </a:lnTo>
                  <a:lnTo>
                    <a:pt x="345" y="573"/>
                  </a:lnTo>
                  <a:lnTo>
                    <a:pt x="340" y="578"/>
                  </a:lnTo>
                  <a:lnTo>
                    <a:pt x="339" y="581"/>
                  </a:lnTo>
                  <a:lnTo>
                    <a:pt x="337" y="585"/>
                  </a:lnTo>
                  <a:lnTo>
                    <a:pt x="337" y="607"/>
                  </a:lnTo>
                  <a:lnTo>
                    <a:pt x="333" y="618"/>
                  </a:lnTo>
                  <a:lnTo>
                    <a:pt x="330" y="621"/>
                  </a:lnTo>
                  <a:lnTo>
                    <a:pt x="326" y="626"/>
                  </a:lnTo>
                  <a:lnTo>
                    <a:pt x="323" y="628"/>
                  </a:lnTo>
                  <a:lnTo>
                    <a:pt x="297" y="628"/>
                  </a:lnTo>
                  <a:lnTo>
                    <a:pt x="280" y="632"/>
                  </a:lnTo>
                  <a:lnTo>
                    <a:pt x="271" y="635"/>
                  </a:lnTo>
                  <a:lnTo>
                    <a:pt x="262" y="638"/>
                  </a:lnTo>
                  <a:lnTo>
                    <a:pt x="256" y="644"/>
                  </a:lnTo>
                  <a:lnTo>
                    <a:pt x="250" y="651"/>
                  </a:lnTo>
                  <a:lnTo>
                    <a:pt x="249" y="652"/>
                  </a:lnTo>
                  <a:lnTo>
                    <a:pt x="245" y="652"/>
                  </a:lnTo>
                  <a:lnTo>
                    <a:pt x="223" y="654"/>
                  </a:lnTo>
                  <a:lnTo>
                    <a:pt x="200" y="652"/>
                  </a:lnTo>
                  <a:lnTo>
                    <a:pt x="197" y="651"/>
                  </a:lnTo>
                  <a:lnTo>
                    <a:pt x="193" y="651"/>
                  </a:lnTo>
                  <a:lnTo>
                    <a:pt x="192" y="649"/>
                  </a:lnTo>
                  <a:lnTo>
                    <a:pt x="186" y="649"/>
                  </a:lnTo>
                  <a:lnTo>
                    <a:pt x="186" y="647"/>
                  </a:lnTo>
                  <a:lnTo>
                    <a:pt x="186" y="649"/>
                  </a:lnTo>
                  <a:lnTo>
                    <a:pt x="183" y="651"/>
                  </a:lnTo>
                  <a:lnTo>
                    <a:pt x="183" y="647"/>
                  </a:lnTo>
                  <a:lnTo>
                    <a:pt x="192" y="618"/>
                  </a:lnTo>
                  <a:lnTo>
                    <a:pt x="197" y="590"/>
                  </a:lnTo>
                  <a:lnTo>
                    <a:pt x="197" y="585"/>
                  </a:lnTo>
                  <a:lnTo>
                    <a:pt x="195" y="580"/>
                  </a:lnTo>
                  <a:lnTo>
                    <a:pt x="193" y="578"/>
                  </a:lnTo>
                  <a:lnTo>
                    <a:pt x="185" y="578"/>
                  </a:lnTo>
                  <a:lnTo>
                    <a:pt x="179" y="574"/>
                  </a:lnTo>
                  <a:lnTo>
                    <a:pt x="178" y="571"/>
                  </a:lnTo>
                  <a:lnTo>
                    <a:pt x="173" y="567"/>
                  </a:lnTo>
                  <a:lnTo>
                    <a:pt x="171" y="559"/>
                  </a:lnTo>
                  <a:lnTo>
                    <a:pt x="169" y="550"/>
                  </a:lnTo>
                  <a:lnTo>
                    <a:pt x="164" y="547"/>
                  </a:lnTo>
                  <a:lnTo>
                    <a:pt x="164" y="543"/>
                  </a:lnTo>
                  <a:lnTo>
                    <a:pt x="157" y="543"/>
                  </a:lnTo>
                  <a:lnTo>
                    <a:pt x="150" y="547"/>
                  </a:lnTo>
                  <a:lnTo>
                    <a:pt x="140" y="550"/>
                  </a:lnTo>
                  <a:lnTo>
                    <a:pt x="131" y="555"/>
                  </a:lnTo>
                  <a:lnTo>
                    <a:pt x="117" y="561"/>
                  </a:lnTo>
                  <a:lnTo>
                    <a:pt x="114" y="564"/>
                  </a:lnTo>
                  <a:lnTo>
                    <a:pt x="110" y="566"/>
                  </a:lnTo>
                  <a:lnTo>
                    <a:pt x="105" y="567"/>
                  </a:lnTo>
                  <a:lnTo>
                    <a:pt x="97" y="566"/>
                  </a:lnTo>
                  <a:lnTo>
                    <a:pt x="91" y="564"/>
                  </a:lnTo>
                  <a:lnTo>
                    <a:pt x="86" y="562"/>
                  </a:lnTo>
                  <a:lnTo>
                    <a:pt x="77" y="554"/>
                  </a:lnTo>
                  <a:lnTo>
                    <a:pt x="76" y="550"/>
                  </a:lnTo>
                  <a:lnTo>
                    <a:pt x="76" y="547"/>
                  </a:lnTo>
                  <a:lnTo>
                    <a:pt x="77" y="538"/>
                  </a:lnTo>
                  <a:lnTo>
                    <a:pt x="77" y="533"/>
                  </a:lnTo>
                  <a:lnTo>
                    <a:pt x="79" y="529"/>
                  </a:lnTo>
                  <a:lnTo>
                    <a:pt x="84" y="526"/>
                  </a:lnTo>
                  <a:lnTo>
                    <a:pt x="86" y="523"/>
                  </a:lnTo>
                  <a:lnTo>
                    <a:pt x="86" y="519"/>
                  </a:lnTo>
                  <a:lnTo>
                    <a:pt x="84" y="514"/>
                  </a:lnTo>
                  <a:lnTo>
                    <a:pt x="84" y="507"/>
                  </a:lnTo>
                  <a:lnTo>
                    <a:pt x="83" y="503"/>
                  </a:lnTo>
                  <a:lnTo>
                    <a:pt x="79" y="500"/>
                  </a:lnTo>
                  <a:lnTo>
                    <a:pt x="71" y="500"/>
                  </a:lnTo>
                  <a:lnTo>
                    <a:pt x="67" y="502"/>
                  </a:lnTo>
                  <a:lnTo>
                    <a:pt x="43" y="507"/>
                  </a:lnTo>
                  <a:lnTo>
                    <a:pt x="27" y="507"/>
                  </a:lnTo>
                  <a:lnTo>
                    <a:pt x="12" y="505"/>
                  </a:lnTo>
                  <a:lnTo>
                    <a:pt x="8" y="502"/>
                  </a:lnTo>
                  <a:lnTo>
                    <a:pt x="5" y="500"/>
                  </a:lnTo>
                  <a:lnTo>
                    <a:pt x="3" y="495"/>
                  </a:lnTo>
                  <a:lnTo>
                    <a:pt x="0" y="490"/>
                  </a:lnTo>
                  <a:lnTo>
                    <a:pt x="0" y="484"/>
                  </a:lnTo>
                  <a:lnTo>
                    <a:pt x="3" y="479"/>
                  </a:lnTo>
                  <a:lnTo>
                    <a:pt x="5" y="474"/>
                  </a:lnTo>
                  <a:lnTo>
                    <a:pt x="7" y="471"/>
                  </a:lnTo>
                  <a:lnTo>
                    <a:pt x="8" y="467"/>
                  </a:lnTo>
                  <a:lnTo>
                    <a:pt x="10" y="462"/>
                  </a:lnTo>
                  <a:lnTo>
                    <a:pt x="12" y="458"/>
                  </a:lnTo>
                  <a:lnTo>
                    <a:pt x="10" y="455"/>
                  </a:lnTo>
                  <a:lnTo>
                    <a:pt x="10" y="453"/>
                  </a:lnTo>
                  <a:lnTo>
                    <a:pt x="8" y="446"/>
                  </a:lnTo>
                  <a:lnTo>
                    <a:pt x="7" y="433"/>
                  </a:lnTo>
                  <a:lnTo>
                    <a:pt x="5" y="412"/>
                  </a:lnTo>
                  <a:lnTo>
                    <a:pt x="5" y="386"/>
                  </a:lnTo>
                  <a:lnTo>
                    <a:pt x="7" y="382"/>
                  </a:lnTo>
                  <a:lnTo>
                    <a:pt x="7" y="381"/>
                  </a:lnTo>
                  <a:lnTo>
                    <a:pt x="8" y="381"/>
                  </a:lnTo>
                  <a:lnTo>
                    <a:pt x="15" y="382"/>
                  </a:lnTo>
                  <a:lnTo>
                    <a:pt x="20" y="384"/>
                  </a:lnTo>
                  <a:lnTo>
                    <a:pt x="27" y="391"/>
                  </a:lnTo>
                  <a:lnTo>
                    <a:pt x="33" y="396"/>
                  </a:lnTo>
                  <a:lnTo>
                    <a:pt x="38" y="401"/>
                  </a:lnTo>
                  <a:lnTo>
                    <a:pt x="39" y="407"/>
                  </a:lnTo>
                  <a:lnTo>
                    <a:pt x="39" y="410"/>
                  </a:lnTo>
                  <a:lnTo>
                    <a:pt x="45" y="414"/>
                  </a:lnTo>
                  <a:lnTo>
                    <a:pt x="46" y="414"/>
                  </a:lnTo>
                  <a:lnTo>
                    <a:pt x="52" y="410"/>
                  </a:lnTo>
                  <a:lnTo>
                    <a:pt x="67" y="394"/>
                  </a:lnTo>
                  <a:lnTo>
                    <a:pt x="71" y="388"/>
                  </a:lnTo>
                  <a:lnTo>
                    <a:pt x="76" y="379"/>
                  </a:lnTo>
                  <a:lnTo>
                    <a:pt x="76" y="374"/>
                  </a:lnTo>
                  <a:lnTo>
                    <a:pt x="71" y="367"/>
                  </a:lnTo>
                  <a:lnTo>
                    <a:pt x="65" y="362"/>
                  </a:lnTo>
                  <a:lnTo>
                    <a:pt x="62" y="360"/>
                  </a:lnTo>
                  <a:lnTo>
                    <a:pt x="58" y="353"/>
                  </a:lnTo>
                  <a:lnTo>
                    <a:pt x="58" y="344"/>
                  </a:lnTo>
                  <a:lnTo>
                    <a:pt x="58" y="341"/>
                  </a:lnTo>
                  <a:lnTo>
                    <a:pt x="100" y="344"/>
                  </a:lnTo>
                  <a:lnTo>
                    <a:pt x="117" y="351"/>
                  </a:lnTo>
                  <a:lnTo>
                    <a:pt x="128" y="346"/>
                  </a:lnTo>
                  <a:lnTo>
                    <a:pt x="133" y="329"/>
                  </a:lnTo>
                  <a:lnTo>
                    <a:pt x="147" y="318"/>
                  </a:lnTo>
                  <a:lnTo>
                    <a:pt x="173" y="318"/>
                  </a:lnTo>
                  <a:lnTo>
                    <a:pt x="190" y="320"/>
                  </a:lnTo>
                  <a:lnTo>
                    <a:pt x="207" y="329"/>
                  </a:lnTo>
                  <a:lnTo>
                    <a:pt x="230" y="299"/>
                  </a:lnTo>
                  <a:lnTo>
                    <a:pt x="240" y="296"/>
                  </a:lnTo>
                  <a:lnTo>
                    <a:pt x="257" y="303"/>
                  </a:lnTo>
                  <a:lnTo>
                    <a:pt x="264" y="306"/>
                  </a:lnTo>
                  <a:lnTo>
                    <a:pt x="269" y="305"/>
                  </a:lnTo>
                  <a:lnTo>
                    <a:pt x="273" y="299"/>
                  </a:lnTo>
                  <a:lnTo>
                    <a:pt x="271" y="260"/>
                  </a:lnTo>
                  <a:lnTo>
                    <a:pt x="273" y="254"/>
                  </a:lnTo>
                  <a:lnTo>
                    <a:pt x="278" y="253"/>
                  </a:lnTo>
                  <a:lnTo>
                    <a:pt x="354" y="241"/>
                  </a:lnTo>
                  <a:lnTo>
                    <a:pt x="358" y="244"/>
                  </a:lnTo>
                  <a:lnTo>
                    <a:pt x="361" y="251"/>
                  </a:lnTo>
                  <a:lnTo>
                    <a:pt x="366" y="253"/>
                  </a:lnTo>
                  <a:lnTo>
                    <a:pt x="375" y="246"/>
                  </a:lnTo>
                  <a:lnTo>
                    <a:pt x="384" y="227"/>
                  </a:lnTo>
                  <a:lnTo>
                    <a:pt x="378" y="223"/>
                  </a:lnTo>
                  <a:lnTo>
                    <a:pt x="377" y="216"/>
                  </a:lnTo>
                  <a:lnTo>
                    <a:pt x="380" y="208"/>
                  </a:lnTo>
                  <a:lnTo>
                    <a:pt x="392" y="201"/>
                  </a:lnTo>
                  <a:lnTo>
                    <a:pt x="403" y="199"/>
                  </a:lnTo>
                  <a:lnTo>
                    <a:pt x="409" y="202"/>
                  </a:lnTo>
                  <a:lnTo>
                    <a:pt x="411" y="211"/>
                  </a:lnTo>
                  <a:lnTo>
                    <a:pt x="413" y="218"/>
                  </a:lnTo>
                  <a:lnTo>
                    <a:pt x="425" y="225"/>
                  </a:lnTo>
                  <a:lnTo>
                    <a:pt x="435" y="223"/>
                  </a:lnTo>
                  <a:lnTo>
                    <a:pt x="446" y="230"/>
                  </a:lnTo>
                  <a:lnTo>
                    <a:pt x="453" y="237"/>
                  </a:lnTo>
                  <a:lnTo>
                    <a:pt x="453" y="227"/>
                  </a:lnTo>
                  <a:lnTo>
                    <a:pt x="454" y="216"/>
                  </a:lnTo>
                  <a:lnTo>
                    <a:pt x="451" y="211"/>
                  </a:lnTo>
                  <a:lnTo>
                    <a:pt x="434" y="208"/>
                  </a:lnTo>
                  <a:lnTo>
                    <a:pt x="423" y="201"/>
                  </a:lnTo>
                  <a:lnTo>
                    <a:pt x="423" y="196"/>
                  </a:lnTo>
                  <a:lnTo>
                    <a:pt x="422" y="192"/>
                  </a:lnTo>
                  <a:lnTo>
                    <a:pt x="430" y="196"/>
                  </a:lnTo>
                  <a:lnTo>
                    <a:pt x="439" y="199"/>
                  </a:lnTo>
                  <a:lnTo>
                    <a:pt x="444" y="196"/>
                  </a:lnTo>
                  <a:lnTo>
                    <a:pt x="446" y="183"/>
                  </a:lnTo>
                  <a:lnTo>
                    <a:pt x="453" y="182"/>
                  </a:lnTo>
                  <a:lnTo>
                    <a:pt x="460" y="189"/>
                  </a:lnTo>
                  <a:lnTo>
                    <a:pt x="470" y="196"/>
                  </a:lnTo>
                  <a:lnTo>
                    <a:pt x="482" y="197"/>
                  </a:lnTo>
                  <a:lnTo>
                    <a:pt x="494" y="175"/>
                  </a:lnTo>
                  <a:lnTo>
                    <a:pt x="518" y="175"/>
                  </a:lnTo>
                  <a:lnTo>
                    <a:pt x="532" y="168"/>
                  </a:lnTo>
                  <a:lnTo>
                    <a:pt x="537" y="163"/>
                  </a:lnTo>
                  <a:lnTo>
                    <a:pt x="551" y="161"/>
                  </a:lnTo>
                  <a:lnTo>
                    <a:pt x="570" y="149"/>
                  </a:lnTo>
                  <a:lnTo>
                    <a:pt x="577" y="140"/>
                  </a:lnTo>
                  <a:lnTo>
                    <a:pt x="575" y="132"/>
                  </a:lnTo>
                  <a:lnTo>
                    <a:pt x="582" y="116"/>
                  </a:lnTo>
                  <a:lnTo>
                    <a:pt x="586" y="109"/>
                  </a:lnTo>
                  <a:lnTo>
                    <a:pt x="589" y="109"/>
                  </a:lnTo>
                  <a:lnTo>
                    <a:pt x="591" y="109"/>
                  </a:lnTo>
                  <a:lnTo>
                    <a:pt x="596" y="107"/>
                  </a:lnTo>
                  <a:lnTo>
                    <a:pt x="603" y="107"/>
                  </a:lnTo>
                  <a:lnTo>
                    <a:pt x="608" y="106"/>
                  </a:lnTo>
                  <a:lnTo>
                    <a:pt x="615" y="102"/>
                  </a:lnTo>
                  <a:lnTo>
                    <a:pt x="617" y="93"/>
                  </a:lnTo>
                  <a:lnTo>
                    <a:pt x="617" y="93"/>
                  </a:lnTo>
                  <a:lnTo>
                    <a:pt x="617" y="88"/>
                  </a:lnTo>
                  <a:lnTo>
                    <a:pt x="619" y="87"/>
                  </a:lnTo>
                  <a:lnTo>
                    <a:pt x="619" y="80"/>
                  </a:lnTo>
                  <a:lnTo>
                    <a:pt x="620" y="73"/>
                  </a:lnTo>
                  <a:lnTo>
                    <a:pt x="622" y="69"/>
                  </a:lnTo>
                  <a:lnTo>
                    <a:pt x="636" y="69"/>
                  </a:lnTo>
                  <a:lnTo>
                    <a:pt x="648" y="69"/>
                  </a:lnTo>
                  <a:lnTo>
                    <a:pt x="651" y="74"/>
                  </a:lnTo>
                  <a:lnTo>
                    <a:pt x="655" y="80"/>
                  </a:lnTo>
                  <a:lnTo>
                    <a:pt x="658" y="81"/>
                  </a:lnTo>
                  <a:lnTo>
                    <a:pt x="664" y="81"/>
                  </a:lnTo>
                  <a:lnTo>
                    <a:pt x="671" y="80"/>
                  </a:lnTo>
                  <a:lnTo>
                    <a:pt x="677" y="76"/>
                  </a:lnTo>
                  <a:lnTo>
                    <a:pt x="683" y="74"/>
                  </a:lnTo>
                  <a:lnTo>
                    <a:pt x="688" y="73"/>
                  </a:lnTo>
                  <a:lnTo>
                    <a:pt x="690" y="69"/>
                  </a:lnTo>
                  <a:lnTo>
                    <a:pt x="691" y="62"/>
                  </a:lnTo>
                  <a:lnTo>
                    <a:pt x="691" y="48"/>
                  </a:lnTo>
                  <a:lnTo>
                    <a:pt x="695" y="38"/>
                  </a:lnTo>
                  <a:lnTo>
                    <a:pt x="698" y="35"/>
                  </a:lnTo>
                  <a:lnTo>
                    <a:pt x="709" y="26"/>
                  </a:lnTo>
                  <a:lnTo>
                    <a:pt x="715" y="16"/>
                  </a:lnTo>
                  <a:lnTo>
                    <a:pt x="719" y="16"/>
                  </a:lnTo>
                  <a:lnTo>
                    <a:pt x="726" y="9"/>
                  </a:lnTo>
                  <a:lnTo>
                    <a:pt x="733" y="2"/>
                  </a:lnTo>
                  <a:lnTo>
                    <a:pt x="736" y="2"/>
                  </a:lnTo>
                  <a:lnTo>
                    <a:pt x="741" y="0"/>
                  </a:lnTo>
                  <a:lnTo>
                    <a:pt x="741" y="0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  <p:sp>
          <p:nvSpPr>
            <p:cNvPr id="149" name="Freeform 108">
              <a:extLst>
                <a:ext uri="{FF2B5EF4-FFF2-40B4-BE49-F238E27FC236}">
                  <a16:creationId xmlns:a16="http://schemas.microsoft.com/office/drawing/2014/main" xmlns="" id="{3FEA3802-4425-4EC9-B94E-7D9AFED20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8701" y="5993218"/>
              <a:ext cx="419100" cy="357188"/>
            </a:xfrm>
            <a:custGeom>
              <a:avLst/>
              <a:gdLst>
                <a:gd name="T0" fmla="*/ 185 w 530"/>
                <a:gd name="T1" fmla="*/ 5 h 450"/>
                <a:gd name="T2" fmla="*/ 199 w 530"/>
                <a:gd name="T3" fmla="*/ 20 h 450"/>
                <a:gd name="T4" fmla="*/ 225 w 530"/>
                <a:gd name="T5" fmla="*/ 29 h 450"/>
                <a:gd name="T6" fmla="*/ 246 w 530"/>
                <a:gd name="T7" fmla="*/ 52 h 450"/>
                <a:gd name="T8" fmla="*/ 270 w 530"/>
                <a:gd name="T9" fmla="*/ 50 h 450"/>
                <a:gd name="T10" fmla="*/ 312 w 530"/>
                <a:gd name="T11" fmla="*/ 45 h 450"/>
                <a:gd name="T12" fmla="*/ 322 w 530"/>
                <a:gd name="T13" fmla="*/ 83 h 450"/>
                <a:gd name="T14" fmla="*/ 327 w 530"/>
                <a:gd name="T15" fmla="*/ 119 h 450"/>
                <a:gd name="T16" fmla="*/ 353 w 530"/>
                <a:gd name="T17" fmla="*/ 142 h 450"/>
                <a:gd name="T18" fmla="*/ 377 w 530"/>
                <a:gd name="T19" fmla="*/ 155 h 450"/>
                <a:gd name="T20" fmla="*/ 400 w 530"/>
                <a:gd name="T21" fmla="*/ 162 h 450"/>
                <a:gd name="T22" fmla="*/ 410 w 530"/>
                <a:gd name="T23" fmla="*/ 185 h 450"/>
                <a:gd name="T24" fmla="*/ 431 w 530"/>
                <a:gd name="T25" fmla="*/ 219 h 450"/>
                <a:gd name="T26" fmla="*/ 460 w 530"/>
                <a:gd name="T27" fmla="*/ 221 h 450"/>
                <a:gd name="T28" fmla="*/ 478 w 530"/>
                <a:gd name="T29" fmla="*/ 216 h 450"/>
                <a:gd name="T30" fmla="*/ 530 w 530"/>
                <a:gd name="T31" fmla="*/ 209 h 450"/>
                <a:gd name="T32" fmla="*/ 512 w 530"/>
                <a:gd name="T33" fmla="*/ 249 h 450"/>
                <a:gd name="T34" fmla="*/ 460 w 530"/>
                <a:gd name="T35" fmla="*/ 275 h 450"/>
                <a:gd name="T36" fmla="*/ 402 w 530"/>
                <a:gd name="T37" fmla="*/ 289 h 450"/>
                <a:gd name="T38" fmla="*/ 381 w 530"/>
                <a:gd name="T39" fmla="*/ 299 h 450"/>
                <a:gd name="T40" fmla="*/ 365 w 530"/>
                <a:gd name="T41" fmla="*/ 301 h 450"/>
                <a:gd name="T42" fmla="*/ 395 w 530"/>
                <a:gd name="T43" fmla="*/ 327 h 450"/>
                <a:gd name="T44" fmla="*/ 367 w 530"/>
                <a:gd name="T45" fmla="*/ 323 h 450"/>
                <a:gd name="T46" fmla="*/ 345 w 530"/>
                <a:gd name="T47" fmla="*/ 299 h 450"/>
                <a:gd name="T48" fmla="*/ 320 w 530"/>
                <a:gd name="T49" fmla="*/ 323 h 450"/>
                <a:gd name="T50" fmla="*/ 301 w 530"/>
                <a:gd name="T51" fmla="*/ 351 h 450"/>
                <a:gd name="T52" fmla="*/ 215 w 530"/>
                <a:gd name="T53" fmla="*/ 354 h 450"/>
                <a:gd name="T54" fmla="*/ 206 w 530"/>
                <a:gd name="T55" fmla="*/ 405 h 450"/>
                <a:gd name="T56" fmla="*/ 149 w 530"/>
                <a:gd name="T57" fmla="*/ 427 h 450"/>
                <a:gd name="T58" fmla="*/ 75 w 530"/>
                <a:gd name="T59" fmla="*/ 427 h 450"/>
                <a:gd name="T60" fmla="*/ 0 w 530"/>
                <a:gd name="T61" fmla="*/ 439 h 450"/>
                <a:gd name="T62" fmla="*/ 21 w 530"/>
                <a:gd name="T63" fmla="*/ 430 h 450"/>
                <a:gd name="T64" fmla="*/ 59 w 530"/>
                <a:gd name="T65" fmla="*/ 422 h 450"/>
                <a:gd name="T66" fmla="*/ 64 w 530"/>
                <a:gd name="T67" fmla="*/ 399 h 450"/>
                <a:gd name="T68" fmla="*/ 39 w 530"/>
                <a:gd name="T69" fmla="*/ 387 h 450"/>
                <a:gd name="T70" fmla="*/ 33 w 530"/>
                <a:gd name="T71" fmla="*/ 365 h 450"/>
                <a:gd name="T72" fmla="*/ 61 w 530"/>
                <a:gd name="T73" fmla="*/ 353 h 450"/>
                <a:gd name="T74" fmla="*/ 64 w 530"/>
                <a:gd name="T75" fmla="*/ 320 h 450"/>
                <a:gd name="T76" fmla="*/ 54 w 530"/>
                <a:gd name="T77" fmla="*/ 294 h 450"/>
                <a:gd name="T78" fmla="*/ 68 w 530"/>
                <a:gd name="T79" fmla="*/ 268 h 450"/>
                <a:gd name="T80" fmla="*/ 78 w 530"/>
                <a:gd name="T81" fmla="*/ 256 h 450"/>
                <a:gd name="T82" fmla="*/ 66 w 530"/>
                <a:gd name="T83" fmla="*/ 228 h 450"/>
                <a:gd name="T84" fmla="*/ 68 w 530"/>
                <a:gd name="T85" fmla="*/ 212 h 450"/>
                <a:gd name="T86" fmla="*/ 71 w 530"/>
                <a:gd name="T87" fmla="*/ 202 h 450"/>
                <a:gd name="T88" fmla="*/ 71 w 530"/>
                <a:gd name="T89" fmla="*/ 176 h 450"/>
                <a:gd name="T90" fmla="*/ 90 w 530"/>
                <a:gd name="T91" fmla="*/ 147 h 450"/>
                <a:gd name="T92" fmla="*/ 106 w 530"/>
                <a:gd name="T93" fmla="*/ 128 h 450"/>
                <a:gd name="T94" fmla="*/ 101 w 530"/>
                <a:gd name="T95" fmla="*/ 93 h 450"/>
                <a:gd name="T96" fmla="*/ 113 w 530"/>
                <a:gd name="T97" fmla="*/ 69 h 450"/>
                <a:gd name="T98" fmla="*/ 134 w 530"/>
                <a:gd name="T99" fmla="*/ 60 h 450"/>
                <a:gd name="T100" fmla="*/ 154 w 530"/>
                <a:gd name="T101" fmla="*/ 39 h 450"/>
                <a:gd name="T102" fmla="*/ 154 w 530"/>
                <a:gd name="T103" fmla="*/ 10 h 450"/>
                <a:gd name="T104" fmla="*/ 166 w 530"/>
                <a:gd name="T105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30" h="450">
                  <a:moveTo>
                    <a:pt x="166" y="0"/>
                  </a:moveTo>
                  <a:lnTo>
                    <a:pt x="177" y="0"/>
                  </a:lnTo>
                  <a:lnTo>
                    <a:pt x="180" y="1"/>
                  </a:lnTo>
                  <a:lnTo>
                    <a:pt x="185" y="5"/>
                  </a:lnTo>
                  <a:lnTo>
                    <a:pt x="187" y="10"/>
                  </a:lnTo>
                  <a:lnTo>
                    <a:pt x="187" y="14"/>
                  </a:lnTo>
                  <a:lnTo>
                    <a:pt x="192" y="17"/>
                  </a:lnTo>
                  <a:lnTo>
                    <a:pt x="199" y="20"/>
                  </a:lnTo>
                  <a:lnTo>
                    <a:pt x="199" y="22"/>
                  </a:lnTo>
                  <a:lnTo>
                    <a:pt x="211" y="26"/>
                  </a:lnTo>
                  <a:lnTo>
                    <a:pt x="222" y="27"/>
                  </a:lnTo>
                  <a:lnTo>
                    <a:pt x="225" y="29"/>
                  </a:lnTo>
                  <a:lnTo>
                    <a:pt x="230" y="33"/>
                  </a:lnTo>
                  <a:lnTo>
                    <a:pt x="239" y="36"/>
                  </a:lnTo>
                  <a:lnTo>
                    <a:pt x="244" y="45"/>
                  </a:lnTo>
                  <a:lnTo>
                    <a:pt x="246" y="52"/>
                  </a:lnTo>
                  <a:lnTo>
                    <a:pt x="253" y="55"/>
                  </a:lnTo>
                  <a:lnTo>
                    <a:pt x="255" y="57"/>
                  </a:lnTo>
                  <a:lnTo>
                    <a:pt x="262" y="57"/>
                  </a:lnTo>
                  <a:lnTo>
                    <a:pt x="270" y="50"/>
                  </a:lnTo>
                  <a:lnTo>
                    <a:pt x="272" y="48"/>
                  </a:lnTo>
                  <a:lnTo>
                    <a:pt x="275" y="46"/>
                  </a:lnTo>
                  <a:lnTo>
                    <a:pt x="291" y="45"/>
                  </a:lnTo>
                  <a:lnTo>
                    <a:pt x="312" y="45"/>
                  </a:lnTo>
                  <a:lnTo>
                    <a:pt x="317" y="48"/>
                  </a:lnTo>
                  <a:lnTo>
                    <a:pt x="320" y="55"/>
                  </a:lnTo>
                  <a:lnTo>
                    <a:pt x="322" y="76"/>
                  </a:lnTo>
                  <a:lnTo>
                    <a:pt x="322" y="83"/>
                  </a:lnTo>
                  <a:lnTo>
                    <a:pt x="324" y="95"/>
                  </a:lnTo>
                  <a:lnTo>
                    <a:pt x="326" y="116"/>
                  </a:lnTo>
                  <a:lnTo>
                    <a:pt x="326" y="116"/>
                  </a:lnTo>
                  <a:lnTo>
                    <a:pt x="327" y="119"/>
                  </a:lnTo>
                  <a:lnTo>
                    <a:pt x="339" y="133"/>
                  </a:lnTo>
                  <a:lnTo>
                    <a:pt x="343" y="135"/>
                  </a:lnTo>
                  <a:lnTo>
                    <a:pt x="348" y="140"/>
                  </a:lnTo>
                  <a:lnTo>
                    <a:pt x="353" y="142"/>
                  </a:lnTo>
                  <a:lnTo>
                    <a:pt x="367" y="142"/>
                  </a:lnTo>
                  <a:lnTo>
                    <a:pt x="369" y="148"/>
                  </a:lnTo>
                  <a:lnTo>
                    <a:pt x="372" y="154"/>
                  </a:lnTo>
                  <a:lnTo>
                    <a:pt x="377" y="155"/>
                  </a:lnTo>
                  <a:lnTo>
                    <a:pt x="384" y="159"/>
                  </a:lnTo>
                  <a:lnTo>
                    <a:pt x="391" y="159"/>
                  </a:lnTo>
                  <a:lnTo>
                    <a:pt x="393" y="161"/>
                  </a:lnTo>
                  <a:lnTo>
                    <a:pt x="400" y="162"/>
                  </a:lnTo>
                  <a:lnTo>
                    <a:pt x="402" y="168"/>
                  </a:lnTo>
                  <a:lnTo>
                    <a:pt x="407" y="173"/>
                  </a:lnTo>
                  <a:lnTo>
                    <a:pt x="408" y="181"/>
                  </a:lnTo>
                  <a:lnTo>
                    <a:pt x="410" y="185"/>
                  </a:lnTo>
                  <a:lnTo>
                    <a:pt x="419" y="199"/>
                  </a:lnTo>
                  <a:lnTo>
                    <a:pt x="426" y="212"/>
                  </a:lnTo>
                  <a:lnTo>
                    <a:pt x="431" y="216"/>
                  </a:lnTo>
                  <a:lnTo>
                    <a:pt x="431" y="219"/>
                  </a:lnTo>
                  <a:lnTo>
                    <a:pt x="438" y="221"/>
                  </a:lnTo>
                  <a:lnTo>
                    <a:pt x="440" y="223"/>
                  </a:lnTo>
                  <a:lnTo>
                    <a:pt x="447" y="223"/>
                  </a:lnTo>
                  <a:lnTo>
                    <a:pt x="460" y="221"/>
                  </a:lnTo>
                  <a:lnTo>
                    <a:pt x="466" y="221"/>
                  </a:lnTo>
                  <a:lnTo>
                    <a:pt x="469" y="221"/>
                  </a:lnTo>
                  <a:lnTo>
                    <a:pt x="474" y="219"/>
                  </a:lnTo>
                  <a:lnTo>
                    <a:pt x="478" y="216"/>
                  </a:lnTo>
                  <a:lnTo>
                    <a:pt x="479" y="212"/>
                  </a:lnTo>
                  <a:lnTo>
                    <a:pt x="495" y="212"/>
                  </a:lnTo>
                  <a:lnTo>
                    <a:pt x="507" y="212"/>
                  </a:lnTo>
                  <a:lnTo>
                    <a:pt x="530" y="209"/>
                  </a:lnTo>
                  <a:lnTo>
                    <a:pt x="524" y="216"/>
                  </a:lnTo>
                  <a:lnTo>
                    <a:pt x="517" y="232"/>
                  </a:lnTo>
                  <a:lnTo>
                    <a:pt x="519" y="240"/>
                  </a:lnTo>
                  <a:lnTo>
                    <a:pt x="512" y="249"/>
                  </a:lnTo>
                  <a:lnTo>
                    <a:pt x="493" y="259"/>
                  </a:lnTo>
                  <a:lnTo>
                    <a:pt x="479" y="263"/>
                  </a:lnTo>
                  <a:lnTo>
                    <a:pt x="476" y="268"/>
                  </a:lnTo>
                  <a:lnTo>
                    <a:pt x="460" y="275"/>
                  </a:lnTo>
                  <a:lnTo>
                    <a:pt x="438" y="275"/>
                  </a:lnTo>
                  <a:lnTo>
                    <a:pt x="424" y="297"/>
                  </a:lnTo>
                  <a:lnTo>
                    <a:pt x="412" y="296"/>
                  </a:lnTo>
                  <a:lnTo>
                    <a:pt x="402" y="289"/>
                  </a:lnTo>
                  <a:lnTo>
                    <a:pt x="395" y="282"/>
                  </a:lnTo>
                  <a:lnTo>
                    <a:pt x="388" y="283"/>
                  </a:lnTo>
                  <a:lnTo>
                    <a:pt x="386" y="296"/>
                  </a:lnTo>
                  <a:lnTo>
                    <a:pt x="381" y="299"/>
                  </a:lnTo>
                  <a:lnTo>
                    <a:pt x="372" y="294"/>
                  </a:lnTo>
                  <a:lnTo>
                    <a:pt x="364" y="292"/>
                  </a:lnTo>
                  <a:lnTo>
                    <a:pt x="365" y="296"/>
                  </a:lnTo>
                  <a:lnTo>
                    <a:pt x="365" y="301"/>
                  </a:lnTo>
                  <a:lnTo>
                    <a:pt x="376" y="308"/>
                  </a:lnTo>
                  <a:lnTo>
                    <a:pt x="393" y="311"/>
                  </a:lnTo>
                  <a:lnTo>
                    <a:pt x="396" y="316"/>
                  </a:lnTo>
                  <a:lnTo>
                    <a:pt x="395" y="327"/>
                  </a:lnTo>
                  <a:lnTo>
                    <a:pt x="395" y="337"/>
                  </a:lnTo>
                  <a:lnTo>
                    <a:pt x="388" y="330"/>
                  </a:lnTo>
                  <a:lnTo>
                    <a:pt x="377" y="323"/>
                  </a:lnTo>
                  <a:lnTo>
                    <a:pt x="367" y="323"/>
                  </a:lnTo>
                  <a:lnTo>
                    <a:pt x="355" y="318"/>
                  </a:lnTo>
                  <a:lnTo>
                    <a:pt x="353" y="311"/>
                  </a:lnTo>
                  <a:lnTo>
                    <a:pt x="351" y="302"/>
                  </a:lnTo>
                  <a:lnTo>
                    <a:pt x="345" y="299"/>
                  </a:lnTo>
                  <a:lnTo>
                    <a:pt x="334" y="301"/>
                  </a:lnTo>
                  <a:lnTo>
                    <a:pt x="322" y="308"/>
                  </a:lnTo>
                  <a:lnTo>
                    <a:pt x="319" y="316"/>
                  </a:lnTo>
                  <a:lnTo>
                    <a:pt x="320" y="323"/>
                  </a:lnTo>
                  <a:lnTo>
                    <a:pt x="326" y="327"/>
                  </a:lnTo>
                  <a:lnTo>
                    <a:pt x="317" y="346"/>
                  </a:lnTo>
                  <a:lnTo>
                    <a:pt x="308" y="353"/>
                  </a:lnTo>
                  <a:lnTo>
                    <a:pt x="301" y="351"/>
                  </a:lnTo>
                  <a:lnTo>
                    <a:pt x="300" y="344"/>
                  </a:lnTo>
                  <a:lnTo>
                    <a:pt x="296" y="341"/>
                  </a:lnTo>
                  <a:lnTo>
                    <a:pt x="220" y="353"/>
                  </a:lnTo>
                  <a:lnTo>
                    <a:pt x="215" y="354"/>
                  </a:lnTo>
                  <a:lnTo>
                    <a:pt x="213" y="360"/>
                  </a:lnTo>
                  <a:lnTo>
                    <a:pt x="215" y="398"/>
                  </a:lnTo>
                  <a:lnTo>
                    <a:pt x="211" y="403"/>
                  </a:lnTo>
                  <a:lnTo>
                    <a:pt x="206" y="405"/>
                  </a:lnTo>
                  <a:lnTo>
                    <a:pt x="199" y="401"/>
                  </a:lnTo>
                  <a:lnTo>
                    <a:pt x="182" y="396"/>
                  </a:lnTo>
                  <a:lnTo>
                    <a:pt x="172" y="398"/>
                  </a:lnTo>
                  <a:lnTo>
                    <a:pt x="149" y="427"/>
                  </a:lnTo>
                  <a:lnTo>
                    <a:pt x="132" y="418"/>
                  </a:lnTo>
                  <a:lnTo>
                    <a:pt x="115" y="417"/>
                  </a:lnTo>
                  <a:lnTo>
                    <a:pt x="87" y="418"/>
                  </a:lnTo>
                  <a:lnTo>
                    <a:pt x="75" y="427"/>
                  </a:lnTo>
                  <a:lnTo>
                    <a:pt x="70" y="446"/>
                  </a:lnTo>
                  <a:lnTo>
                    <a:pt x="59" y="450"/>
                  </a:lnTo>
                  <a:lnTo>
                    <a:pt x="42" y="443"/>
                  </a:lnTo>
                  <a:lnTo>
                    <a:pt x="0" y="439"/>
                  </a:lnTo>
                  <a:lnTo>
                    <a:pt x="0" y="437"/>
                  </a:lnTo>
                  <a:lnTo>
                    <a:pt x="2" y="432"/>
                  </a:lnTo>
                  <a:lnTo>
                    <a:pt x="6" y="432"/>
                  </a:lnTo>
                  <a:lnTo>
                    <a:pt x="21" y="430"/>
                  </a:lnTo>
                  <a:lnTo>
                    <a:pt x="37" y="430"/>
                  </a:lnTo>
                  <a:lnTo>
                    <a:pt x="44" y="427"/>
                  </a:lnTo>
                  <a:lnTo>
                    <a:pt x="52" y="427"/>
                  </a:lnTo>
                  <a:lnTo>
                    <a:pt x="59" y="422"/>
                  </a:lnTo>
                  <a:lnTo>
                    <a:pt x="61" y="418"/>
                  </a:lnTo>
                  <a:lnTo>
                    <a:pt x="66" y="411"/>
                  </a:lnTo>
                  <a:lnTo>
                    <a:pt x="66" y="405"/>
                  </a:lnTo>
                  <a:lnTo>
                    <a:pt x="64" y="399"/>
                  </a:lnTo>
                  <a:lnTo>
                    <a:pt x="59" y="398"/>
                  </a:lnTo>
                  <a:lnTo>
                    <a:pt x="58" y="394"/>
                  </a:lnTo>
                  <a:lnTo>
                    <a:pt x="47" y="392"/>
                  </a:lnTo>
                  <a:lnTo>
                    <a:pt x="39" y="387"/>
                  </a:lnTo>
                  <a:lnTo>
                    <a:pt x="33" y="382"/>
                  </a:lnTo>
                  <a:lnTo>
                    <a:pt x="33" y="380"/>
                  </a:lnTo>
                  <a:lnTo>
                    <a:pt x="33" y="368"/>
                  </a:lnTo>
                  <a:lnTo>
                    <a:pt x="33" y="365"/>
                  </a:lnTo>
                  <a:lnTo>
                    <a:pt x="37" y="360"/>
                  </a:lnTo>
                  <a:lnTo>
                    <a:pt x="44" y="358"/>
                  </a:lnTo>
                  <a:lnTo>
                    <a:pt x="52" y="354"/>
                  </a:lnTo>
                  <a:lnTo>
                    <a:pt x="61" y="353"/>
                  </a:lnTo>
                  <a:lnTo>
                    <a:pt x="66" y="353"/>
                  </a:lnTo>
                  <a:lnTo>
                    <a:pt x="68" y="332"/>
                  </a:lnTo>
                  <a:lnTo>
                    <a:pt x="68" y="325"/>
                  </a:lnTo>
                  <a:lnTo>
                    <a:pt x="64" y="320"/>
                  </a:lnTo>
                  <a:lnTo>
                    <a:pt x="61" y="315"/>
                  </a:lnTo>
                  <a:lnTo>
                    <a:pt x="59" y="309"/>
                  </a:lnTo>
                  <a:lnTo>
                    <a:pt x="58" y="301"/>
                  </a:lnTo>
                  <a:lnTo>
                    <a:pt x="54" y="294"/>
                  </a:lnTo>
                  <a:lnTo>
                    <a:pt x="54" y="282"/>
                  </a:lnTo>
                  <a:lnTo>
                    <a:pt x="58" y="275"/>
                  </a:lnTo>
                  <a:lnTo>
                    <a:pt x="59" y="275"/>
                  </a:lnTo>
                  <a:lnTo>
                    <a:pt x="68" y="268"/>
                  </a:lnTo>
                  <a:lnTo>
                    <a:pt x="75" y="266"/>
                  </a:lnTo>
                  <a:lnTo>
                    <a:pt x="78" y="266"/>
                  </a:lnTo>
                  <a:lnTo>
                    <a:pt x="78" y="263"/>
                  </a:lnTo>
                  <a:lnTo>
                    <a:pt x="78" y="256"/>
                  </a:lnTo>
                  <a:lnTo>
                    <a:pt x="78" y="247"/>
                  </a:lnTo>
                  <a:lnTo>
                    <a:pt x="75" y="240"/>
                  </a:lnTo>
                  <a:lnTo>
                    <a:pt x="68" y="233"/>
                  </a:lnTo>
                  <a:lnTo>
                    <a:pt x="66" y="228"/>
                  </a:lnTo>
                  <a:lnTo>
                    <a:pt x="64" y="221"/>
                  </a:lnTo>
                  <a:lnTo>
                    <a:pt x="64" y="216"/>
                  </a:lnTo>
                  <a:lnTo>
                    <a:pt x="66" y="212"/>
                  </a:lnTo>
                  <a:lnTo>
                    <a:pt x="68" y="212"/>
                  </a:lnTo>
                  <a:lnTo>
                    <a:pt x="71" y="211"/>
                  </a:lnTo>
                  <a:lnTo>
                    <a:pt x="75" y="206"/>
                  </a:lnTo>
                  <a:lnTo>
                    <a:pt x="75" y="204"/>
                  </a:lnTo>
                  <a:lnTo>
                    <a:pt x="71" y="202"/>
                  </a:lnTo>
                  <a:lnTo>
                    <a:pt x="71" y="200"/>
                  </a:lnTo>
                  <a:lnTo>
                    <a:pt x="71" y="195"/>
                  </a:lnTo>
                  <a:lnTo>
                    <a:pt x="68" y="188"/>
                  </a:lnTo>
                  <a:lnTo>
                    <a:pt x="71" y="176"/>
                  </a:lnTo>
                  <a:lnTo>
                    <a:pt x="75" y="173"/>
                  </a:lnTo>
                  <a:lnTo>
                    <a:pt x="78" y="169"/>
                  </a:lnTo>
                  <a:lnTo>
                    <a:pt x="83" y="161"/>
                  </a:lnTo>
                  <a:lnTo>
                    <a:pt x="90" y="147"/>
                  </a:lnTo>
                  <a:lnTo>
                    <a:pt x="97" y="142"/>
                  </a:lnTo>
                  <a:lnTo>
                    <a:pt x="101" y="135"/>
                  </a:lnTo>
                  <a:lnTo>
                    <a:pt x="106" y="131"/>
                  </a:lnTo>
                  <a:lnTo>
                    <a:pt x="106" y="128"/>
                  </a:lnTo>
                  <a:lnTo>
                    <a:pt x="106" y="123"/>
                  </a:lnTo>
                  <a:lnTo>
                    <a:pt x="106" y="116"/>
                  </a:lnTo>
                  <a:lnTo>
                    <a:pt x="101" y="109"/>
                  </a:lnTo>
                  <a:lnTo>
                    <a:pt x="101" y="93"/>
                  </a:lnTo>
                  <a:lnTo>
                    <a:pt x="104" y="88"/>
                  </a:lnTo>
                  <a:lnTo>
                    <a:pt x="106" y="81"/>
                  </a:lnTo>
                  <a:lnTo>
                    <a:pt x="111" y="76"/>
                  </a:lnTo>
                  <a:lnTo>
                    <a:pt x="113" y="69"/>
                  </a:lnTo>
                  <a:lnTo>
                    <a:pt x="118" y="64"/>
                  </a:lnTo>
                  <a:lnTo>
                    <a:pt x="128" y="62"/>
                  </a:lnTo>
                  <a:lnTo>
                    <a:pt x="132" y="62"/>
                  </a:lnTo>
                  <a:lnTo>
                    <a:pt x="134" y="60"/>
                  </a:lnTo>
                  <a:lnTo>
                    <a:pt x="139" y="57"/>
                  </a:lnTo>
                  <a:lnTo>
                    <a:pt x="146" y="55"/>
                  </a:lnTo>
                  <a:lnTo>
                    <a:pt x="151" y="48"/>
                  </a:lnTo>
                  <a:lnTo>
                    <a:pt x="154" y="39"/>
                  </a:lnTo>
                  <a:lnTo>
                    <a:pt x="158" y="36"/>
                  </a:lnTo>
                  <a:lnTo>
                    <a:pt x="158" y="26"/>
                  </a:lnTo>
                  <a:lnTo>
                    <a:pt x="154" y="15"/>
                  </a:lnTo>
                  <a:lnTo>
                    <a:pt x="154" y="10"/>
                  </a:lnTo>
                  <a:lnTo>
                    <a:pt x="158" y="7"/>
                  </a:lnTo>
                  <a:lnTo>
                    <a:pt x="160" y="3"/>
                  </a:lnTo>
                  <a:lnTo>
                    <a:pt x="161" y="1"/>
                  </a:lnTo>
                  <a:lnTo>
                    <a:pt x="166" y="0"/>
                  </a:lnTo>
                  <a:lnTo>
                    <a:pt x="166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296" tIns="45648" rIns="91296" bIns="4564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endParaRPr>
            </a:p>
          </p:txBody>
        </p:sp>
      </p:grpSp>
      <p:sp>
        <p:nvSpPr>
          <p:cNvPr id="150" name="Oval 149">
            <a:extLst>
              <a:ext uri="{FF2B5EF4-FFF2-40B4-BE49-F238E27FC236}">
                <a16:creationId xmlns:a16="http://schemas.microsoft.com/office/drawing/2014/main" xmlns="" id="{C8495555-C577-4D1B-A147-294EAEBF3BA3}"/>
              </a:ext>
            </a:extLst>
          </p:cNvPr>
          <p:cNvSpPr/>
          <p:nvPr/>
        </p:nvSpPr>
        <p:spPr>
          <a:xfrm>
            <a:off x="7949954" y="5067254"/>
            <a:ext cx="107944" cy="10794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8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xmlns="" id="{B747E6AA-6894-4490-8112-727B06DDF391}"/>
              </a:ext>
            </a:extLst>
          </p:cNvPr>
          <p:cNvSpPr/>
          <p:nvPr/>
        </p:nvSpPr>
        <p:spPr>
          <a:xfrm>
            <a:off x="8597448" y="3565169"/>
            <a:ext cx="107944" cy="10794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8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xmlns="" id="{89BEA5A9-2B9E-464E-A5E9-82348A3D9E20}"/>
              </a:ext>
            </a:extLst>
          </p:cNvPr>
          <p:cNvCxnSpPr>
            <a:cxnSpLocks/>
            <a:stCxn id="158" idx="2"/>
            <a:endCxn id="150" idx="2"/>
          </p:cNvCxnSpPr>
          <p:nvPr/>
        </p:nvCxnSpPr>
        <p:spPr>
          <a:xfrm rot="16200000" flipH="1">
            <a:off x="5455298" y="2626568"/>
            <a:ext cx="2528988" cy="2460327"/>
          </a:xfrm>
          <a:prstGeom prst="bentConnector2">
            <a:avLst/>
          </a:prstGeom>
          <a:ln w="12700">
            <a:solidFill>
              <a:schemeClr val="bg2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xmlns="" id="{EEF82E29-E729-4DE1-882F-D4FCC56B893D}"/>
              </a:ext>
            </a:extLst>
          </p:cNvPr>
          <p:cNvCxnSpPr>
            <a:cxnSpLocks/>
          </p:cNvCxnSpPr>
          <p:nvPr/>
        </p:nvCxnSpPr>
        <p:spPr>
          <a:xfrm>
            <a:off x="5808787" y="2239114"/>
            <a:ext cx="2783205" cy="1376146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xmlns="" id="{0E430951-8D41-4D38-A1C2-B70262972B42}"/>
              </a:ext>
            </a:extLst>
          </p:cNvPr>
          <p:cNvSpPr/>
          <p:nvPr/>
        </p:nvSpPr>
        <p:spPr>
          <a:xfrm>
            <a:off x="9013971" y="2944426"/>
            <a:ext cx="107944" cy="10794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8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xmlns="" id="{319F9C80-9FBE-4C41-95BB-33BBC4248EF9}"/>
              </a:ext>
            </a:extLst>
          </p:cNvPr>
          <p:cNvCxnSpPr>
            <a:cxnSpLocks/>
          </p:cNvCxnSpPr>
          <p:nvPr/>
        </p:nvCxnSpPr>
        <p:spPr>
          <a:xfrm>
            <a:off x="6146976" y="1821678"/>
            <a:ext cx="2868227" cy="1179251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xmlns="" id="{A7CC3B18-326E-4C10-BA4F-3C06119FE190}"/>
              </a:ext>
            </a:extLst>
          </p:cNvPr>
          <p:cNvCxnSpPr>
            <a:cxnSpLocks/>
            <a:endCxn id="157" idx="0"/>
          </p:cNvCxnSpPr>
          <p:nvPr/>
        </p:nvCxnSpPr>
        <p:spPr>
          <a:xfrm rot="16200000" flipH="1">
            <a:off x="5393471" y="2948577"/>
            <a:ext cx="3234713" cy="2449622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7" name="Oval 156">
            <a:extLst>
              <a:ext uri="{FF2B5EF4-FFF2-40B4-BE49-F238E27FC236}">
                <a16:creationId xmlns:a16="http://schemas.microsoft.com/office/drawing/2014/main" xmlns="" id="{A987C76D-4EE0-4474-9355-5957E3EDCABE}"/>
              </a:ext>
            </a:extLst>
          </p:cNvPr>
          <p:cNvSpPr/>
          <p:nvPr/>
        </p:nvSpPr>
        <p:spPr>
          <a:xfrm>
            <a:off x="8181667" y="5790745"/>
            <a:ext cx="107944" cy="10794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98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xmlns="" id="{B6FA1929-B5F0-40BE-8007-F6809AAB22FC}"/>
              </a:ext>
            </a:extLst>
          </p:cNvPr>
          <p:cNvSpPr txBox="1"/>
          <p:nvPr/>
        </p:nvSpPr>
        <p:spPr>
          <a:xfrm>
            <a:off x="4091102" y="1067255"/>
            <a:ext cx="2797051" cy="15249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R="0" lvl="0" indent="0" algn="ctr" defTabSz="913486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98" b="1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YInterstate Ligh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dirty="0"/>
              <a:t>PoC to be conducted in the month of May 2023 in 1 village in each state (Karnataka, Kerala, Uttar Pradesh, Madhya Pradesh)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63637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descr="Contents/agenda slide.&#10;On the left side agendas are put in a numerical format. And on the right side you can place they Key Takeaways if any.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6"/>
                </a:solidFill>
                <a:latin typeface="+mj-lt"/>
              </a:rPr>
              <a:t>Digital Crop Survey – Status &amp; Asks</a:t>
            </a:r>
            <a:endParaRPr lang="en-US" sz="2800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BC4A514-58C1-45B3-97FE-3BF7852DC51F}"/>
              </a:ext>
            </a:extLst>
          </p:cNvPr>
          <p:cNvSpPr txBox="1">
            <a:spLocks/>
          </p:cNvSpPr>
          <p:nvPr/>
        </p:nvSpPr>
        <p:spPr>
          <a:xfrm>
            <a:off x="626755" y="914711"/>
            <a:ext cx="10955646" cy="5432094"/>
          </a:xfrm>
          <a:prstGeom prst="rect">
            <a:avLst/>
          </a:prstGeom>
        </p:spPr>
        <p:txBody>
          <a:bodyPr>
            <a:normAutofit/>
          </a:bodyPr>
          <a:lstStyle>
            <a:lvl1pPr marL="356438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9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2875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7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313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5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5751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3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2188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1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3343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314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286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257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0040D9E2-EF58-4E1C-8958-48CE2CB12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83245391"/>
              </p:ext>
            </p:extLst>
          </p:nvPr>
        </p:nvGraphicFramePr>
        <p:xfrm>
          <a:off x="6024882" y="1844396"/>
          <a:ext cx="5557521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507">
                  <a:extLst>
                    <a:ext uri="{9D8B030D-6E8A-4147-A177-3AD203B41FA5}">
                      <a16:colId xmlns:a16="http://schemas.microsoft.com/office/drawing/2014/main" xmlns="" val="992997280"/>
                    </a:ext>
                  </a:extLst>
                </a:gridCol>
                <a:gridCol w="1852507">
                  <a:extLst>
                    <a:ext uri="{9D8B030D-6E8A-4147-A177-3AD203B41FA5}">
                      <a16:colId xmlns:a16="http://schemas.microsoft.com/office/drawing/2014/main" xmlns="" val="1009781370"/>
                    </a:ext>
                  </a:extLst>
                </a:gridCol>
                <a:gridCol w="1852507">
                  <a:extLst>
                    <a:ext uri="{9D8B030D-6E8A-4147-A177-3AD203B41FA5}">
                      <a16:colId xmlns:a16="http://schemas.microsoft.com/office/drawing/2014/main" xmlns="" val="2889665163"/>
                    </a:ext>
                  </a:extLst>
                </a:gridCol>
              </a:tblGrid>
              <a:tr h="36142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Completed</a:t>
                      </a:r>
                      <a:endParaRPr lang="en-GB" sz="1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Partial</a:t>
                      </a:r>
                      <a:endParaRPr lang="en-GB" sz="1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Not Started</a:t>
                      </a:r>
                      <a:endParaRPr lang="en-GB" sz="1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42374493"/>
                  </a:ext>
                </a:extLst>
              </a:tr>
              <a:tr h="36142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8 States</a:t>
                      </a:r>
                      <a:endParaRPr lang="en-GB" sz="1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12 States</a:t>
                      </a:r>
                      <a:endParaRPr lang="en-GB" sz="1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bg2"/>
                          </a:solidFill>
                        </a:rPr>
                        <a:t>16 States</a:t>
                      </a:r>
                      <a:endParaRPr lang="en-GB" sz="18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58501888"/>
                  </a:ext>
                </a:extLst>
              </a:tr>
              <a:tr h="3403367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  <a:latin typeface="+mj-lt"/>
                        </a:rPr>
                        <a:t>Gujarat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  <a:latin typeface="+mj-lt"/>
                        </a:rPr>
                        <a:t>Jharkhand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  <a:latin typeface="+mj-lt"/>
                        </a:rPr>
                        <a:t>Karnataka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  <a:latin typeface="+mj-lt"/>
                        </a:rPr>
                        <a:t>Madhya Pradesh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  <a:latin typeface="+mj-lt"/>
                        </a:rPr>
                        <a:t>Maharashtra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  <a:latin typeface="+mj-lt"/>
                        </a:rPr>
                        <a:t>Odisha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  <a:latin typeface="+mj-lt"/>
                        </a:rPr>
                        <a:t>Punjab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  <a:latin typeface="+mj-lt"/>
                        </a:rPr>
                        <a:t>Sikkim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Andhra Pradesh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Bihar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Chhattisgarh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Haryana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Himachal Pradesh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Kerala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Rajasthan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Tamil Nadu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Telangana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Uttar Pradesh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West Bengal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Assam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Goa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Uttarakhand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Arunachal Pradesh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Manipur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Meghalaya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Mizoram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Nagaland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Tripura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Andaman and Nicobar Islands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Chandigarh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Dadra and Nagar Haveli and Daman and Diu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Delhi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Jammu and Kashmir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Ladakh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Lakshadweep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  <a:latin typeface="+mj-lt"/>
                        </a:rPr>
                        <a:t>Puducherry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GB" sz="1100" dirty="0">
                        <a:solidFill>
                          <a:schemeClr val="bg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7694018"/>
                  </a:ext>
                </a:extLst>
              </a:tr>
            </a:tbl>
          </a:graphicData>
        </a:graphic>
      </p:graphicFrame>
      <p:sp>
        <p:nvSpPr>
          <p:cNvPr id="5" name="Title 3" descr="Contents/agenda slide.&#10;On the left side agendas are put in a numerical format. And on the right side you can place they Key Takeaways if any.">
            <a:extLst>
              <a:ext uri="{FF2B5EF4-FFF2-40B4-BE49-F238E27FC236}">
                <a16:creationId xmlns:a16="http://schemas.microsoft.com/office/drawing/2014/main" xmlns="" id="{AEFB34DD-F6C5-440F-AAAA-DFB775AA80FB}"/>
              </a:ext>
            </a:extLst>
          </p:cNvPr>
          <p:cNvSpPr txBox="1">
            <a:spLocks/>
          </p:cNvSpPr>
          <p:nvPr/>
        </p:nvSpPr>
        <p:spPr>
          <a:xfrm>
            <a:off x="6024882" y="6115198"/>
            <a:ext cx="5557519" cy="590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3943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="1" dirty="0">
                <a:solidFill>
                  <a:schemeClr val="accent6"/>
                </a:solidFill>
                <a:latin typeface="EYInterstate Light"/>
              </a:rPr>
              <a:t>G</a:t>
            </a:r>
            <a:r>
              <a:rPr kumimoji="0" lang="en-I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eo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-referencing</a:t>
            </a:r>
            <a:r>
              <a:rPr kumimoji="0" lang="en-IN" sz="16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 of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 village maps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is an essential requirement for the digital crop survey as the survey requires geo tagged photos to be taken from within the field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j-ea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D39CC86-5575-4936-AFD4-41BAE619BE44}"/>
              </a:ext>
            </a:extLst>
          </p:cNvPr>
          <p:cNvSpPr txBox="1"/>
          <p:nvPr/>
        </p:nvSpPr>
        <p:spPr>
          <a:xfrm>
            <a:off x="593082" y="1861292"/>
            <a:ext cx="4381689" cy="34966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1"/>
            </a:solidFill>
          </a:ln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Status of Digital Crop Survey:</a:t>
            </a:r>
          </a:p>
          <a:p>
            <a:pPr marL="355600" marR="0" lvl="0" indent="-2730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355600" marR="0" lvl="0" indent="-2730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Digital Crop </a:t>
            </a:r>
            <a:r>
              <a:rPr lang="en-IN" dirty="0">
                <a:solidFill>
                  <a:srgbClr val="2E2E38"/>
                </a:solidFill>
                <a:latin typeface="EYInterstate Light"/>
              </a:rPr>
              <a:t>S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urvey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 </a:t>
            </a:r>
            <a:r>
              <a:rPr lang="en-IN" noProof="0" dirty="0">
                <a:solidFill>
                  <a:srgbClr val="2E2E38"/>
                </a:solidFill>
                <a:latin typeface="EYInterstate Light"/>
              </a:rPr>
              <a:t>R</a:t>
            </a:r>
            <a:r>
              <a:rPr lang="en-IN" dirty="0" err="1">
                <a:solidFill>
                  <a:srgbClr val="2E2E38"/>
                </a:solidFill>
                <a:latin typeface="EYInterstate Light"/>
              </a:rPr>
              <a:t>eference</a:t>
            </a:r>
            <a:r>
              <a:rPr lang="en-IN" dirty="0">
                <a:solidFill>
                  <a:srgbClr val="2E2E38"/>
                </a:solidFill>
                <a:latin typeface="EYInterstate Light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application is </a:t>
            </a:r>
            <a:r>
              <a:rPr lang="en-IN" noProof="0" dirty="0">
                <a:solidFill>
                  <a:srgbClr val="2E2E38"/>
                </a:solidFill>
                <a:latin typeface="EYInterstate Light"/>
              </a:rPr>
              <a:t>being finalised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355600" marR="0" lvl="0" indent="-2730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UAT is completed on ground in Karnataka &amp; Uttar Pradesh</a:t>
            </a:r>
          </a:p>
        </p:txBody>
      </p:sp>
      <p:sp>
        <p:nvSpPr>
          <p:cNvPr id="8" name="Title 3" descr="Contents/agenda slide.&#10;On the left side agendas are put in a numerical format. And on the right side you can place they Key Takeaways if any.">
            <a:extLst>
              <a:ext uri="{FF2B5EF4-FFF2-40B4-BE49-F238E27FC236}">
                <a16:creationId xmlns:a16="http://schemas.microsoft.com/office/drawing/2014/main" xmlns="" id="{A974BF70-ABB1-43A8-9212-E3C8F77915F6}"/>
              </a:ext>
            </a:extLst>
          </p:cNvPr>
          <p:cNvSpPr txBox="1">
            <a:spLocks/>
          </p:cNvSpPr>
          <p:nvPr/>
        </p:nvSpPr>
        <p:spPr>
          <a:xfrm>
            <a:off x="593082" y="1166761"/>
            <a:ext cx="4381689" cy="5904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Status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j-ea"/>
              <a:cs typeface="Arial" pitchFamily="34" charset="0"/>
            </a:endParaRPr>
          </a:p>
        </p:txBody>
      </p:sp>
      <p:sp>
        <p:nvSpPr>
          <p:cNvPr id="10" name="Title 3" descr="Contents/agenda slide.&#10;On the left side agendas are put in a numerical format. And on the right side you can place they Key Takeaways if any.">
            <a:extLst>
              <a:ext uri="{FF2B5EF4-FFF2-40B4-BE49-F238E27FC236}">
                <a16:creationId xmlns:a16="http://schemas.microsoft.com/office/drawing/2014/main" xmlns="" id="{931C6CD9-C5BD-4B7F-A134-28599F41E910}"/>
              </a:ext>
            </a:extLst>
          </p:cNvPr>
          <p:cNvSpPr txBox="1">
            <a:spLocks/>
          </p:cNvSpPr>
          <p:nvPr/>
        </p:nvSpPr>
        <p:spPr>
          <a:xfrm>
            <a:off x="6612797" y="1166761"/>
            <a:ext cx="4381689" cy="5904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Asks</a:t>
            </a:r>
            <a:r>
              <a:rPr kumimoji="0" lang="en-IN" sz="2800" b="1" i="0" u="none" strike="noStrike" kern="1200" cap="none" spc="0" normalizeH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j-ea"/>
                <a:cs typeface="Arial" pitchFamily="34" charset="0"/>
              </a:rPr>
              <a:t> from States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03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662ACA8A-3E66-4870-8080-6F4ED3DA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/>
          <a:p>
            <a:r>
              <a:rPr lang="en-IN" sz="2800" b="1" dirty="0">
                <a:solidFill>
                  <a:schemeClr val="accent6"/>
                </a:solidFill>
                <a:latin typeface="+mj-lt"/>
              </a:rPr>
              <a:t>Advantages of Digital Crop Survey for the Government</a:t>
            </a:r>
            <a:endParaRPr lang="en-GB" sz="2800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A8E22BAE-CE57-4113-9FBE-FDED7BC26F1C}"/>
              </a:ext>
            </a:extLst>
          </p:cNvPr>
          <p:cNvSpPr txBox="1">
            <a:spLocks/>
          </p:cNvSpPr>
          <p:nvPr/>
        </p:nvSpPr>
        <p:spPr>
          <a:xfrm>
            <a:off x="609600" y="1036320"/>
            <a:ext cx="5232399" cy="5354955"/>
          </a:xfrm>
          <a:prstGeom prst="rect">
            <a:avLst/>
          </a:prstGeom>
        </p:spPr>
        <p:txBody>
          <a:bodyPr/>
          <a:lstStyle>
            <a:lvl1pPr marL="356438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9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2875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7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313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5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5751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3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2188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1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3343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314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286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257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For Ministry of Agriculture &amp; Farmers Welfare – </a:t>
            </a: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Near real time crop area estimation</a:t>
            </a: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Reduce premiums in PMBFY by identifying true insurances</a:t>
            </a: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Facilitate Customized Advisories for farmers for – Crop they grow, Pest that might affect them and other related advisories</a:t>
            </a: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IN" sz="1999" b="1" i="0" u="sng" strike="noStrike" kern="1200" cap="none" spc="0" normalizeH="0" baseline="0" noProof="0" dirty="0">
              <a:ln>
                <a:noFill/>
              </a:ln>
              <a:solidFill>
                <a:srgbClr val="188CE5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IN" sz="1999" b="1" i="0" u="sng" strike="noStrike" kern="1200" cap="none" spc="0" normalizeH="0" baseline="0" noProof="0" dirty="0">
              <a:ln>
                <a:noFill/>
              </a:ln>
              <a:solidFill>
                <a:srgbClr val="188CE5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IN" sz="1999" b="1" i="0" u="sng" strike="noStrike" kern="1200" cap="none" spc="0" normalizeH="0" baseline="0" noProof="0" dirty="0">
              <a:ln>
                <a:noFill/>
              </a:ln>
              <a:solidFill>
                <a:srgbClr val="188CE5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IN" sz="1999" b="1" i="0" u="sng" strike="noStrike" kern="1200" cap="none" spc="0" normalizeH="0" baseline="0" noProof="0" dirty="0">
              <a:ln>
                <a:noFill/>
              </a:ln>
              <a:solidFill>
                <a:srgbClr val="188CE5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IN" sz="1999" b="1" i="0" u="sng" strike="noStrike" kern="1200" cap="none" spc="0" normalizeH="0" baseline="0" noProof="0" dirty="0">
              <a:ln>
                <a:noFill/>
              </a:ln>
              <a:solidFill>
                <a:srgbClr val="188CE5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For Ministry of Consumer Affairs, Food and Public Distribution -</a:t>
            </a:r>
            <a:r>
              <a:rPr kumimoji="0" lang="en-IN" sz="1600" b="1" i="0" u="sng" strike="noStrike" kern="1200" cap="none" spc="0" normalizeH="0" baseline="0" noProof="0" dirty="0">
                <a:ln>
                  <a:noFill/>
                </a:ln>
                <a:solidFill>
                  <a:srgbClr val="188CE5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 </a:t>
            </a: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lang="en-IN" sz="1400" dirty="0">
                <a:solidFill>
                  <a:srgbClr val="2E2E38"/>
                </a:solidFill>
                <a:latin typeface="EYInterstate Light"/>
              </a:rPr>
              <a:t>A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ccurate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 area, Production and Price Forecasting</a:t>
            </a: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Faster verification of genuine farmers without needing crop certificate</a:t>
            </a: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All middlemen can be completely avoided and therefore, reducing the MSP fund requirement.</a:t>
            </a: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IN" sz="19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IN" sz="19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GB" sz="19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76BFA794-21FD-4F71-B672-4B38254CD47A}"/>
              </a:ext>
            </a:extLst>
          </p:cNvPr>
          <p:cNvSpPr txBox="1">
            <a:spLocks/>
          </p:cNvSpPr>
          <p:nvPr/>
        </p:nvSpPr>
        <p:spPr>
          <a:xfrm>
            <a:off x="6492240" y="1036318"/>
            <a:ext cx="5090161" cy="5354955"/>
          </a:xfrm>
          <a:prstGeom prst="rect">
            <a:avLst/>
          </a:prstGeom>
        </p:spPr>
        <p:txBody>
          <a:bodyPr/>
          <a:lstStyle>
            <a:lvl1pPr marL="356438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9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2875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7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313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5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5751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3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2188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1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3343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314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286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257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For Department of Financial Services 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To work out credit requirement at the bank level using historical Crop Survey data.</a:t>
            </a: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To check, post sanction of loan, whether loan has been used for intended purpose by the loanee farmer.</a:t>
            </a: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GB" sz="19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GB" sz="19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GB" sz="19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GB" sz="19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GB" sz="19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R="0" lvl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For NABARD</a:t>
            </a: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Efficient generation of credit need estimate for all PACS in the country. </a:t>
            </a: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Farm machinery and post harvest infrastructure.</a:t>
            </a:r>
          </a:p>
          <a:p>
            <a:pPr marR="0" lvl="1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Effective farm advisories by FPOs &amp; Holistic long term planning by NABARD</a:t>
            </a:r>
          </a:p>
        </p:txBody>
      </p:sp>
      <p:pic>
        <p:nvPicPr>
          <p:cNvPr id="12" name="Picture 8" descr="Agriculture Ministry's 'Uber For Farm Equipment' Coming Soon">
            <a:extLst>
              <a:ext uri="{FF2B5EF4-FFF2-40B4-BE49-F238E27FC236}">
                <a16:creationId xmlns:a16="http://schemas.microsoft.com/office/drawing/2014/main" xmlns="" id="{9E533A07-E99F-4F0B-B82E-6D46D7B08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430300" y="2982210"/>
            <a:ext cx="1824206" cy="1068572"/>
          </a:xfrm>
          <a:prstGeom prst="roundRect">
            <a:avLst>
              <a:gd name="adj" fmla="val 7981"/>
            </a:avLst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The Benefits of Crop Rotation and Diversity – U.S. Farmers &amp; Ranchers in  Action">
            <a:extLst>
              <a:ext uri="{FF2B5EF4-FFF2-40B4-BE49-F238E27FC236}">
                <a16:creationId xmlns:a16="http://schemas.microsoft.com/office/drawing/2014/main" xmlns="" id="{9FA60532-F0B5-418B-B168-2A25FC38A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81870" y="2727924"/>
            <a:ext cx="2025174" cy="1033883"/>
          </a:xfrm>
          <a:prstGeom prst="roundRect">
            <a:avLst>
              <a:gd name="adj" fmla="val 6071"/>
            </a:avLst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273494A9-CD9C-4759-9B06-13864B722FB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54620" y="2727924"/>
            <a:ext cx="1581465" cy="1033883"/>
          </a:xfrm>
          <a:prstGeom prst="roundRect">
            <a:avLst>
              <a:gd name="adj" fmla="val 12139"/>
            </a:avLst>
          </a:prstGeom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xmlns="" id="{2ACBE800-371E-482B-ADAD-7F893820C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750" y="2517673"/>
            <a:ext cx="464275" cy="483781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appy Smiling Indian Farmer Counting Currency Notes Inside The Greenhouse  Or Polyhouse Concept Of Profit Or Made Made Money From Greenhouse Farming  Cultivation Stock Photo - Download Image Now - iStock">
            <a:extLst>
              <a:ext uri="{FF2B5EF4-FFF2-40B4-BE49-F238E27FC236}">
                <a16:creationId xmlns:a16="http://schemas.microsoft.com/office/drawing/2014/main" xmlns="" id="{0E429B71-6F0B-4CD5-BEC4-CA7BFE4FA5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2581" t="1862" r="15893" b="6732"/>
          <a:stretch/>
        </p:blipFill>
        <p:spPr bwMode="auto">
          <a:xfrm>
            <a:off x="7309565" y="2723104"/>
            <a:ext cx="1306131" cy="1293642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List of Major FPOs in India">
            <a:extLst>
              <a:ext uri="{FF2B5EF4-FFF2-40B4-BE49-F238E27FC236}">
                <a16:creationId xmlns:a16="http://schemas.microsoft.com/office/drawing/2014/main" xmlns="" id="{6D218609-176A-4CC2-8808-D89E75BF1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310130" y="2473427"/>
            <a:ext cx="1003778" cy="752833"/>
          </a:xfrm>
          <a:prstGeom prst="roundRect">
            <a:avLst>
              <a:gd name="adj" fmla="val 8371"/>
            </a:avLst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03077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CB858F-4AC9-4F20-847A-00B7E7892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57" y="276792"/>
            <a:ext cx="10967088" cy="590093"/>
          </a:xfrm>
        </p:spPr>
        <p:txBody>
          <a:bodyPr/>
          <a:lstStyle/>
          <a:p>
            <a:r>
              <a:rPr lang="en-IN" sz="2400" b="1" dirty="0">
                <a:solidFill>
                  <a:schemeClr val="accent6"/>
                </a:solidFill>
                <a:latin typeface="+mj-lt"/>
              </a:rPr>
              <a:t>Supporting Registries/Master Databases in Agri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116A3F9-C13B-4E8F-979A-8BEF2E3CF8C1}"/>
              </a:ext>
            </a:extLst>
          </p:cNvPr>
          <p:cNvSpPr/>
          <p:nvPr/>
        </p:nvSpPr>
        <p:spPr>
          <a:xfrm>
            <a:off x="612457" y="1087785"/>
            <a:ext cx="10967088" cy="978428"/>
          </a:xfrm>
          <a:prstGeom prst="rect">
            <a:avLst/>
          </a:prstGeom>
          <a:solidFill>
            <a:schemeClr val="tx1">
              <a:lumMod val="8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98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Core Registries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EC76133E-23EF-4766-B4D3-F0A651E0BAEE}"/>
              </a:ext>
            </a:extLst>
          </p:cNvPr>
          <p:cNvGrpSpPr/>
          <p:nvPr/>
        </p:nvGrpSpPr>
        <p:grpSpPr>
          <a:xfrm>
            <a:off x="1150761" y="1516834"/>
            <a:ext cx="9890482" cy="359813"/>
            <a:chOff x="1275309" y="1515838"/>
            <a:chExt cx="9895633" cy="360000"/>
          </a:xfrm>
        </p:grpSpPr>
        <p:sp>
          <p:nvSpPr>
            <p:cNvPr id="6" name="Rounded Rectangle 58">
              <a:extLst>
                <a:ext uri="{FF2B5EF4-FFF2-40B4-BE49-F238E27FC236}">
                  <a16:creationId xmlns:a16="http://schemas.microsoft.com/office/drawing/2014/main" xmlns="" id="{009C655F-C66C-43B5-94E1-75AB9F8CA760}"/>
                </a:ext>
              </a:extLst>
            </p:cNvPr>
            <p:cNvSpPr/>
            <p:nvPr/>
          </p:nvSpPr>
          <p:spPr>
            <a:xfrm>
              <a:off x="1275309" y="1515838"/>
              <a:ext cx="2700000" cy="3600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1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Farmer Registry</a:t>
              </a:r>
            </a:p>
          </p:txBody>
        </p:sp>
        <p:sp>
          <p:nvSpPr>
            <p:cNvPr id="7" name="Rounded Rectangle 58">
              <a:extLst>
                <a:ext uri="{FF2B5EF4-FFF2-40B4-BE49-F238E27FC236}">
                  <a16:creationId xmlns:a16="http://schemas.microsoft.com/office/drawing/2014/main" xmlns="" id="{87703B7B-0154-47F0-A0F7-1BE6F823F655}"/>
                </a:ext>
              </a:extLst>
            </p:cNvPr>
            <p:cNvSpPr/>
            <p:nvPr/>
          </p:nvSpPr>
          <p:spPr>
            <a:xfrm>
              <a:off x="4873126" y="1515838"/>
              <a:ext cx="2700000" cy="360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1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Geo-Referenced Village Maps</a:t>
              </a:r>
            </a:p>
          </p:txBody>
        </p:sp>
        <p:sp>
          <p:nvSpPr>
            <p:cNvPr id="8" name="Rounded Rectangle 58">
              <a:extLst>
                <a:ext uri="{FF2B5EF4-FFF2-40B4-BE49-F238E27FC236}">
                  <a16:creationId xmlns:a16="http://schemas.microsoft.com/office/drawing/2014/main" xmlns="" id="{78088F62-93D6-47D8-9E39-660363B0D179}"/>
                </a:ext>
              </a:extLst>
            </p:cNvPr>
            <p:cNvSpPr/>
            <p:nvPr/>
          </p:nvSpPr>
          <p:spPr>
            <a:xfrm>
              <a:off x="8470942" y="1515838"/>
              <a:ext cx="2700000" cy="3600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1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Crop Sown Registry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0457C98-1D54-4386-835D-F773832FBD31}"/>
              </a:ext>
            </a:extLst>
          </p:cNvPr>
          <p:cNvSpPr/>
          <p:nvPr/>
        </p:nvSpPr>
        <p:spPr>
          <a:xfrm>
            <a:off x="612456" y="2174346"/>
            <a:ext cx="10967088" cy="3566999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98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Supporting Registries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29741692-BC0C-4BC4-8EB0-398F2A57FA62}"/>
              </a:ext>
            </a:extLst>
          </p:cNvPr>
          <p:cNvGrpSpPr/>
          <p:nvPr/>
        </p:nvGrpSpPr>
        <p:grpSpPr>
          <a:xfrm>
            <a:off x="786063" y="2618739"/>
            <a:ext cx="10619875" cy="2975760"/>
            <a:chOff x="741478" y="2431719"/>
            <a:chExt cx="10625406" cy="2977310"/>
          </a:xfrm>
        </p:grpSpPr>
        <p:sp>
          <p:nvSpPr>
            <p:cNvPr id="9" name="Rounded Rectangle 58">
              <a:extLst>
                <a:ext uri="{FF2B5EF4-FFF2-40B4-BE49-F238E27FC236}">
                  <a16:creationId xmlns:a16="http://schemas.microsoft.com/office/drawing/2014/main" xmlns="" id="{1E6993BD-9970-4E89-AE58-49476A170B95}"/>
                </a:ext>
              </a:extLst>
            </p:cNvPr>
            <p:cNvSpPr/>
            <p:nvPr/>
          </p:nvSpPr>
          <p:spPr>
            <a:xfrm>
              <a:off x="741478" y="2431719"/>
              <a:ext cx="3456000" cy="25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Crop Registry</a:t>
              </a:r>
            </a:p>
          </p:txBody>
        </p:sp>
        <p:sp>
          <p:nvSpPr>
            <p:cNvPr id="10" name="Rounded Rectangle 58">
              <a:extLst>
                <a:ext uri="{FF2B5EF4-FFF2-40B4-BE49-F238E27FC236}">
                  <a16:creationId xmlns:a16="http://schemas.microsoft.com/office/drawing/2014/main" xmlns="" id="{E112D608-4992-4252-8E84-32F32D2AAD20}"/>
                </a:ext>
              </a:extLst>
            </p:cNvPr>
            <p:cNvSpPr/>
            <p:nvPr/>
          </p:nvSpPr>
          <p:spPr>
            <a:xfrm>
              <a:off x="7910884" y="2435895"/>
              <a:ext cx="3456000" cy="25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Seeds</a:t>
              </a:r>
            </a:p>
          </p:txBody>
        </p:sp>
        <p:sp>
          <p:nvSpPr>
            <p:cNvPr id="11" name="Rounded Rectangle 58">
              <a:extLst>
                <a:ext uri="{FF2B5EF4-FFF2-40B4-BE49-F238E27FC236}">
                  <a16:creationId xmlns:a16="http://schemas.microsoft.com/office/drawing/2014/main" xmlns="" id="{DD5DFCC7-0F05-4179-A8F8-A23A11A9085B}"/>
                </a:ext>
              </a:extLst>
            </p:cNvPr>
            <p:cNvSpPr/>
            <p:nvPr/>
          </p:nvSpPr>
          <p:spPr>
            <a:xfrm>
              <a:off x="741478" y="2820794"/>
              <a:ext cx="3456000" cy="252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Fertilizers</a:t>
              </a:r>
            </a:p>
          </p:txBody>
        </p:sp>
        <p:sp>
          <p:nvSpPr>
            <p:cNvPr id="12" name="Rounded Rectangle 58">
              <a:extLst>
                <a:ext uri="{FF2B5EF4-FFF2-40B4-BE49-F238E27FC236}">
                  <a16:creationId xmlns:a16="http://schemas.microsoft.com/office/drawing/2014/main" xmlns="" id="{CB8E1659-896C-41AB-9511-A87FCA87BB8A}"/>
                </a:ext>
              </a:extLst>
            </p:cNvPr>
            <p:cNvSpPr/>
            <p:nvPr/>
          </p:nvSpPr>
          <p:spPr>
            <a:xfrm>
              <a:off x="7907761" y="3984804"/>
              <a:ext cx="3456000" cy="252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Pesticides importers</a:t>
              </a:r>
            </a:p>
          </p:txBody>
        </p:sp>
        <p:sp>
          <p:nvSpPr>
            <p:cNvPr id="15" name="Rounded Rectangle 58">
              <a:extLst>
                <a:ext uri="{FF2B5EF4-FFF2-40B4-BE49-F238E27FC236}">
                  <a16:creationId xmlns:a16="http://schemas.microsoft.com/office/drawing/2014/main" xmlns="" id="{D4A1CA1B-6A38-4A96-9DA9-E1C2E5CB8C38}"/>
                </a:ext>
              </a:extLst>
            </p:cNvPr>
            <p:cNvSpPr/>
            <p:nvPr/>
          </p:nvSpPr>
          <p:spPr>
            <a:xfrm>
              <a:off x="7907760" y="5153549"/>
              <a:ext cx="3456000" cy="252000"/>
            </a:xfrm>
            <a:prstGeom prst="roundRect">
              <a:avLst/>
            </a:prstGeom>
            <a:solidFill>
              <a:schemeClr val="bg1">
                <a:lumMod val="60000"/>
                <a:lumOff val="4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Service Providers (For inputs)</a:t>
              </a:r>
            </a:p>
          </p:txBody>
        </p:sp>
        <p:sp>
          <p:nvSpPr>
            <p:cNvPr id="16" name="Rounded Rectangle 58">
              <a:extLst>
                <a:ext uri="{FF2B5EF4-FFF2-40B4-BE49-F238E27FC236}">
                  <a16:creationId xmlns:a16="http://schemas.microsoft.com/office/drawing/2014/main" xmlns="" id="{E0B7C755-7F94-46D7-9DEC-C0ACBBF17EAC}"/>
                </a:ext>
              </a:extLst>
            </p:cNvPr>
            <p:cNvSpPr/>
            <p:nvPr/>
          </p:nvSpPr>
          <p:spPr>
            <a:xfrm>
              <a:off x="4326181" y="2433505"/>
              <a:ext cx="3456000" cy="25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Seed Dealers</a:t>
              </a:r>
            </a:p>
          </p:txBody>
        </p:sp>
        <p:sp>
          <p:nvSpPr>
            <p:cNvPr id="18" name="Rounded Rectangle 58">
              <a:extLst>
                <a:ext uri="{FF2B5EF4-FFF2-40B4-BE49-F238E27FC236}">
                  <a16:creationId xmlns:a16="http://schemas.microsoft.com/office/drawing/2014/main" xmlns="" id="{44E6623D-A75A-4268-A539-864A21C72B2D}"/>
                </a:ext>
              </a:extLst>
            </p:cNvPr>
            <p:cNvSpPr/>
            <p:nvPr/>
          </p:nvSpPr>
          <p:spPr>
            <a:xfrm>
              <a:off x="7907760" y="4766169"/>
              <a:ext cx="3456000" cy="252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2E2E38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Common Service Centres </a:t>
              </a:r>
            </a:p>
          </p:txBody>
        </p:sp>
        <p:sp>
          <p:nvSpPr>
            <p:cNvPr id="19" name="Rounded Rectangle 58">
              <a:extLst>
                <a:ext uri="{FF2B5EF4-FFF2-40B4-BE49-F238E27FC236}">
                  <a16:creationId xmlns:a16="http://schemas.microsoft.com/office/drawing/2014/main" xmlns="" id="{CD0820D6-45C9-4962-9A53-E1B135B6A946}"/>
                </a:ext>
              </a:extLst>
            </p:cNvPr>
            <p:cNvSpPr/>
            <p:nvPr/>
          </p:nvSpPr>
          <p:spPr>
            <a:xfrm>
              <a:off x="7907760" y="4367586"/>
              <a:ext cx="3456000" cy="252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Krishi Vigyan </a:t>
              </a:r>
              <a:r>
                <a:rPr kumimoji="0" lang="en-IN" sz="1399" b="0" i="0" u="none" strike="noStrike" kern="1200" cap="none" spc="0" normalizeH="0" baseline="0" noProof="0" dirty="0" err="1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Kendras</a:t>
              </a:r>
              <a:endParaRPr kumimoji="0" lang="en-IN" sz="1399" b="0" i="0" u="none" strike="noStrike" kern="1200" cap="none" spc="0" normalizeH="0" baseline="0" noProof="0" dirty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EYInterstate" panose="02000503020000020004" pitchFamily="2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ounded Rectangle 58">
              <a:extLst>
                <a:ext uri="{FF2B5EF4-FFF2-40B4-BE49-F238E27FC236}">
                  <a16:creationId xmlns:a16="http://schemas.microsoft.com/office/drawing/2014/main" xmlns="" id="{ED277320-57E8-4581-99F7-D9DB8F470A51}"/>
                </a:ext>
              </a:extLst>
            </p:cNvPr>
            <p:cNvSpPr/>
            <p:nvPr/>
          </p:nvSpPr>
          <p:spPr>
            <a:xfrm>
              <a:off x="741478" y="5157029"/>
              <a:ext cx="3456000" cy="2520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Farmer Producer Organisations (FPOs)</a:t>
              </a:r>
            </a:p>
          </p:txBody>
        </p:sp>
        <p:sp>
          <p:nvSpPr>
            <p:cNvPr id="21" name="Rounded Rectangle 58">
              <a:extLst>
                <a:ext uri="{FF2B5EF4-FFF2-40B4-BE49-F238E27FC236}">
                  <a16:creationId xmlns:a16="http://schemas.microsoft.com/office/drawing/2014/main" xmlns="" id="{04384FBE-BD02-4315-9390-DEA68BA2F5CC}"/>
                </a:ext>
              </a:extLst>
            </p:cNvPr>
            <p:cNvSpPr/>
            <p:nvPr/>
          </p:nvSpPr>
          <p:spPr>
            <a:xfrm>
              <a:off x="4326181" y="2822580"/>
              <a:ext cx="3456000" cy="252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Fertilizer Manufacturers</a:t>
              </a:r>
            </a:p>
          </p:txBody>
        </p:sp>
        <p:sp>
          <p:nvSpPr>
            <p:cNvPr id="22" name="Rounded Rectangle 58">
              <a:extLst>
                <a:ext uri="{FF2B5EF4-FFF2-40B4-BE49-F238E27FC236}">
                  <a16:creationId xmlns:a16="http://schemas.microsoft.com/office/drawing/2014/main" xmlns="" id="{92BABA9C-740A-4D28-B60E-F37095E1A99B}"/>
                </a:ext>
              </a:extLst>
            </p:cNvPr>
            <p:cNvSpPr/>
            <p:nvPr/>
          </p:nvSpPr>
          <p:spPr>
            <a:xfrm>
              <a:off x="4326181" y="3600730"/>
              <a:ext cx="3456000" cy="252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Pesticide Manufacturers</a:t>
              </a:r>
            </a:p>
          </p:txBody>
        </p:sp>
        <p:sp>
          <p:nvSpPr>
            <p:cNvPr id="23" name="Rounded Rectangle 58">
              <a:extLst>
                <a:ext uri="{FF2B5EF4-FFF2-40B4-BE49-F238E27FC236}">
                  <a16:creationId xmlns:a16="http://schemas.microsoft.com/office/drawing/2014/main" xmlns="" id="{A83FD78E-14AD-44E6-AA6C-A8F24D1080FB}"/>
                </a:ext>
              </a:extLst>
            </p:cNvPr>
            <p:cNvSpPr/>
            <p:nvPr/>
          </p:nvSpPr>
          <p:spPr>
            <a:xfrm>
              <a:off x="741478" y="3598944"/>
              <a:ext cx="3456000" cy="252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Pesticides</a:t>
              </a:r>
            </a:p>
          </p:txBody>
        </p:sp>
        <p:sp>
          <p:nvSpPr>
            <p:cNvPr id="24" name="Rounded Rectangle 58">
              <a:extLst>
                <a:ext uri="{FF2B5EF4-FFF2-40B4-BE49-F238E27FC236}">
                  <a16:creationId xmlns:a16="http://schemas.microsoft.com/office/drawing/2014/main" xmlns="" id="{56DB292B-20D6-4C30-9CCC-85122722E841}"/>
                </a:ext>
              </a:extLst>
            </p:cNvPr>
            <p:cNvSpPr/>
            <p:nvPr/>
          </p:nvSpPr>
          <p:spPr>
            <a:xfrm>
              <a:off x="7907761" y="2814718"/>
              <a:ext cx="3456000" cy="252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Fertilizer Warehouses</a:t>
              </a:r>
            </a:p>
          </p:txBody>
        </p:sp>
        <p:sp>
          <p:nvSpPr>
            <p:cNvPr id="25" name="Rounded Rectangle 58">
              <a:extLst>
                <a:ext uri="{FF2B5EF4-FFF2-40B4-BE49-F238E27FC236}">
                  <a16:creationId xmlns:a16="http://schemas.microsoft.com/office/drawing/2014/main" xmlns="" id="{E62329DB-4C29-4E08-8E4B-D61A956781FA}"/>
                </a:ext>
              </a:extLst>
            </p:cNvPr>
            <p:cNvSpPr/>
            <p:nvPr/>
          </p:nvSpPr>
          <p:spPr>
            <a:xfrm>
              <a:off x="4324619" y="3202130"/>
              <a:ext cx="3456000" cy="252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Fertilizer Retailers</a:t>
              </a:r>
            </a:p>
          </p:txBody>
        </p:sp>
        <p:sp>
          <p:nvSpPr>
            <p:cNvPr id="26" name="Rounded Rectangle 58">
              <a:extLst>
                <a:ext uri="{FF2B5EF4-FFF2-40B4-BE49-F238E27FC236}">
                  <a16:creationId xmlns:a16="http://schemas.microsoft.com/office/drawing/2014/main" xmlns="" id="{84471F4E-8ABF-4B80-8226-ED11BBF0F09B}"/>
                </a:ext>
              </a:extLst>
            </p:cNvPr>
            <p:cNvSpPr/>
            <p:nvPr/>
          </p:nvSpPr>
          <p:spPr>
            <a:xfrm>
              <a:off x="4324619" y="4369591"/>
              <a:ext cx="3456000" cy="252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Insecticide testing laboratories</a:t>
              </a:r>
            </a:p>
          </p:txBody>
        </p:sp>
        <p:sp>
          <p:nvSpPr>
            <p:cNvPr id="27" name="Rounded Rectangle 58">
              <a:extLst>
                <a:ext uri="{FF2B5EF4-FFF2-40B4-BE49-F238E27FC236}">
                  <a16:creationId xmlns:a16="http://schemas.microsoft.com/office/drawing/2014/main" xmlns="" id="{26708054-105A-43D2-958A-AC01D1F85EB5}"/>
                </a:ext>
              </a:extLst>
            </p:cNvPr>
            <p:cNvSpPr/>
            <p:nvPr/>
          </p:nvSpPr>
          <p:spPr>
            <a:xfrm>
              <a:off x="7910884" y="3600730"/>
              <a:ext cx="3456000" cy="252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Pesticide Wholesalers</a:t>
              </a:r>
            </a:p>
          </p:txBody>
        </p:sp>
        <p:sp>
          <p:nvSpPr>
            <p:cNvPr id="29" name="Rounded Rectangle 58">
              <a:extLst>
                <a:ext uri="{FF2B5EF4-FFF2-40B4-BE49-F238E27FC236}">
                  <a16:creationId xmlns:a16="http://schemas.microsoft.com/office/drawing/2014/main" xmlns="" id="{499869BB-9000-40FF-8140-40BAF8B9E566}"/>
                </a:ext>
              </a:extLst>
            </p:cNvPr>
            <p:cNvSpPr/>
            <p:nvPr/>
          </p:nvSpPr>
          <p:spPr>
            <a:xfrm>
              <a:off x="7907761" y="3205580"/>
              <a:ext cx="3456000" cy="252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Fertilizer Importers</a:t>
              </a:r>
            </a:p>
          </p:txBody>
        </p:sp>
        <p:sp>
          <p:nvSpPr>
            <p:cNvPr id="30" name="Rounded Rectangle 58">
              <a:extLst>
                <a:ext uri="{FF2B5EF4-FFF2-40B4-BE49-F238E27FC236}">
                  <a16:creationId xmlns:a16="http://schemas.microsoft.com/office/drawing/2014/main" xmlns="" id="{03A95098-A68D-4C5F-8DA3-B5EF598B940E}"/>
                </a:ext>
              </a:extLst>
            </p:cNvPr>
            <p:cNvSpPr/>
            <p:nvPr/>
          </p:nvSpPr>
          <p:spPr>
            <a:xfrm>
              <a:off x="741478" y="3993968"/>
              <a:ext cx="3456000" cy="252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Pesticide Dealers</a:t>
              </a:r>
            </a:p>
          </p:txBody>
        </p:sp>
        <p:sp>
          <p:nvSpPr>
            <p:cNvPr id="32" name="Rounded Rectangle 58">
              <a:extLst>
                <a:ext uri="{FF2B5EF4-FFF2-40B4-BE49-F238E27FC236}">
                  <a16:creationId xmlns:a16="http://schemas.microsoft.com/office/drawing/2014/main" xmlns="" id="{CDEEEDCA-BADB-419D-AA9A-539E9F462D99}"/>
                </a:ext>
              </a:extLst>
            </p:cNvPr>
            <p:cNvSpPr/>
            <p:nvPr/>
          </p:nvSpPr>
          <p:spPr>
            <a:xfrm>
              <a:off x="741478" y="4766169"/>
              <a:ext cx="3456000" cy="25200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NBFCs</a:t>
              </a:r>
            </a:p>
          </p:txBody>
        </p:sp>
        <p:sp>
          <p:nvSpPr>
            <p:cNvPr id="33" name="Rounded Rectangle 58">
              <a:extLst>
                <a:ext uri="{FF2B5EF4-FFF2-40B4-BE49-F238E27FC236}">
                  <a16:creationId xmlns:a16="http://schemas.microsoft.com/office/drawing/2014/main" xmlns="" id="{5AB1795A-E7DB-4973-A0E3-8C264DBE2BBF}"/>
                </a:ext>
              </a:extLst>
            </p:cNvPr>
            <p:cNvSpPr/>
            <p:nvPr/>
          </p:nvSpPr>
          <p:spPr>
            <a:xfrm>
              <a:off x="741478" y="3199317"/>
              <a:ext cx="3456000" cy="2520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Fertilizer Whole seller</a:t>
              </a:r>
            </a:p>
          </p:txBody>
        </p:sp>
        <p:sp>
          <p:nvSpPr>
            <p:cNvPr id="34" name="Rounded Rectangle 58">
              <a:extLst>
                <a:ext uri="{FF2B5EF4-FFF2-40B4-BE49-F238E27FC236}">
                  <a16:creationId xmlns:a16="http://schemas.microsoft.com/office/drawing/2014/main" xmlns="" id="{75740062-0771-4D64-A51F-9938F549FABB}"/>
                </a:ext>
              </a:extLst>
            </p:cNvPr>
            <p:cNvSpPr/>
            <p:nvPr/>
          </p:nvSpPr>
          <p:spPr>
            <a:xfrm>
              <a:off x="4324619" y="4764242"/>
              <a:ext cx="3456000" cy="25200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Banks</a:t>
              </a:r>
            </a:p>
          </p:txBody>
        </p:sp>
        <p:sp>
          <p:nvSpPr>
            <p:cNvPr id="35" name="Rounded Rectangle 58">
              <a:extLst>
                <a:ext uri="{FF2B5EF4-FFF2-40B4-BE49-F238E27FC236}">
                  <a16:creationId xmlns:a16="http://schemas.microsoft.com/office/drawing/2014/main" xmlns="" id="{491D9899-A1C3-4E4F-AAD6-65364CCD42DC}"/>
                </a:ext>
              </a:extLst>
            </p:cNvPr>
            <p:cNvSpPr/>
            <p:nvPr/>
          </p:nvSpPr>
          <p:spPr>
            <a:xfrm>
              <a:off x="741478" y="4367586"/>
              <a:ext cx="3456000" cy="252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Central Insecticide laboratories</a:t>
              </a:r>
            </a:p>
          </p:txBody>
        </p:sp>
        <p:sp>
          <p:nvSpPr>
            <p:cNvPr id="36" name="Rounded Rectangle 58">
              <a:extLst>
                <a:ext uri="{FF2B5EF4-FFF2-40B4-BE49-F238E27FC236}">
                  <a16:creationId xmlns:a16="http://schemas.microsoft.com/office/drawing/2014/main" xmlns="" id="{76DD0482-E440-447C-ABEF-0FE3FA7EA6C9}"/>
                </a:ext>
              </a:extLst>
            </p:cNvPr>
            <p:cNvSpPr/>
            <p:nvPr/>
          </p:nvSpPr>
          <p:spPr>
            <a:xfrm>
              <a:off x="4326181" y="3989805"/>
              <a:ext cx="3456000" cy="252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Pesticides testing laboratories</a:t>
              </a:r>
            </a:p>
          </p:txBody>
        </p:sp>
        <p:sp>
          <p:nvSpPr>
            <p:cNvPr id="37" name="Rounded Rectangle 58">
              <a:extLst>
                <a:ext uri="{FF2B5EF4-FFF2-40B4-BE49-F238E27FC236}">
                  <a16:creationId xmlns:a16="http://schemas.microsoft.com/office/drawing/2014/main" xmlns="" id="{F9F62851-542F-4869-9AA4-EC383027D730}"/>
                </a:ext>
              </a:extLst>
            </p:cNvPr>
            <p:cNvSpPr/>
            <p:nvPr/>
          </p:nvSpPr>
          <p:spPr>
            <a:xfrm>
              <a:off x="4326181" y="5157029"/>
              <a:ext cx="3456000" cy="2520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99" b="0" i="0" u="none" strike="noStrike" kern="1200" cap="none" spc="0" normalizeH="0" baseline="0" noProof="0" dirty="0">
                  <a:ln w="0"/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Farmer Producer Companies (FPCs)</a:t>
              </a: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14A944F6-7C97-426E-8BDA-733D99A22F51}"/>
              </a:ext>
            </a:extLst>
          </p:cNvPr>
          <p:cNvSpPr/>
          <p:nvPr/>
        </p:nvSpPr>
        <p:spPr>
          <a:xfrm>
            <a:off x="612460" y="5993144"/>
            <a:ext cx="3238313" cy="6476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Enabling Data Standardisation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xmlns="" id="{56735520-5BAF-4BAC-8F04-DD3F3F65D4B4}"/>
              </a:ext>
            </a:extLst>
          </p:cNvPr>
          <p:cNvSpPr/>
          <p:nvPr/>
        </p:nvSpPr>
        <p:spPr>
          <a:xfrm>
            <a:off x="4476844" y="5993144"/>
            <a:ext cx="3238313" cy="6476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Catalysing Interoperability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xmlns="" id="{C9060216-5DC9-4C14-A60E-EB41FF31AD1D}"/>
              </a:ext>
            </a:extLst>
          </p:cNvPr>
          <p:cNvSpPr/>
          <p:nvPr/>
        </p:nvSpPr>
        <p:spPr>
          <a:xfrm>
            <a:off x="8341228" y="5993144"/>
            <a:ext cx="3238313" cy="6476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Accelerating</a:t>
            </a:r>
            <a:r>
              <a:rPr kumimoji="0" lang="en-IN" sz="19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 Ecosystems</a:t>
            </a:r>
            <a:endParaRPr kumimoji="0" lang="en-GB" sz="19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pic>
        <p:nvPicPr>
          <p:cNvPr id="44" name="Picture 2" descr="5,381 Female Farmer India Stock Photos, Pictures &amp; Royalty-Free Images -  iStock">
            <a:extLst>
              <a:ext uri="{FF2B5EF4-FFF2-40B4-BE49-F238E27FC236}">
                <a16:creationId xmlns:a16="http://schemas.microsoft.com/office/drawing/2014/main" xmlns="" id="{564FE9E0-6C3D-46AB-8EBE-5FC915F35E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9153" t="9649" r="966" b="-583"/>
          <a:stretch/>
        </p:blipFill>
        <p:spPr bwMode="auto">
          <a:xfrm>
            <a:off x="741092" y="1287811"/>
            <a:ext cx="639738" cy="647663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Geo-referencing the 1/1000 scale paper map of Yaka village showing the... |  Download Scientific Diagram">
            <a:extLst>
              <a:ext uri="{FF2B5EF4-FFF2-40B4-BE49-F238E27FC236}">
                <a16:creationId xmlns:a16="http://schemas.microsoft.com/office/drawing/2014/main" xmlns="" id="{2FACDEFD-23FE-4981-9062-FBD3EF44B2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737" t="-751" r="6040" b="751"/>
          <a:stretch/>
        </p:blipFill>
        <p:spPr bwMode="auto">
          <a:xfrm>
            <a:off x="4196335" y="1274638"/>
            <a:ext cx="666540" cy="647663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 descr="China allocates funds for winter wheat production | World Grain">
            <a:extLst>
              <a:ext uri="{FF2B5EF4-FFF2-40B4-BE49-F238E27FC236}">
                <a16:creationId xmlns:a16="http://schemas.microsoft.com/office/drawing/2014/main" xmlns="" id="{1FF0D2A2-93EB-419A-A388-939B1F7351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34551"/>
          <a:stretch/>
        </p:blipFill>
        <p:spPr bwMode="auto">
          <a:xfrm>
            <a:off x="7954044" y="1264789"/>
            <a:ext cx="647663" cy="647663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421675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hlinkClick r:id="" action="ppaction://noaction"/>
            <a:extLst>
              <a:ext uri="{FF2B5EF4-FFF2-40B4-BE49-F238E27FC236}">
                <a16:creationId xmlns:a16="http://schemas.microsoft.com/office/drawing/2014/main" xmlns="" id="{87DF2A7A-7BD2-1A95-A4CF-8E1AF8C3D62A}"/>
              </a:ext>
            </a:extLst>
          </p:cNvPr>
          <p:cNvSpPr/>
          <p:nvPr/>
        </p:nvSpPr>
        <p:spPr>
          <a:xfrm>
            <a:off x="177434" y="896977"/>
            <a:ext cx="2871462" cy="2777987"/>
          </a:xfrm>
          <a:prstGeom prst="roundRect">
            <a:avLst>
              <a:gd name="adj" fmla="val 17758"/>
            </a:avLst>
          </a:prstGeom>
          <a:noFill/>
          <a:ln w="9525">
            <a:solidFill>
              <a:schemeClr val="tx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Digital Crop Loan/ KCC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Insurance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Farm Mechanization Loan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Drip Irrigation Loan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Dairy Loan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Poultry Loan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Agri clinic and Agri business Centre Loan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Interest Subvention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Agriculture Term Loan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Agricultural Gold Loan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xmlns="" id="{0FA134E8-BDDF-0382-00BE-CE612EF3F5C8}"/>
              </a:ext>
            </a:extLst>
          </p:cNvPr>
          <p:cNvSpPr/>
          <p:nvPr/>
        </p:nvSpPr>
        <p:spPr>
          <a:xfrm>
            <a:off x="176665" y="868483"/>
            <a:ext cx="2871462" cy="68194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Easier access to FINANCE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D9EE9D91-CE41-C22A-55D5-D765E73080D7}"/>
              </a:ext>
            </a:extLst>
          </p:cNvPr>
          <p:cNvGrpSpPr/>
          <p:nvPr/>
        </p:nvGrpSpPr>
        <p:grpSpPr>
          <a:xfrm>
            <a:off x="4671844" y="1970008"/>
            <a:ext cx="2871462" cy="2871462"/>
            <a:chOff x="4660269" y="1171807"/>
            <a:chExt cx="2871462" cy="287146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xmlns="" id="{1DA45489-DC5F-4D29-851F-49D03AC8CF0F}"/>
                </a:ext>
              </a:extLst>
            </p:cNvPr>
            <p:cNvSpPr/>
            <p:nvPr/>
          </p:nvSpPr>
          <p:spPr>
            <a:xfrm>
              <a:off x="4660269" y="1171807"/>
              <a:ext cx="2871462" cy="287146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xmlns="" id="{FE78C22B-768A-4A24-AA2F-02AFA266D2A4}"/>
                </a:ext>
              </a:extLst>
            </p:cNvPr>
            <p:cNvSpPr/>
            <p:nvPr/>
          </p:nvSpPr>
          <p:spPr>
            <a:xfrm>
              <a:off x="4981614" y="1491046"/>
              <a:ext cx="2228771" cy="2232983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xmlns="" id="{16F9B7AC-B902-46CD-B905-9BE11531D0F1}"/>
                </a:ext>
              </a:extLst>
            </p:cNvPr>
            <p:cNvSpPr/>
            <p:nvPr/>
          </p:nvSpPr>
          <p:spPr>
            <a:xfrm>
              <a:off x="5322915" y="1834454"/>
              <a:ext cx="1546170" cy="1546170"/>
            </a:xfrm>
            <a:prstGeom prst="ellipse">
              <a:avLst/>
            </a:prstGeom>
            <a:solidFill>
              <a:srgbClr val="CEF4F3"/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3CB575E-EABD-A266-BAA9-D623CCCA4FF6}"/>
              </a:ext>
            </a:extLst>
          </p:cNvPr>
          <p:cNvSpPr txBox="1"/>
          <p:nvPr/>
        </p:nvSpPr>
        <p:spPr>
          <a:xfrm>
            <a:off x="3742707" y="1306363"/>
            <a:ext cx="967362" cy="1261949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AePS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NPCI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JanSamarth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OCEN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ONDC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467B482-F6DF-2E55-4108-ADBDB6C7E032}"/>
              </a:ext>
            </a:extLst>
          </p:cNvPr>
          <p:cNvSpPr txBox="1"/>
          <p:nvPr/>
        </p:nvSpPr>
        <p:spPr>
          <a:xfrm>
            <a:off x="5712664" y="4224769"/>
            <a:ext cx="771413" cy="193899"/>
          </a:xfrm>
          <a:prstGeom prst="rect">
            <a:avLst/>
          </a:prstGeom>
          <a:solidFill>
            <a:schemeClr val="accent6"/>
          </a:solidFill>
        </p:spPr>
        <p:txBody>
          <a:bodyPr wrap="square" lIns="0" tIns="36576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CONSENT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A1979CD-FF75-25A7-1610-1BD58EB90B7F}"/>
              </a:ext>
            </a:extLst>
          </p:cNvPr>
          <p:cNvSpPr txBox="1"/>
          <p:nvPr/>
        </p:nvSpPr>
        <p:spPr>
          <a:xfrm>
            <a:off x="5787395" y="4601624"/>
            <a:ext cx="640360" cy="198830"/>
          </a:xfrm>
          <a:prstGeom prst="rect">
            <a:avLst/>
          </a:prstGeom>
          <a:solidFill>
            <a:schemeClr val="accent6"/>
          </a:solidFill>
        </p:spPr>
        <p:txBody>
          <a:bodyPr wrap="square" lIns="0" tIns="36576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UFSI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27" name="Rectangle: Rounded Corners 26">
            <a:hlinkClick r:id="" action="ppaction://noaction"/>
            <a:extLst>
              <a:ext uri="{FF2B5EF4-FFF2-40B4-BE49-F238E27FC236}">
                <a16:creationId xmlns:a16="http://schemas.microsoft.com/office/drawing/2014/main" xmlns="" id="{15EEFBA7-26F1-E245-5E81-64D71F881452}"/>
              </a:ext>
            </a:extLst>
          </p:cNvPr>
          <p:cNvSpPr/>
          <p:nvPr/>
        </p:nvSpPr>
        <p:spPr>
          <a:xfrm>
            <a:off x="182758" y="4448642"/>
            <a:ext cx="2871462" cy="1963379"/>
          </a:xfrm>
          <a:prstGeom prst="roundRect">
            <a:avLst>
              <a:gd name="adj" fmla="val 20719"/>
            </a:avLst>
          </a:prstGeom>
          <a:solidFill>
            <a:schemeClr val="tx1"/>
          </a:solidFill>
          <a:ln w="9525">
            <a:solidFill>
              <a:schemeClr val="tx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Crop Advisory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Weather Advisory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Market Advisory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Pesticide Advisory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Disaster Advisory and Response</a:t>
            </a: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xmlns="" id="{DBFD21F7-B745-8312-4EF0-4944E3FE950D}"/>
              </a:ext>
            </a:extLst>
          </p:cNvPr>
          <p:cNvSpPr/>
          <p:nvPr/>
        </p:nvSpPr>
        <p:spPr>
          <a:xfrm>
            <a:off x="181989" y="4420148"/>
            <a:ext cx="2871462" cy="68194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Alerts and ACTIONABLE ADVISORY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29" name="Rectangle: Rounded Corners 28">
            <a:hlinkClick r:id="" action="ppaction://noaction"/>
            <a:extLst>
              <a:ext uri="{FF2B5EF4-FFF2-40B4-BE49-F238E27FC236}">
                <a16:creationId xmlns:a16="http://schemas.microsoft.com/office/drawing/2014/main" xmlns="" id="{E3C41B55-A7D9-EF6C-BCB3-EA4FEBADC425}"/>
              </a:ext>
            </a:extLst>
          </p:cNvPr>
          <p:cNvSpPr/>
          <p:nvPr/>
        </p:nvSpPr>
        <p:spPr>
          <a:xfrm>
            <a:off x="9158401" y="4447162"/>
            <a:ext cx="2871462" cy="1963379"/>
          </a:xfrm>
          <a:prstGeom prst="roundRect">
            <a:avLst>
              <a:gd name="adj" fmla="val 24510"/>
            </a:avLst>
          </a:prstGeom>
          <a:noFill/>
          <a:ln w="9525">
            <a:solidFill>
              <a:schemeClr val="tx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Connecting to local buyers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Connecting to International buyers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Selling produce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Warehousing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31" name="Rectangle: Rounded Corners 30">
            <a:hlinkClick r:id="" action="ppaction://noaction"/>
            <a:extLst>
              <a:ext uri="{FF2B5EF4-FFF2-40B4-BE49-F238E27FC236}">
                <a16:creationId xmlns:a16="http://schemas.microsoft.com/office/drawing/2014/main" xmlns="" id="{D70045CA-C1A4-5CAC-A8E8-B2E0937FA812}"/>
              </a:ext>
            </a:extLst>
          </p:cNvPr>
          <p:cNvSpPr/>
          <p:nvPr/>
        </p:nvSpPr>
        <p:spPr>
          <a:xfrm>
            <a:off x="9167792" y="896977"/>
            <a:ext cx="2871462" cy="2777987"/>
          </a:xfrm>
          <a:prstGeom prst="roundRect">
            <a:avLst>
              <a:gd name="adj" fmla="val 16329"/>
            </a:avLst>
          </a:prstGeom>
          <a:noFill/>
          <a:ln w="9525">
            <a:solidFill>
              <a:schemeClr val="tx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Seeds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Fertilizers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Pesticides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Machinery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Irrigation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1024" name="Rectangle: Top Corners Rounded 1023">
            <a:extLst>
              <a:ext uri="{FF2B5EF4-FFF2-40B4-BE49-F238E27FC236}">
                <a16:creationId xmlns:a16="http://schemas.microsoft.com/office/drawing/2014/main" xmlns="" id="{A0C1EBCE-5D70-0620-CCAA-7864EC6EB056}"/>
              </a:ext>
            </a:extLst>
          </p:cNvPr>
          <p:cNvSpPr/>
          <p:nvPr/>
        </p:nvSpPr>
        <p:spPr>
          <a:xfrm>
            <a:off x="9167023" y="868483"/>
            <a:ext cx="2871462" cy="68194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Access to Higher quality INPUTS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xmlns="" id="{17E72066-7F4C-BA52-F51F-B51E1CAC5F32}"/>
              </a:ext>
            </a:extLst>
          </p:cNvPr>
          <p:cNvSpPr txBox="1"/>
          <p:nvPr/>
        </p:nvSpPr>
        <p:spPr>
          <a:xfrm>
            <a:off x="8022420" y="3920368"/>
            <a:ext cx="553980" cy="741806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ONDC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UPI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AePS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xmlns="" id="{D756B5BA-6515-59EE-9AF5-9BE532FA2AFB}"/>
              </a:ext>
            </a:extLst>
          </p:cNvPr>
          <p:cNvSpPr txBox="1"/>
          <p:nvPr/>
        </p:nvSpPr>
        <p:spPr>
          <a:xfrm>
            <a:off x="3543814" y="4279605"/>
            <a:ext cx="448841" cy="481735"/>
          </a:xfrm>
          <a:prstGeom prst="rect">
            <a:avLst/>
          </a:prstGeom>
          <a:noFill/>
        </p:spPr>
        <p:txBody>
          <a:bodyPr wrap="non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ONDC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ICAR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xmlns="" id="{933DFEB4-9EEB-0C0F-E9EB-DFD205C77994}"/>
              </a:ext>
            </a:extLst>
          </p:cNvPr>
          <p:cNvSpPr txBox="1"/>
          <p:nvPr/>
        </p:nvSpPr>
        <p:spPr>
          <a:xfrm>
            <a:off x="7638642" y="1356993"/>
            <a:ext cx="856528" cy="1261949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ONDC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iFMS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iPMS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Seednet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Aadhaar</a:t>
            </a:r>
          </a:p>
        </p:txBody>
      </p:sp>
      <p:graphicFrame>
        <p:nvGraphicFramePr>
          <p:cNvPr id="1062" name="Diagram 1061">
            <a:extLst>
              <a:ext uri="{FF2B5EF4-FFF2-40B4-BE49-F238E27FC236}">
                <a16:creationId xmlns:a16="http://schemas.microsoft.com/office/drawing/2014/main" xmlns="" id="{FBE381F4-64CA-E879-AC6E-7815C21278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611060379"/>
              </p:ext>
            </p:extLst>
          </p:nvPr>
        </p:nvGraphicFramePr>
        <p:xfrm>
          <a:off x="5239154" y="3011167"/>
          <a:ext cx="1718434" cy="1145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63" name="TextBox 1062">
            <a:extLst>
              <a:ext uri="{FF2B5EF4-FFF2-40B4-BE49-F238E27FC236}">
                <a16:creationId xmlns:a16="http://schemas.microsoft.com/office/drawing/2014/main" xmlns="" id="{BCB688B5-B572-AA39-A666-EE153085BA0B}"/>
              </a:ext>
            </a:extLst>
          </p:cNvPr>
          <p:cNvSpPr txBox="1"/>
          <p:nvPr/>
        </p:nvSpPr>
        <p:spPr>
          <a:xfrm>
            <a:off x="5525308" y="2791107"/>
            <a:ext cx="1155144" cy="220060"/>
          </a:xfrm>
          <a:prstGeom prst="rect">
            <a:avLst/>
          </a:prstGeom>
          <a:solidFill>
            <a:schemeClr val="accent6"/>
          </a:solidFill>
        </p:spPr>
        <p:txBody>
          <a:bodyPr wrap="square" lIns="0" tIns="36576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REGISTRIES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xmlns="" id="{62407BE8-8926-91B9-4E8B-3834EF6FC94E}"/>
              </a:ext>
            </a:extLst>
          </p:cNvPr>
          <p:cNvSpPr/>
          <p:nvPr/>
        </p:nvSpPr>
        <p:spPr>
          <a:xfrm>
            <a:off x="9157632" y="4418668"/>
            <a:ext cx="2871462" cy="68194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Access to Wider MARKETS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pic>
        <p:nvPicPr>
          <p:cNvPr id="1064" name="Picture 4" descr="Reliance Logo | Real Company | Alphabet, Letter R Logo">
            <a:extLst>
              <a:ext uri="{FF2B5EF4-FFF2-40B4-BE49-F238E27FC236}">
                <a16:creationId xmlns:a16="http://schemas.microsoft.com/office/drawing/2014/main" xmlns="" id="{382358C2-B622-F2AF-CC46-5DF8AFE04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715669" y="4112668"/>
            <a:ext cx="269420" cy="26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6" descr="Pepsico Logo PNG Image | Transparent PNG Free Download on SeekPNG">
            <a:extLst>
              <a:ext uri="{FF2B5EF4-FFF2-40B4-BE49-F238E27FC236}">
                <a16:creationId xmlns:a16="http://schemas.microsoft.com/office/drawing/2014/main" xmlns="" id="{2992A1AC-1E64-FFC4-E9B3-57FF5B750B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7643" t="6468" r="27778" b="7533"/>
          <a:stretch/>
        </p:blipFill>
        <p:spPr bwMode="auto">
          <a:xfrm>
            <a:off x="10068599" y="4130086"/>
            <a:ext cx="236004" cy="24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xmlns="" id="{1F111237-0802-1DBB-C3A5-E592F014D40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/>
          <a:srcRect l="3840" t="7053"/>
          <a:stretch/>
        </p:blipFill>
        <p:spPr>
          <a:xfrm>
            <a:off x="293212" y="4116808"/>
            <a:ext cx="675658" cy="249876"/>
          </a:xfrm>
          <a:prstGeom prst="rect">
            <a:avLst/>
          </a:prstGeom>
        </p:spPr>
      </p:pic>
      <p:pic>
        <p:nvPicPr>
          <p:cNvPr id="1078" name="Picture 1077">
            <a:extLst>
              <a:ext uri="{FF2B5EF4-FFF2-40B4-BE49-F238E27FC236}">
                <a16:creationId xmlns:a16="http://schemas.microsoft.com/office/drawing/2014/main" xmlns="" id="{E375B8FD-8867-296F-B5D6-4B9ECF578281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429681" y="4120149"/>
            <a:ext cx="633367" cy="250708"/>
          </a:xfrm>
          <a:prstGeom prst="rect">
            <a:avLst/>
          </a:prstGeom>
        </p:spPr>
      </p:pic>
      <p:pic>
        <p:nvPicPr>
          <p:cNvPr id="1080" name="Picture 1079">
            <a:extLst>
              <a:ext uri="{FF2B5EF4-FFF2-40B4-BE49-F238E27FC236}">
                <a16:creationId xmlns:a16="http://schemas.microsoft.com/office/drawing/2014/main" xmlns="" id="{327595A2-4D11-9628-4EC9-CFF25283DFF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/>
          <a:srcRect l="3309" t="1449" b="1761"/>
          <a:stretch/>
        </p:blipFill>
        <p:spPr>
          <a:xfrm>
            <a:off x="2141061" y="4120096"/>
            <a:ext cx="535008" cy="240517"/>
          </a:xfrm>
          <a:prstGeom prst="rect">
            <a:avLst/>
          </a:prstGeom>
        </p:spPr>
      </p:pic>
      <p:sp>
        <p:nvSpPr>
          <p:cNvPr id="46" name="Title 1">
            <a:extLst>
              <a:ext uri="{FF2B5EF4-FFF2-40B4-BE49-F238E27FC236}">
                <a16:creationId xmlns:a16="http://schemas.microsoft.com/office/drawing/2014/main" xmlns="" id="{38A1DC76-CA25-4C10-9578-AA15F61C9B46}"/>
              </a:ext>
            </a:extLst>
          </p:cNvPr>
          <p:cNvSpPr txBox="1">
            <a:spLocks/>
          </p:cNvSpPr>
          <p:nvPr/>
        </p:nvSpPr>
        <p:spPr>
          <a:xfrm>
            <a:off x="3421561" y="493502"/>
            <a:ext cx="5233382" cy="749393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399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</a:rPr>
              <a:t>                </a:t>
            </a:r>
          </a:p>
          <a:p>
            <a:pPr marL="0" marR="0" lvl="0" indent="0" algn="ctr" defTabSz="913943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</a:rPr>
              <a:t>Transforming the Agriculture Ecosystem </a:t>
            </a:r>
          </a:p>
          <a:p>
            <a:pPr marL="0" marR="0" lvl="0" indent="0" algn="ctr" defTabSz="913943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ctr" defTabSz="913943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</a:rPr>
              <a:t>Use-cases</a:t>
            </a:r>
          </a:p>
        </p:txBody>
      </p:sp>
      <p:pic>
        <p:nvPicPr>
          <p:cNvPr id="1030" name="Picture 6" descr="Centre pushes for eNAM in states without APMCs - The Economic Times">
            <a:extLst>
              <a:ext uri="{FF2B5EF4-FFF2-40B4-BE49-F238E27FC236}">
                <a16:creationId xmlns:a16="http://schemas.microsoft.com/office/drawing/2014/main" xmlns="" id="{3732540A-42BC-47FB-9501-7600BBB18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51865" y="4045330"/>
            <a:ext cx="478503" cy="358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Table 18">
            <a:extLst>
              <a:ext uri="{FF2B5EF4-FFF2-40B4-BE49-F238E27FC236}">
                <a16:creationId xmlns:a16="http://schemas.microsoft.com/office/drawing/2014/main" xmlns="" id="{BAD1A772-A98D-4F5F-9171-3FE424617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98961248"/>
              </p:ext>
            </p:extLst>
          </p:nvPr>
        </p:nvGraphicFramePr>
        <p:xfrm>
          <a:off x="3899256" y="5962507"/>
          <a:ext cx="4450443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978">
                  <a:extLst>
                    <a:ext uri="{9D8B030D-6E8A-4147-A177-3AD203B41FA5}">
                      <a16:colId xmlns:a16="http://schemas.microsoft.com/office/drawing/2014/main" xmlns="" val="712046582"/>
                    </a:ext>
                  </a:extLst>
                </a:gridCol>
                <a:gridCol w="3993465">
                  <a:extLst>
                    <a:ext uri="{9D8B030D-6E8A-4147-A177-3AD203B41FA5}">
                      <a16:colId xmlns:a16="http://schemas.microsoft.com/office/drawing/2014/main" xmlns="" val="2535684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ysClr val="windowText" lastClr="000000"/>
                          </a:solidFill>
                        </a:rPr>
                        <a:t>Legend</a:t>
                      </a:r>
                      <a:endParaRPr lang="en-GB" sz="11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5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9292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en-GB" sz="11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ysClr val="windowText" lastClr="000000"/>
                          </a:solidFill>
                        </a:rPr>
                        <a:t>Indicative list of Agri Stack Authorized Service Providers</a:t>
                      </a:r>
                      <a:endParaRPr lang="en-GB" sz="11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38920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ysClr val="windowText" lastClr="000000"/>
                          </a:solidFill>
                        </a:rPr>
                        <a:t>**</a:t>
                      </a:r>
                      <a:endParaRPr lang="en-GB" sz="11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ysClr val="windowText" lastClr="000000"/>
                          </a:solidFill>
                        </a:rPr>
                        <a:t>Indicative list of APIs/Technologies to be used</a:t>
                      </a:r>
                      <a:endParaRPr lang="en-GB" sz="11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47200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FF8588D7-D6A4-4188-950E-3C865EE5BE78}"/>
              </a:ext>
            </a:extLst>
          </p:cNvPr>
          <p:cNvSpPr txBox="1"/>
          <p:nvPr/>
        </p:nvSpPr>
        <p:spPr>
          <a:xfrm>
            <a:off x="2643785" y="355959"/>
            <a:ext cx="378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*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E2DD1707-E907-4020-A401-AB6218386763}"/>
              </a:ext>
            </a:extLst>
          </p:cNvPr>
          <p:cNvSpPr txBox="1"/>
          <p:nvPr/>
        </p:nvSpPr>
        <p:spPr>
          <a:xfrm>
            <a:off x="1155556" y="3674964"/>
            <a:ext cx="304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*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EF95C32A-42DB-4F9B-8B31-16B45AA4BF22}"/>
              </a:ext>
            </a:extLst>
          </p:cNvPr>
          <p:cNvSpPr txBox="1"/>
          <p:nvPr/>
        </p:nvSpPr>
        <p:spPr>
          <a:xfrm>
            <a:off x="11051880" y="133032"/>
            <a:ext cx="496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*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412E953B-BAAB-4345-ADFC-BE7A3FB0CBEC}"/>
              </a:ext>
            </a:extLst>
          </p:cNvPr>
          <p:cNvSpPr txBox="1"/>
          <p:nvPr/>
        </p:nvSpPr>
        <p:spPr>
          <a:xfrm>
            <a:off x="10934184" y="3923355"/>
            <a:ext cx="256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*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DE199821-66D6-436F-99BE-4059507A0956}"/>
              </a:ext>
            </a:extLst>
          </p:cNvPr>
          <p:cNvSpPr txBox="1"/>
          <p:nvPr/>
        </p:nvSpPr>
        <p:spPr>
          <a:xfrm>
            <a:off x="4090200" y="1193520"/>
            <a:ext cx="562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**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A9825DD9-EAA8-448D-BEDE-110D3D5D445B}"/>
              </a:ext>
            </a:extLst>
          </p:cNvPr>
          <p:cNvSpPr txBox="1"/>
          <p:nvPr/>
        </p:nvSpPr>
        <p:spPr>
          <a:xfrm>
            <a:off x="3988907" y="4151140"/>
            <a:ext cx="587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**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621AE77B-1AC7-4C07-AE60-B57C7FF9E0C8}"/>
              </a:ext>
            </a:extLst>
          </p:cNvPr>
          <p:cNvSpPr txBox="1"/>
          <p:nvPr/>
        </p:nvSpPr>
        <p:spPr>
          <a:xfrm>
            <a:off x="8027815" y="1308306"/>
            <a:ext cx="768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**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564B7763-9ACD-4FF3-A0DB-CBFF93EF89B5}"/>
              </a:ext>
            </a:extLst>
          </p:cNvPr>
          <p:cNvSpPr txBox="1"/>
          <p:nvPr/>
        </p:nvSpPr>
        <p:spPr>
          <a:xfrm>
            <a:off x="8393547" y="3736324"/>
            <a:ext cx="4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**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xmlns="" id="{23B68906-20A3-4A77-81D8-43F93491CDE1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rcRect t="24931" b="25207"/>
          <a:stretch/>
        </p:blipFill>
        <p:spPr>
          <a:xfrm>
            <a:off x="4242624" y="-40005"/>
            <a:ext cx="3527053" cy="937950"/>
          </a:xfrm>
          <a:prstGeom prst="rect">
            <a:avLst/>
          </a:prstGeom>
        </p:spPr>
      </p:pic>
      <p:pic>
        <p:nvPicPr>
          <p:cNvPr id="1034" name="Picture 10" descr="NCDEX | Mumbai">
            <a:extLst>
              <a:ext uri="{FF2B5EF4-FFF2-40B4-BE49-F238E27FC236}">
                <a16:creationId xmlns:a16="http://schemas.microsoft.com/office/drawing/2014/main" xmlns="" id="{B08C112C-0EA8-42D0-AF6C-CEFCFFB91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395294" y="4120542"/>
            <a:ext cx="256571" cy="2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0B9FAFC8-B11C-4507-B24D-263FA733B5F4}"/>
              </a:ext>
            </a:extLst>
          </p:cNvPr>
          <p:cNvCxnSpPr>
            <a:cxnSpLocks/>
          </p:cNvCxnSpPr>
          <p:nvPr/>
        </p:nvCxnSpPr>
        <p:spPr>
          <a:xfrm>
            <a:off x="3203018" y="2230097"/>
            <a:ext cx="1392476" cy="777691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xmlns="" id="{2498EAED-2475-4AC2-852D-EBAD908DEF6A}"/>
              </a:ext>
            </a:extLst>
          </p:cNvPr>
          <p:cNvCxnSpPr>
            <a:cxnSpLocks/>
          </p:cNvCxnSpPr>
          <p:nvPr/>
        </p:nvCxnSpPr>
        <p:spPr>
          <a:xfrm>
            <a:off x="7392774" y="4374356"/>
            <a:ext cx="1570111" cy="830242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5CC9F9AF-A35F-4D1B-BE38-52575466E888}"/>
              </a:ext>
            </a:extLst>
          </p:cNvPr>
          <p:cNvCxnSpPr>
            <a:cxnSpLocks/>
          </p:cNvCxnSpPr>
          <p:nvPr/>
        </p:nvCxnSpPr>
        <p:spPr>
          <a:xfrm flipH="1">
            <a:off x="3195969" y="4358176"/>
            <a:ext cx="1570111" cy="830242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xmlns="" id="{8CC5DDC3-45E8-4C5B-BDFF-BC879F76ACC6}"/>
              </a:ext>
            </a:extLst>
          </p:cNvPr>
          <p:cNvCxnSpPr>
            <a:cxnSpLocks/>
          </p:cNvCxnSpPr>
          <p:nvPr/>
        </p:nvCxnSpPr>
        <p:spPr>
          <a:xfrm flipH="1">
            <a:off x="7570743" y="2230097"/>
            <a:ext cx="1392476" cy="777691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B2BE7869-8500-3CAC-D715-24774BA2B45B}"/>
              </a:ext>
            </a:extLst>
          </p:cNvPr>
          <p:cNvGrpSpPr/>
          <p:nvPr/>
        </p:nvGrpSpPr>
        <p:grpSpPr>
          <a:xfrm>
            <a:off x="529941" y="273169"/>
            <a:ext cx="2146128" cy="575264"/>
            <a:chOff x="529941" y="273169"/>
            <a:chExt cx="2146128" cy="57526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xmlns="" id="{8232CD8E-5652-EF0F-970C-F844B8D2F363}"/>
                </a:ext>
              </a:extLst>
            </p:cNvPr>
            <p:cNvGrpSpPr/>
            <p:nvPr/>
          </p:nvGrpSpPr>
          <p:grpSpPr>
            <a:xfrm>
              <a:off x="529941" y="592800"/>
              <a:ext cx="2146128" cy="255633"/>
              <a:chOff x="305013" y="234677"/>
              <a:chExt cx="2146128" cy="255633"/>
            </a:xfrm>
          </p:grpSpPr>
          <p:pic>
            <p:nvPicPr>
              <p:cNvPr id="17" name="Picture 2">
                <a:extLst>
                  <a:ext uri="{FF2B5EF4-FFF2-40B4-BE49-F238E27FC236}">
                    <a16:creationId xmlns:a16="http://schemas.microsoft.com/office/drawing/2014/main" xmlns="" id="{E4025F6B-BAAD-2C70-74A2-4E79B25949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5013" y="263514"/>
                <a:ext cx="226796" cy="2267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HDFC Bank logo in transparent PNG and vectorized SVG formats">
                <a:extLst>
                  <a:ext uri="{FF2B5EF4-FFF2-40B4-BE49-F238E27FC236}">
                    <a16:creationId xmlns:a16="http://schemas.microsoft.com/office/drawing/2014/main" xmlns="" id="{A03528E4-9BBD-9FD0-017A-42F0EF05E5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8508" y="263514"/>
                <a:ext cx="227809" cy="2267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6" descr="ICICI Bank Logo and Tagline -">
                <a:extLst>
                  <a:ext uri="{FF2B5EF4-FFF2-40B4-BE49-F238E27FC236}">
                    <a16:creationId xmlns:a16="http://schemas.microsoft.com/office/drawing/2014/main" xmlns="" id="{5808D9D6-3A9B-C11E-5DD9-06586159D3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79236" y="245846"/>
                <a:ext cx="226796" cy="2319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 descr="Bank of India Office Photos | Glassdoor">
                <a:extLst>
                  <a:ext uri="{FF2B5EF4-FFF2-40B4-BE49-F238E27FC236}">
                    <a16:creationId xmlns:a16="http://schemas.microsoft.com/office/drawing/2014/main" xmlns="" id="{A69BE93E-9E2B-F08B-B9CB-9303844867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6760" y="254913"/>
                <a:ext cx="226796" cy="2267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10" descr="Bank of Baroda Logo and symbol, meaning, history, PNG">
                <a:extLst>
                  <a:ext uri="{FF2B5EF4-FFF2-40B4-BE49-F238E27FC236}">
                    <a16:creationId xmlns:a16="http://schemas.microsoft.com/office/drawing/2014/main" xmlns="" id="{732126CD-ECEE-0704-7D69-0F864AC2DB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 l="12636" t="7288" r="18033" b="6131"/>
              <a:stretch/>
            </p:blipFill>
            <p:spPr bwMode="auto">
              <a:xfrm>
                <a:off x="1089751" y="271780"/>
                <a:ext cx="253016" cy="2102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12" descr="PNB New Logo: Punjab National Bank unveils new logo | India Business News -  Times of India">
                <a:extLst>
                  <a:ext uri="{FF2B5EF4-FFF2-40B4-BE49-F238E27FC236}">
                    <a16:creationId xmlns:a16="http://schemas.microsoft.com/office/drawing/2014/main" xmlns="" id="{E4DC6301-A1FD-063A-581D-F2B5F01E33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94950" y="256492"/>
                <a:ext cx="267273" cy="2236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14" descr="UNIONBANK Stock Price and Chart — NSE:UNIONBANK — TradingView — India">
                <a:extLst>
                  <a:ext uri="{FF2B5EF4-FFF2-40B4-BE49-F238E27FC236}">
                    <a16:creationId xmlns:a16="http://schemas.microsoft.com/office/drawing/2014/main" xmlns="" id="{AA3700A9-19C5-C76A-972F-098C1B671E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2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 l="20381" t="23921" r="20512" b="23803"/>
              <a:stretch/>
            </p:blipFill>
            <p:spPr bwMode="auto">
              <a:xfrm>
                <a:off x="1615423" y="257932"/>
                <a:ext cx="253016" cy="223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UCO Bank Logo and Tagline -">
                <a:extLst>
                  <a:ext uri="{FF2B5EF4-FFF2-40B4-BE49-F238E27FC236}">
                    <a16:creationId xmlns:a16="http://schemas.microsoft.com/office/drawing/2014/main" xmlns="" id="{E4B3F694-F972-3788-2F34-601D268B67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8124" y="234677"/>
                <a:ext cx="253017" cy="2430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" name="Picture 2" descr="NABARD - National Bank For Agriculture And Rural Development">
              <a:extLst>
                <a:ext uri="{FF2B5EF4-FFF2-40B4-BE49-F238E27FC236}">
                  <a16:creationId xmlns:a16="http://schemas.microsoft.com/office/drawing/2014/main" xmlns="" id="{143CEB16-5590-7C18-FF43-8F7DAF0C84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941" y="273169"/>
              <a:ext cx="253017" cy="314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6" descr="ICAR Logo - psd, png, gif and jpg formats | भारतीय कृषि अनुसंधान परिषद">
            <a:extLst>
              <a:ext uri="{FF2B5EF4-FFF2-40B4-BE49-F238E27FC236}">
                <a16:creationId xmlns:a16="http://schemas.microsoft.com/office/drawing/2014/main" xmlns="" id="{7A055195-DF0F-656F-E8B2-8C8EF839E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7444" y="3839737"/>
            <a:ext cx="175023" cy="240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Karnataka State Department of Agriculture - Home | Facebook">
            <a:extLst>
              <a:ext uri="{FF2B5EF4-FFF2-40B4-BE49-F238E27FC236}">
                <a16:creationId xmlns:a16="http://schemas.microsoft.com/office/drawing/2014/main" xmlns="" id="{858F2134-A151-9458-B534-D5828B0BC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334" t="3658" r="9618" b="3615"/>
          <a:stretch/>
        </p:blipFill>
        <p:spPr bwMode="auto">
          <a:xfrm>
            <a:off x="1085645" y="4145728"/>
            <a:ext cx="215723" cy="24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CONTIGENCY PLAN">
            <a:extLst>
              <a:ext uri="{FF2B5EF4-FFF2-40B4-BE49-F238E27FC236}">
                <a16:creationId xmlns:a16="http://schemas.microsoft.com/office/drawing/2014/main" xmlns="" id="{4B871587-126F-8F3E-3048-EB428B380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9869" y="3838912"/>
            <a:ext cx="200218" cy="265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PAU_COA_1996 - Department of Agriculture (Punjab) logo created by Gurprit  Dhillon (L96 A127 BIV) | Facebook">
            <a:extLst>
              <a:ext uri="{FF2B5EF4-FFF2-40B4-BE49-F238E27FC236}">
                <a16:creationId xmlns:a16="http://schemas.microsoft.com/office/drawing/2014/main" xmlns="" id="{78FA9613-81C2-EA75-3D51-F477BE47B5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117" t="11437" r="4518" b="2573"/>
          <a:stretch/>
        </p:blipFill>
        <p:spPr bwMode="auto">
          <a:xfrm>
            <a:off x="937619" y="3826080"/>
            <a:ext cx="239704" cy="26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unjabMandiBoard">
            <a:extLst>
              <a:ext uri="{FF2B5EF4-FFF2-40B4-BE49-F238E27FC236}">
                <a16:creationId xmlns:a16="http://schemas.microsoft.com/office/drawing/2014/main" xmlns="" id="{8BCC14D9-93B4-6F41-32FA-3C9C35D32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358639" y="4100331"/>
            <a:ext cx="307337" cy="30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6242605C-4FED-0CE4-6736-46C1B0CB9FAE}"/>
              </a:ext>
            </a:extLst>
          </p:cNvPr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9318041" y="574442"/>
            <a:ext cx="242243" cy="283041"/>
          </a:xfrm>
          <a:prstGeom prst="rect">
            <a:avLst/>
          </a:prstGeom>
        </p:spPr>
      </p:pic>
      <p:pic>
        <p:nvPicPr>
          <p:cNvPr id="1040" name="Picture 16" descr="National Seeds Corporation Ltd. | Delhi">
            <a:extLst>
              <a:ext uri="{FF2B5EF4-FFF2-40B4-BE49-F238E27FC236}">
                <a16:creationId xmlns:a16="http://schemas.microsoft.com/office/drawing/2014/main" xmlns="" id="{00EA1717-1EDD-2D5E-F9C0-0E580B77B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564571" y="488619"/>
            <a:ext cx="280751" cy="36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11A42EA8-E723-CE72-E250-E50D36572296}"/>
              </a:ext>
            </a:extLst>
          </p:cNvPr>
          <p:cNvGrpSpPr/>
          <p:nvPr/>
        </p:nvGrpSpPr>
        <p:grpSpPr>
          <a:xfrm>
            <a:off x="9319006" y="302034"/>
            <a:ext cx="2176915" cy="518232"/>
            <a:chOff x="9319006" y="302034"/>
            <a:chExt cx="2176915" cy="51823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xmlns="" id="{AE5D5CD2-3407-4BDD-A7B4-5F16FF0A62A5}"/>
                </a:ext>
              </a:extLst>
            </p:cNvPr>
            <p:cNvGrpSpPr/>
            <p:nvPr/>
          </p:nvGrpSpPr>
          <p:grpSpPr>
            <a:xfrm>
              <a:off x="9657334" y="574442"/>
              <a:ext cx="1838587" cy="245824"/>
              <a:chOff x="9620432" y="574442"/>
              <a:chExt cx="1838587" cy="245824"/>
            </a:xfrm>
          </p:grpSpPr>
          <p:pic>
            <p:nvPicPr>
              <p:cNvPr id="1067" name="Picture 10" descr="Mahindra Inaugurates Its State-Of-The-Art EV Design Studio In The UK -  EMobility+">
                <a:extLst>
                  <a:ext uri="{FF2B5EF4-FFF2-40B4-BE49-F238E27FC236}">
                    <a16:creationId xmlns:a16="http://schemas.microsoft.com/office/drawing/2014/main" xmlns="" id="{37A285E7-95C9-942F-0891-55F068EFDB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006289" y="591763"/>
                <a:ext cx="452730" cy="2111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2" name="Picture 1071">
                <a:extLst>
                  <a:ext uri="{FF2B5EF4-FFF2-40B4-BE49-F238E27FC236}">
                    <a16:creationId xmlns:a16="http://schemas.microsoft.com/office/drawing/2014/main" xmlns="" id="{D9292BAC-B113-8A7F-E51C-26B1B10A07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3" cstate="print"/>
              <a:srcRect l="3840" t="7053"/>
              <a:stretch/>
            </p:blipFill>
            <p:spPr>
              <a:xfrm>
                <a:off x="9620432" y="580476"/>
                <a:ext cx="632070" cy="233756"/>
              </a:xfrm>
              <a:prstGeom prst="rect">
                <a:avLst/>
              </a:prstGeom>
            </p:spPr>
          </p:pic>
          <p:pic>
            <p:nvPicPr>
              <p:cNvPr id="1074" name="Picture 12" descr="Tata Chem's consumer products business merged with TGBL | Deccan Herald">
                <a:extLst>
                  <a:ext uri="{FF2B5EF4-FFF2-40B4-BE49-F238E27FC236}">
                    <a16:creationId xmlns:a16="http://schemas.microsoft.com/office/drawing/2014/main" xmlns="" id="{8BC0664E-BD5C-BE05-A571-619B827FB4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 l="11736" t="17631" r="10338" b="17888"/>
              <a:stretch/>
            </p:blipFill>
            <p:spPr bwMode="auto">
              <a:xfrm>
                <a:off x="10311044" y="599174"/>
                <a:ext cx="237303" cy="1963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5" name="Picture 1074">
                <a:extLst>
                  <a:ext uri="{FF2B5EF4-FFF2-40B4-BE49-F238E27FC236}">
                    <a16:creationId xmlns:a16="http://schemas.microsoft.com/office/drawing/2014/main" xmlns="" id="{43CFCEAD-37DA-DFAA-20BC-4904171D63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5" cstate="print"/>
              <a:srcRect l="9325" t="6385" r="8233" b="4813"/>
              <a:stretch/>
            </p:blipFill>
            <p:spPr>
              <a:xfrm>
                <a:off x="10678035" y="574442"/>
                <a:ext cx="250820" cy="245824"/>
              </a:xfrm>
              <a:prstGeom prst="rect">
                <a:avLst/>
              </a:prstGeom>
            </p:spPr>
          </p:pic>
        </p:grpSp>
        <p:pic>
          <p:nvPicPr>
            <p:cNvPr id="1042" name="Picture 18">
              <a:extLst>
                <a:ext uri="{FF2B5EF4-FFF2-40B4-BE49-F238E27FC236}">
                  <a16:creationId xmlns:a16="http://schemas.microsoft.com/office/drawing/2014/main" xmlns="" id="{4E90208E-5CA0-C4FE-C3A5-3C1BCAFF32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5453" t="19765" r="7258" b="14518"/>
            <a:stretch/>
          </p:blipFill>
          <p:spPr bwMode="auto">
            <a:xfrm>
              <a:off x="9319006" y="341273"/>
              <a:ext cx="926538" cy="228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Maharashtra Hybrid Seeds Company Limited, Sanghi Colony New Palasia,  Indore, Madhya Pradesh | NearMeTrade">
              <a:extLst>
                <a:ext uri="{FF2B5EF4-FFF2-40B4-BE49-F238E27FC236}">
                  <a16:creationId xmlns:a16="http://schemas.microsoft.com/office/drawing/2014/main" xmlns="" id="{EB6CCA3B-026E-5DC9-712D-C6D5BA807F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15452" t="22499" r="16037" b="21575"/>
            <a:stretch/>
          </p:blipFill>
          <p:spPr bwMode="auto">
            <a:xfrm>
              <a:off x="10304015" y="319241"/>
              <a:ext cx="500981" cy="250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22" descr="India's largest agriculture company - KAVERISEEDS">
              <a:extLst>
                <a:ext uri="{FF2B5EF4-FFF2-40B4-BE49-F238E27FC236}">
                  <a16:creationId xmlns:a16="http://schemas.microsoft.com/office/drawing/2014/main" xmlns="" id="{60ACD34C-C465-A551-F791-5313561340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68818" y="302034"/>
              <a:ext cx="205948" cy="244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2418760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E71727B-5255-438D-9595-895A8AD81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154767" y="1450460"/>
            <a:ext cx="4502115" cy="266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033D948-80A8-4959-889B-65C4570850F2}"/>
              </a:ext>
            </a:extLst>
          </p:cNvPr>
          <p:cNvSpPr/>
          <p:nvPr/>
        </p:nvSpPr>
        <p:spPr>
          <a:xfrm flipH="1">
            <a:off x="7162942" y="4246446"/>
            <a:ext cx="4502116" cy="2492521"/>
          </a:xfrm>
          <a:prstGeom prst="rect">
            <a:avLst/>
          </a:prstGeom>
          <a:solidFill>
            <a:srgbClr val="C0C0C0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285607" indent="-285607" defTabSz="913943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Ø"/>
              <a:defRPr/>
            </a:pPr>
            <a:endParaRPr lang="en-IN" sz="1399" b="1" kern="0" dirty="0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  <a:p>
            <a:pPr marL="285607" indent="-285607" defTabSz="913943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  <a:buFont typeface="Wingdings" pitchFamily="2" charset="2"/>
              <a:buChar char="Ø"/>
              <a:defRPr/>
            </a:pPr>
            <a:r>
              <a:rPr lang="en-IN" sz="1399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Data analytics </a:t>
            </a:r>
            <a:r>
              <a:rPr lang="en-IN" sz="1399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based on</a:t>
            </a:r>
          </a:p>
          <a:p>
            <a:pPr marL="742579" lvl="1" indent="-285607" defTabSz="913943">
              <a:lnSpc>
                <a:spcPct val="125000"/>
              </a:lnSpc>
              <a:buFont typeface="Wingdings" pitchFamily="2" charset="2"/>
              <a:buChar char="ü"/>
              <a:defRPr/>
            </a:pPr>
            <a:r>
              <a:rPr lang="en-IN" sz="1399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Geospatial Data </a:t>
            </a:r>
            <a:r>
              <a:rPr lang="en-IN" sz="1399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from VEDAS of Dept of Space</a:t>
            </a:r>
          </a:p>
          <a:p>
            <a:pPr marL="742579" lvl="1" indent="-285607" defTabSz="913943">
              <a:lnSpc>
                <a:spcPct val="125000"/>
              </a:lnSpc>
              <a:buFont typeface="Wingdings" pitchFamily="2" charset="2"/>
              <a:buChar char="ü"/>
              <a:defRPr/>
            </a:pPr>
            <a:r>
              <a:rPr lang="en-IN" sz="1399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Crop Survey </a:t>
            </a:r>
            <a:r>
              <a:rPr lang="en-IN" sz="1399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and Crop Estimates</a:t>
            </a:r>
          </a:p>
          <a:p>
            <a:pPr marL="742579" lvl="1" indent="-285607" defTabSz="913943">
              <a:lnSpc>
                <a:spcPct val="125000"/>
              </a:lnSpc>
              <a:buFont typeface="Wingdings" pitchFamily="2" charset="2"/>
              <a:buChar char="ü"/>
              <a:defRPr/>
            </a:pPr>
            <a:r>
              <a:rPr lang="en-IN" sz="1399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Unified Soil </a:t>
            </a:r>
            <a:r>
              <a:rPr lang="en-IN" sz="1399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Information System</a:t>
            </a:r>
          </a:p>
          <a:p>
            <a:pPr marL="742579" lvl="1" indent="-285607" defTabSz="913943">
              <a:lnSpc>
                <a:spcPct val="125000"/>
              </a:lnSpc>
              <a:buFont typeface="Wingdings" pitchFamily="2" charset="2"/>
              <a:buChar char="ü"/>
              <a:defRPr/>
            </a:pPr>
            <a:r>
              <a:rPr lang="en-IN" sz="1399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Weather </a:t>
            </a:r>
            <a:r>
              <a:rPr lang="en-IN" sz="1399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Data</a:t>
            </a:r>
            <a:r>
              <a:rPr lang="en-IN" sz="1399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 </a:t>
            </a:r>
          </a:p>
          <a:p>
            <a:pPr marL="742579" lvl="1" indent="-285607" defTabSz="913943">
              <a:lnSpc>
                <a:spcPct val="125000"/>
              </a:lnSpc>
              <a:buFont typeface="Wingdings" pitchFamily="2" charset="2"/>
              <a:buChar char="ü"/>
              <a:defRPr/>
            </a:pPr>
            <a:r>
              <a:rPr lang="en-IN" sz="1399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Central Pest </a:t>
            </a:r>
            <a:r>
              <a:rPr lang="en-IN" sz="1399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Monitoring System</a:t>
            </a:r>
          </a:p>
          <a:p>
            <a:pPr marL="742579" lvl="1" indent="-285607" defTabSz="913943">
              <a:lnSpc>
                <a:spcPct val="125000"/>
              </a:lnSpc>
              <a:buFont typeface="Wingdings" pitchFamily="2" charset="2"/>
              <a:buChar char="ü"/>
              <a:defRPr/>
            </a:pPr>
            <a:r>
              <a:rPr lang="en-IN" sz="1399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Market Intelligence </a:t>
            </a:r>
            <a:r>
              <a:rPr lang="en-IN" sz="1399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Systems</a:t>
            </a:r>
          </a:p>
          <a:p>
            <a:pPr marL="285607" indent="-285607" defTabSz="913943">
              <a:lnSpc>
                <a:spcPct val="125000"/>
              </a:lnSpc>
              <a:buFont typeface="Wingdings" panose="05000000000000000000" pitchFamily="2" charset="2"/>
              <a:buChar char="Ø"/>
              <a:defRPr/>
            </a:pPr>
            <a:r>
              <a:rPr lang="en-IN" sz="1399" b="1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Data driven decision </a:t>
            </a:r>
            <a:r>
              <a:rPr lang="en-IN" sz="1399" kern="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support system</a:t>
            </a:r>
          </a:p>
          <a:p>
            <a:pPr defTabSz="913943">
              <a:lnSpc>
                <a:spcPct val="125000"/>
              </a:lnSpc>
              <a:defRPr/>
            </a:pPr>
            <a:endParaRPr lang="en-IN" sz="1399" kern="0" dirty="0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  <a:p>
            <a:pPr defTabSz="913943">
              <a:lnSpc>
                <a:spcPct val="125000"/>
              </a:lnSpc>
              <a:defRPr/>
            </a:pPr>
            <a:endParaRPr lang="en-IN" sz="1399" kern="0" dirty="0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357CEAC-A9B8-4075-852B-A6011BEEAAEB}"/>
              </a:ext>
            </a:extLst>
          </p:cNvPr>
          <p:cNvSpPr txBox="1"/>
          <p:nvPr/>
        </p:nvSpPr>
        <p:spPr>
          <a:xfrm>
            <a:off x="7154768" y="1016634"/>
            <a:ext cx="4502116" cy="369140"/>
          </a:xfrm>
          <a:prstGeom prst="rect">
            <a:avLst/>
          </a:prstGeom>
          <a:solidFill>
            <a:srgbClr val="80808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kern="0" cap="none" spc="0" normalizeH="0" baseline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Arial"/>
              </a:defRPr>
            </a:lvl1pPr>
          </a:lstStyle>
          <a:p>
            <a:pPr defTabSz="913943">
              <a:defRPr/>
            </a:pPr>
            <a:r>
              <a:rPr lang="en-IN" sz="1799" dirty="0"/>
              <a:t>Integrated Command and Control </a:t>
            </a:r>
          </a:p>
        </p:txBody>
      </p:sp>
      <p:pic>
        <p:nvPicPr>
          <p:cNvPr id="8" name="Picture 1129">
            <a:extLst>
              <a:ext uri="{FF2B5EF4-FFF2-40B4-BE49-F238E27FC236}">
                <a16:creationId xmlns:a16="http://schemas.microsoft.com/office/drawing/2014/main" xmlns="" id="{17AE760A-11E4-4D79-886A-829948ADC50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3198581" y="1398095"/>
            <a:ext cx="2382294" cy="2708261"/>
          </a:xfrm>
          <a:prstGeom prst="rect">
            <a:avLst/>
          </a:prstGeom>
          <a:noFill/>
        </p:spPr>
      </p:pic>
      <p:sp>
        <p:nvSpPr>
          <p:cNvPr id="9" name="Freeform 1135">
            <a:extLst>
              <a:ext uri="{FF2B5EF4-FFF2-40B4-BE49-F238E27FC236}">
                <a16:creationId xmlns:a16="http://schemas.microsoft.com/office/drawing/2014/main" xmlns="" id="{D2158B1C-E4C8-4D27-9F8D-1055F0A78D3A}"/>
              </a:ext>
            </a:extLst>
          </p:cNvPr>
          <p:cNvSpPr/>
          <p:nvPr/>
        </p:nvSpPr>
        <p:spPr>
          <a:xfrm>
            <a:off x="849795" y="976167"/>
            <a:ext cx="4731080" cy="370139"/>
          </a:xfrm>
          <a:custGeom>
            <a:avLst/>
            <a:gdLst/>
            <a:ahLst/>
            <a:cxnLst/>
            <a:rect l="0" t="0" r="0" b="0"/>
            <a:pathLst>
              <a:path w="4733544" h="370332">
                <a:moveTo>
                  <a:pt x="0" y="370332"/>
                </a:moveTo>
                <a:lnTo>
                  <a:pt x="4733544" y="370332"/>
                </a:lnTo>
                <a:lnTo>
                  <a:pt x="4733544" y="0"/>
                </a:lnTo>
                <a:lnTo>
                  <a:pt x="0" y="0"/>
                </a:lnTo>
                <a:lnTo>
                  <a:pt x="0" y="370332"/>
                </a:lnTo>
                <a:close/>
              </a:path>
            </a:pathLst>
          </a:custGeom>
          <a:solidFill>
            <a:srgbClr val="818181">
              <a:alpha val="100000"/>
            </a:srgbClr>
          </a:solidFill>
          <a:ln w="19050" cap="flat" cmpd="sng" algn="ctr">
            <a:noFill/>
            <a:prstDash val="solid"/>
          </a:ln>
          <a:effectLst/>
        </p:spPr>
      </p:sp>
      <p:pic>
        <p:nvPicPr>
          <p:cNvPr id="10" name="Picture 1136">
            <a:extLst>
              <a:ext uri="{FF2B5EF4-FFF2-40B4-BE49-F238E27FC236}">
                <a16:creationId xmlns:a16="http://schemas.microsoft.com/office/drawing/2014/main" xmlns="" id="{1ABF24D3-41B8-4215-AF91-EA14ADD28CD5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5705904" y="2222404"/>
            <a:ext cx="1313638" cy="291948"/>
          </a:xfrm>
          <a:prstGeom prst="rect">
            <a:avLst/>
          </a:prstGeom>
          <a:noFill/>
        </p:spPr>
      </p:pic>
      <p:pic>
        <p:nvPicPr>
          <p:cNvPr id="11" name="Picture 1137">
            <a:extLst>
              <a:ext uri="{FF2B5EF4-FFF2-40B4-BE49-F238E27FC236}">
                <a16:creationId xmlns:a16="http://schemas.microsoft.com/office/drawing/2014/main" xmlns="" id="{8B6CDB96-C018-49CA-89A8-B7788E82DA4E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849797" y="1398095"/>
            <a:ext cx="2309180" cy="2670181"/>
          </a:xfrm>
          <a:prstGeom prst="rect">
            <a:avLst/>
          </a:prstGeom>
          <a:noFill/>
        </p:spPr>
      </p:pic>
      <p:pic>
        <p:nvPicPr>
          <p:cNvPr id="12" name="Picture 1138">
            <a:extLst>
              <a:ext uri="{FF2B5EF4-FFF2-40B4-BE49-F238E27FC236}">
                <a16:creationId xmlns:a16="http://schemas.microsoft.com/office/drawing/2014/main" xmlns="" id="{6D254F42-F2ED-4132-B138-7FA9594E6BE4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4822320" y="3129981"/>
            <a:ext cx="181261" cy="793591"/>
          </a:xfrm>
          <a:prstGeom prst="rect">
            <a:avLst/>
          </a:prstGeom>
          <a:noFill/>
        </p:spPr>
      </p:pic>
      <p:pic>
        <p:nvPicPr>
          <p:cNvPr id="13" name="Picture 1139">
            <a:extLst>
              <a:ext uri="{FF2B5EF4-FFF2-40B4-BE49-F238E27FC236}">
                <a16:creationId xmlns:a16="http://schemas.microsoft.com/office/drawing/2014/main" xmlns="" id="{FEB35EC6-3C5F-466F-BE8B-24F0ED1E9DC3}"/>
              </a:ext>
            </a:extLst>
          </p:cNvPr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90971" y="979519"/>
            <a:ext cx="711338" cy="569679"/>
          </a:xfrm>
          <a:prstGeom prst="rect">
            <a:avLst/>
          </a:prstGeom>
          <a:noFill/>
        </p:spPr>
      </p:pic>
      <p:pic>
        <p:nvPicPr>
          <p:cNvPr id="14" name="Picture 1140">
            <a:extLst>
              <a:ext uri="{FF2B5EF4-FFF2-40B4-BE49-F238E27FC236}">
                <a16:creationId xmlns:a16="http://schemas.microsoft.com/office/drawing/2014/main" xmlns="" id="{473128B1-667D-4000-99FA-DF960F9D8780}"/>
              </a:ext>
            </a:extLst>
          </p:cNvPr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88724" y="4133774"/>
            <a:ext cx="2872768" cy="2583359"/>
          </a:xfrm>
          <a:prstGeom prst="rect">
            <a:avLst/>
          </a:prstGeom>
          <a:noFill/>
        </p:spPr>
      </p:pic>
      <p:sp>
        <p:nvSpPr>
          <p:cNvPr id="15" name="Freeform 1141">
            <a:extLst>
              <a:ext uri="{FF2B5EF4-FFF2-40B4-BE49-F238E27FC236}">
                <a16:creationId xmlns:a16="http://schemas.microsoft.com/office/drawing/2014/main" xmlns="" id="{70A83CD7-353C-4109-9678-5092790F50F0}"/>
              </a:ext>
            </a:extLst>
          </p:cNvPr>
          <p:cNvSpPr/>
          <p:nvPr/>
        </p:nvSpPr>
        <p:spPr>
          <a:xfrm>
            <a:off x="3724085" y="4319607"/>
            <a:ext cx="0" cy="1925334"/>
          </a:xfrm>
          <a:custGeom>
            <a:avLst/>
            <a:gdLst/>
            <a:ahLst/>
            <a:cxnLst/>
            <a:rect l="0" t="0" r="0" b="0"/>
            <a:pathLst>
              <a:path h="1926337">
                <a:moveTo>
                  <a:pt x="0" y="1926337"/>
                </a:moveTo>
                <a:lnTo>
                  <a:pt x="0" y="0"/>
                </a:lnTo>
              </a:path>
            </a:pathLst>
          </a:custGeom>
          <a:noFill/>
          <a:ln w="9525" cap="flat" cmpd="sng" algn="ctr">
            <a:solidFill>
              <a:srgbClr val="878787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16" name="Freeform 1142">
            <a:extLst>
              <a:ext uri="{FF2B5EF4-FFF2-40B4-BE49-F238E27FC236}">
                <a16:creationId xmlns:a16="http://schemas.microsoft.com/office/drawing/2014/main" xmlns="" id="{66BB7AED-14D0-406B-BB59-402749251905}"/>
              </a:ext>
            </a:extLst>
          </p:cNvPr>
          <p:cNvSpPr/>
          <p:nvPr/>
        </p:nvSpPr>
        <p:spPr>
          <a:xfrm>
            <a:off x="3689054" y="4319607"/>
            <a:ext cx="35033" cy="1925334"/>
          </a:xfrm>
          <a:custGeom>
            <a:avLst/>
            <a:gdLst/>
            <a:ahLst/>
            <a:cxnLst/>
            <a:rect l="0" t="0" r="0" b="0"/>
            <a:pathLst>
              <a:path w="35051" h="1926337">
                <a:moveTo>
                  <a:pt x="0" y="1926337"/>
                </a:moveTo>
                <a:lnTo>
                  <a:pt x="35051" y="1926337"/>
                </a:lnTo>
                <a:moveTo>
                  <a:pt x="0" y="1685544"/>
                </a:moveTo>
                <a:lnTo>
                  <a:pt x="35051" y="1685544"/>
                </a:lnTo>
                <a:moveTo>
                  <a:pt x="0" y="1444752"/>
                </a:moveTo>
                <a:lnTo>
                  <a:pt x="35051" y="1444752"/>
                </a:lnTo>
                <a:moveTo>
                  <a:pt x="0" y="1203960"/>
                </a:moveTo>
                <a:lnTo>
                  <a:pt x="35051" y="1203960"/>
                </a:lnTo>
                <a:moveTo>
                  <a:pt x="0" y="963168"/>
                </a:moveTo>
                <a:lnTo>
                  <a:pt x="35051" y="963168"/>
                </a:lnTo>
                <a:moveTo>
                  <a:pt x="0" y="722377"/>
                </a:moveTo>
                <a:lnTo>
                  <a:pt x="35051" y="722377"/>
                </a:lnTo>
                <a:moveTo>
                  <a:pt x="0" y="481584"/>
                </a:moveTo>
                <a:lnTo>
                  <a:pt x="35051" y="481584"/>
                </a:lnTo>
                <a:moveTo>
                  <a:pt x="0" y="240793"/>
                </a:moveTo>
                <a:lnTo>
                  <a:pt x="35051" y="240793"/>
                </a:lnTo>
                <a:moveTo>
                  <a:pt x="0" y="0"/>
                </a:moveTo>
                <a:lnTo>
                  <a:pt x="35051" y="0"/>
                </a:lnTo>
              </a:path>
            </a:pathLst>
          </a:custGeom>
          <a:noFill/>
          <a:ln w="9525" cap="flat" cmpd="sng" algn="ctr">
            <a:solidFill>
              <a:srgbClr val="878787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17" name="Freeform 1143">
            <a:extLst>
              <a:ext uri="{FF2B5EF4-FFF2-40B4-BE49-F238E27FC236}">
                <a16:creationId xmlns:a16="http://schemas.microsoft.com/office/drawing/2014/main" xmlns="" id="{661A41F5-9FC1-4A6B-BC50-CBD19B7013A2}"/>
              </a:ext>
            </a:extLst>
          </p:cNvPr>
          <p:cNvSpPr/>
          <p:nvPr/>
        </p:nvSpPr>
        <p:spPr>
          <a:xfrm>
            <a:off x="3724085" y="6244939"/>
            <a:ext cx="2548325" cy="0"/>
          </a:xfrm>
          <a:custGeom>
            <a:avLst/>
            <a:gdLst/>
            <a:ahLst/>
            <a:cxnLst/>
            <a:rect l="0" t="0" r="0" b="0"/>
            <a:pathLst>
              <a:path w="2549652">
                <a:moveTo>
                  <a:pt x="0" y="0"/>
                </a:moveTo>
                <a:lnTo>
                  <a:pt x="2549652" y="0"/>
                </a:lnTo>
              </a:path>
            </a:pathLst>
          </a:custGeom>
          <a:noFill/>
          <a:ln w="9525" cap="flat" cmpd="sng" algn="ctr">
            <a:solidFill>
              <a:srgbClr val="878787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18" name="Freeform 1144">
            <a:extLst>
              <a:ext uri="{FF2B5EF4-FFF2-40B4-BE49-F238E27FC236}">
                <a16:creationId xmlns:a16="http://schemas.microsoft.com/office/drawing/2014/main" xmlns="" id="{D5F25ED0-EFFE-4413-9AFE-B13E93835878}"/>
              </a:ext>
            </a:extLst>
          </p:cNvPr>
          <p:cNvSpPr/>
          <p:nvPr/>
        </p:nvSpPr>
        <p:spPr>
          <a:xfrm>
            <a:off x="3724085" y="6244941"/>
            <a:ext cx="2548325" cy="35033"/>
          </a:xfrm>
          <a:custGeom>
            <a:avLst/>
            <a:gdLst/>
            <a:ahLst/>
            <a:cxnLst/>
            <a:rect l="0" t="0" r="0" b="0"/>
            <a:pathLst>
              <a:path w="2549652" h="35051">
                <a:moveTo>
                  <a:pt x="0" y="0"/>
                </a:moveTo>
                <a:lnTo>
                  <a:pt x="0" y="35051"/>
                </a:lnTo>
                <a:moveTo>
                  <a:pt x="134112" y="0"/>
                </a:moveTo>
                <a:lnTo>
                  <a:pt x="134112" y="35051"/>
                </a:lnTo>
                <a:moveTo>
                  <a:pt x="268225" y="0"/>
                </a:moveTo>
                <a:lnTo>
                  <a:pt x="268225" y="35051"/>
                </a:lnTo>
                <a:moveTo>
                  <a:pt x="402337" y="0"/>
                </a:moveTo>
                <a:lnTo>
                  <a:pt x="402337" y="35051"/>
                </a:lnTo>
                <a:moveTo>
                  <a:pt x="536449" y="0"/>
                </a:moveTo>
                <a:lnTo>
                  <a:pt x="536449" y="35051"/>
                </a:lnTo>
                <a:moveTo>
                  <a:pt x="670561" y="0"/>
                </a:moveTo>
                <a:lnTo>
                  <a:pt x="670561" y="35051"/>
                </a:lnTo>
                <a:moveTo>
                  <a:pt x="804673" y="0"/>
                </a:moveTo>
                <a:lnTo>
                  <a:pt x="804673" y="35051"/>
                </a:lnTo>
                <a:moveTo>
                  <a:pt x="938785" y="0"/>
                </a:moveTo>
                <a:lnTo>
                  <a:pt x="938785" y="35051"/>
                </a:lnTo>
                <a:moveTo>
                  <a:pt x="1072897" y="0"/>
                </a:moveTo>
                <a:lnTo>
                  <a:pt x="1072897" y="35051"/>
                </a:lnTo>
                <a:moveTo>
                  <a:pt x="1207008" y="0"/>
                </a:moveTo>
                <a:lnTo>
                  <a:pt x="1207008" y="35051"/>
                </a:lnTo>
                <a:moveTo>
                  <a:pt x="1341120" y="0"/>
                </a:moveTo>
                <a:lnTo>
                  <a:pt x="1341120" y="35051"/>
                </a:lnTo>
                <a:moveTo>
                  <a:pt x="1475232" y="0"/>
                </a:moveTo>
                <a:lnTo>
                  <a:pt x="1475232" y="35051"/>
                </a:lnTo>
                <a:moveTo>
                  <a:pt x="1609344" y="0"/>
                </a:moveTo>
                <a:lnTo>
                  <a:pt x="1609344" y="35051"/>
                </a:lnTo>
                <a:moveTo>
                  <a:pt x="1743456" y="0"/>
                </a:moveTo>
                <a:lnTo>
                  <a:pt x="1743456" y="35051"/>
                </a:lnTo>
                <a:moveTo>
                  <a:pt x="1879093" y="0"/>
                </a:moveTo>
                <a:lnTo>
                  <a:pt x="1879093" y="35051"/>
                </a:lnTo>
                <a:moveTo>
                  <a:pt x="2013205" y="0"/>
                </a:moveTo>
                <a:lnTo>
                  <a:pt x="2013205" y="35051"/>
                </a:lnTo>
                <a:moveTo>
                  <a:pt x="2147317" y="0"/>
                </a:moveTo>
                <a:lnTo>
                  <a:pt x="2147317" y="35051"/>
                </a:lnTo>
                <a:moveTo>
                  <a:pt x="2281429" y="0"/>
                </a:moveTo>
                <a:lnTo>
                  <a:pt x="2281429" y="35051"/>
                </a:lnTo>
                <a:moveTo>
                  <a:pt x="2415541" y="0"/>
                </a:moveTo>
                <a:lnTo>
                  <a:pt x="2415541" y="35051"/>
                </a:lnTo>
                <a:moveTo>
                  <a:pt x="2549652" y="0"/>
                </a:moveTo>
                <a:lnTo>
                  <a:pt x="2549652" y="35051"/>
                </a:lnTo>
              </a:path>
            </a:pathLst>
          </a:custGeom>
          <a:noFill/>
          <a:ln w="9525" cap="flat" cmpd="sng" algn="ctr">
            <a:solidFill>
              <a:srgbClr val="878787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19" name="Freeform 1145">
            <a:extLst>
              <a:ext uri="{FF2B5EF4-FFF2-40B4-BE49-F238E27FC236}">
                <a16:creationId xmlns:a16="http://schemas.microsoft.com/office/drawing/2014/main" xmlns="" id="{69B394CE-FA28-4146-B4E5-2B092B6787AA}"/>
              </a:ext>
            </a:extLst>
          </p:cNvPr>
          <p:cNvSpPr/>
          <p:nvPr/>
        </p:nvSpPr>
        <p:spPr>
          <a:xfrm>
            <a:off x="3790346" y="4570174"/>
            <a:ext cx="2414284" cy="1451616"/>
          </a:xfrm>
          <a:custGeom>
            <a:avLst/>
            <a:gdLst/>
            <a:ahLst/>
            <a:cxnLst/>
            <a:rect l="0" t="0" r="0" b="0"/>
            <a:pathLst>
              <a:path w="2415541" h="1452372">
                <a:moveTo>
                  <a:pt x="0" y="1452372"/>
                </a:moveTo>
                <a:lnTo>
                  <a:pt x="134112" y="1427987"/>
                </a:lnTo>
                <a:lnTo>
                  <a:pt x="268224" y="1232915"/>
                </a:lnTo>
                <a:lnTo>
                  <a:pt x="402337" y="976884"/>
                </a:lnTo>
                <a:lnTo>
                  <a:pt x="536449" y="292607"/>
                </a:lnTo>
                <a:lnTo>
                  <a:pt x="670561" y="0"/>
                </a:lnTo>
                <a:lnTo>
                  <a:pt x="806197" y="28956"/>
                </a:lnTo>
                <a:lnTo>
                  <a:pt x="940308" y="0"/>
                </a:lnTo>
                <a:lnTo>
                  <a:pt x="1074420" y="62484"/>
                </a:lnTo>
                <a:lnTo>
                  <a:pt x="1208532" y="126491"/>
                </a:lnTo>
                <a:lnTo>
                  <a:pt x="1342644" y="435863"/>
                </a:lnTo>
                <a:lnTo>
                  <a:pt x="1476756" y="565404"/>
                </a:lnTo>
                <a:lnTo>
                  <a:pt x="1610868" y="839723"/>
                </a:lnTo>
                <a:lnTo>
                  <a:pt x="1744981" y="914400"/>
                </a:lnTo>
                <a:lnTo>
                  <a:pt x="1879093" y="1150620"/>
                </a:lnTo>
                <a:lnTo>
                  <a:pt x="2013205" y="1254251"/>
                </a:lnTo>
                <a:lnTo>
                  <a:pt x="2147317" y="1303020"/>
                </a:lnTo>
                <a:lnTo>
                  <a:pt x="2281429" y="1399031"/>
                </a:lnTo>
                <a:lnTo>
                  <a:pt x="2415541" y="1377695"/>
                </a:lnTo>
              </a:path>
            </a:pathLst>
          </a:custGeom>
          <a:noFill/>
          <a:ln w="28575" cap="rnd" cmpd="sng" algn="ctr">
            <a:solidFill>
              <a:srgbClr val="00B05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20" name="Freeform 1146">
            <a:extLst>
              <a:ext uri="{FF2B5EF4-FFF2-40B4-BE49-F238E27FC236}">
                <a16:creationId xmlns:a16="http://schemas.microsoft.com/office/drawing/2014/main" xmlns="" id="{DDCE0002-857E-49C0-A0B8-ADE5DC0042C6}"/>
              </a:ext>
            </a:extLst>
          </p:cNvPr>
          <p:cNvSpPr/>
          <p:nvPr/>
        </p:nvSpPr>
        <p:spPr>
          <a:xfrm>
            <a:off x="3746173" y="5976156"/>
            <a:ext cx="88346" cy="88346"/>
          </a:xfrm>
          <a:custGeom>
            <a:avLst/>
            <a:gdLst/>
            <a:ahLst/>
            <a:cxnLst/>
            <a:rect l="0" t="0" r="0" b="0"/>
            <a:pathLst>
              <a:path w="88392" h="88392">
                <a:moveTo>
                  <a:pt x="44195" y="0"/>
                </a:moveTo>
                <a:lnTo>
                  <a:pt x="88392" y="44196"/>
                </a:lnTo>
                <a:lnTo>
                  <a:pt x="44195" y="88392"/>
                </a:lnTo>
                <a:lnTo>
                  <a:pt x="0" y="44196"/>
                </a:lnTo>
                <a:close/>
                <a:moveTo>
                  <a:pt x="-2717356" y="956246"/>
                </a:moveTo>
              </a:path>
            </a:pathLst>
          </a:custGeom>
          <a:solidFill>
            <a:srgbClr val="00B050">
              <a:alpha val="100000"/>
            </a:srgbClr>
          </a:solidFill>
          <a:ln w="28575" cap="flat" cmpd="sng" algn="ctr">
            <a:noFill/>
            <a:prstDash val="solid"/>
          </a:ln>
          <a:effectLst/>
        </p:spPr>
      </p:sp>
      <p:sp>
        <p:nvSpPr>
          <p:cNvPr id="21" name="Freeform 1147">
            <a:extLst>
              <a:ext uri="{FF2B5EF4-FFF2-40B4-BE49-F238E27FC236}">
                <a16:creationId xmlns:a16="http://schemas.microsoft.com/office/drawing/2014/main" xmlns="" id="{874B1F84-DFF5-40D8-A21C-4DDA627F451C}"/>
              </a:ext>
            </a:extLst>
          </p:cNvPr>
          <p:cNvSpPr/>
          <p:nvPr/>
        </p:nvSpPr>
        <p:spPr>
          <a:xfrm>
            <a:off x="3746173" y="5976156"/>
            <a:ext cx="88346" cy="88346"/>
          </a:xfrm>
          <a:custGeom>
            <a:avLst/>
            <a:gdLst/>
            <a:ahLst/>
            <a:cxnLst/>
            <a:rect l="0" t="0" r="0" b="0"/>
            <a:pathLst>
              <a:path w="88392" h="88392">
                <a:moveTo>
                  <a:pt x="44195" y="0"/>
                </a:moveTo>
                <a:lnTo>
                  <a:pt x="88392" y="44196"/>
                </a:lnTo>
                <a:lnTo>
                  <a:pt x="44195" y="88392"/>
                </a:lnTo>
                <a:lnTo>
                  <a:pt x="0" y="44196"/>
                </a:lnTo>
                <a:close/>
                <a:moveTo>
                  <a:pt x="-2717356" y="956246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22" name="Freeform 1148">
            <a:extLst>
              <a:ext uri="{FF2B5EF4-FFF2-40B4-BE49-F238E27FC236}">
                <a16:creationId xmlns:a16="http://schemas.microsoft.com/office/drawing/2014/main" xmlns="" id="{B2239EEC-7756-42CE-815A-41B13ADE93C6}"/>
              </a:ext>
            </a:extLst>
          </p:cNvPr>
          <p:cNvSpPr/>
          <p:nvPr/>
        </p:nvSpPr>
        <p:spPr>
          <a:xfrm>
            <a:off x="3880217" y="5951785"/>
            <a:ext cx="88345" cy="88346"/>
          </a:xfrm>
          <a:custGeom>
            <a:avLst/>
            <a:gdLst/>
            <a:ahLst/>
            <a:cxnLst/>
            <a:rect l="0" t="0" r="0" b="0"/>
            <a:pathLst>
              <a:path w="88391" h="88392">
                <a:moveTo>
                  <a:pt x="44195" y="0"/>
                </a:moveTo>
                <a:lnTo>
                  <a:pt x="88391" y="44196"/>
                </a:lnTo>
                <a:lnTo>
                  <a:pt x="44195" y="88392"/>
                </a:lnTo>
                <a:lnTo>
                  <a:pt x="0" y="44196"/>
                </a:lnTo>
                <a:close/>
                <a:moveTo>
                  <a:pt x="-2827084" y="980630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23" name="Freeform 1149">
            <a:extLst>
              <a:ext uri="{FF2B5EF4-FFF2-40B4-BE49-F238E27FC236}">
                <a16:creationId xmlns:a16="http://schemas.microsoft.com/office/drawing/2014/main" xmlns="" id="{972C4565-BB6B-4BF1-A9A1-FC9C780FEEF1}"/>
              </a:ext>
            </a:extLst>
          </p:cNvPr>
          <p:cNvSpPr/>
          <p:nvPr/>
        </p:nvSpPr>
        <p:spPr>
          <a:xfrm>
            <a:off x="3880217" y="5951785"/>
            <a:ext cx="88345" cy="88346"/>
          </a:xfrm>
          <a:custGeom>
            <a:avLst/>
            <a:gdLst/>
            <a:ahLst/>
            <a:cxnLst/>
            <a:rect l="0" t="0" r="0" b="0"/>
            <a:pathLst>
              <a:path w="88391" h="88392">
                <a:moveTo>
                  <a:pt x="44195" y="0"/>
                </a:moveTo>
                <a:lnTo>
                  <a:pt x="88391" y="44196"/>
                </a:lnTo>
                <a:lnTo>
                  <a:pt x="44195" y="88392"/>
                </a:lnTo>
                <a:lnTo>
                  <a:pt x="0" y="44196"/>
                </a:lnTo>
                <a:close/>
                <a:moveTo>
                  <a:pt x="-2827084" y="980630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24" name="Freeform 1150">
            <a:extLst>
              <a:ext uri="{FF2B5EF4-FFF2-40B4-BE49-F238E27FC236}">
                <a16:creationId xmlns:a16="http://schemas.microsoft.com/office/drawing/2014/main" xmlns="" id="{A658D2CD-F909-473C-BB7B-B5A5703735C4}"/>
              </a:ext>
            </a:extLst>
          </p:cNvPr>
          <p:cNvSpPr/>
          <p:nvPr/>
        </p:nvSpPr>
        <p:spPr>
          <a:xfrm>
            <a:off x="4014259" y="5756815"/>
            <a:ext cx="88345" cy="88346"/>
          </a:xfrm>
          <a:custGeom>
            <a:avLst/>
            <a:gdLst/>
            <a:ahLst/>
            <a:cxnLst/>
            <a:rect l="0" t="0" r="0" b="0"/>
            <a:pathLst>
              <a:path w="88391" h="88392">
                <a:moveTo>
                  <a:pt x="44195" y="0"/>
                </a:moveTo>
                <a:lnTo>
                  <a:pt x="88391" y="44196"/>
                </a:lnTo>
                <a:lnTo>
                  <a:pt x="44195" y="88392"/>
                </a:lnTo>
                <a:lnTo>
                  <a:pt x="0" y="44196"/>
                </a:lnTo>
                <a:close/>
                <a:moveTo>
                  <a:pt x="-2766124" y="1175702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25" name="Freeform 1151">
            <a:extLst>
              <a:ext uri="{FF2B5EF4-FFF2-40B4-BE49-F238E27FC236}">
                <a16:creationId xmlns:a16="http://schemas.microsoft.com/office/drawing/2014/main" xmlns="" id="{8C806208-92A6-425C-87A4-09A2CF9BD4DC}"/>
              </a:ext>
            </a:extLst>
          </p:cNvPr>
          <p:cNvSpPr/>
          <p:nvPr/>
        </p:nvSpPr>
        <p:spPr>
          <a:xfrm>
            <a:off x="4014259" y="5756815"/>
            <a:ext cx="88345" cy="88346"/>
          </a:xfrm>
          <a:custGeom>
            <a:avLst/>
            <a:gdLst/>
            <a:ahLst/>
            <a:cxnLst/>
            <a:rect l="0" t="0" r="0" b="0"/>
            <a:pathLst>
              <a:path w="88391" h="88392">
                <a:moveTo>
                  <a:pt x="44195" y="0"/>
                </a:moveTo>
                <a:lnTo>
                  <a:pt x="88391" y="44196"/>
                </a:lnTo>
                <a:lnTo>
                  <a:pt x="44195" y="88392"/>
                </a:lnTo>
                <a:lnTo>
                  <a:pt x="0" y="44196"/>
                </a:lnTo>
                <a:close/>
                <a:moveTo>
                  <a:pt x="-2766124" y="1175702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26" name="Freeform 1152">
            <a:extLst>
              <a:ext uri="{FF2B5EF4-FFF2-40B4-BE49-F238E27FC236}">
                <a16:creationId xmlns:a16="http://schemas.microsoft.com/office/drawing/2014/main" xmlns="" id="{87068289-9E40-45F1-9A9C-4C89BFCC0234}"/>
              </a:ext>
            </a:extLst>
          </p:cNvPr>
          <p:cNvSpPr/>
          <p:nvPr/>
        </p:nvSpPr>
        <p:spPr>
          <a:xfrm>
            <a:off x="4148301" y="5502502"/>
            <a:ext cx="88345" cy="88346"/>
          </a:xfrm>
          <a:custGeom>
            <a:avLst/>
            <a:gdLst/>
            <a:ahLst/>
            <a:cxnLst/>
            <a:rect l="0" t="0" r="0" b="0"/>
            <a:pathLst>
              <a:path w="88391" h="88392">
                <a:moveTo>
                  <a:pt x="44196" y="0"/>
                </a:moveTo>
                <a:lnTo>
                  <a:pt x="88391" y="44197"/>
                </a:lnTo>
                <a:lnTo>
                  <a:pt x="44196" y="88392"/>
                </a:lnTo>
                <a:lnTo>
                  <a:pt x="0" y="44197"/>
                </a:lnTo>
                <a:close/>
                <a:moveTo>
                  <a:pt x="-2645791" y="1430147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27" name="Freeform 1153">
            <a:extLst>
              <a:ext uri="{FF2B5EF4-FFF2-40B4-BE49-F238E27FC236}">
                <a16:creationId xmlns:a16="http://schemas.microsoft.com/office/drawing/2014/main" xmlns="" id="{10F6D20E-C14B-49AE-BE73-7B956028A068}"/>
              </a:ext>
            </a:extLst>
          </p:cNvPr>
          <p:cNvSpPr/>
          <p:nvPr/>
        </p:nvSpPr>
        <p:spPr>
          <a:xfrm>
            <a:off x="4148301" y="5502502"/>
            <a:ext cx="88345" cy="88346"/>
          </a:xfrm>
          <a:custGeom>
            <a:avLst/>
            <a:gdLst/>
            <a:ahLst/>
            <a:cxnLst/>
            <a:rect l="0" t="0" r="0" b="0"/>
            <a:pathLst>
              <a:path w="88391" h="88392">
                <a:moveTo>
                  <a:pt x="44196" y="0"/>
                </a:moveTo>
                <a:lnTo>
                  <a:pt x="88391" y="44197"/>
                </a:lnTo>
                <a:lnTo>
                  <a:pt x="44196" y="88392"/>
                </a:lnTo>
                <a:lnTo>
                  <a:pt x="0" y="44197"/>
                </a:lnTo>
                <a:close/>
                <a:moveTo>
                  <a:pt x="-2645791" y="1430147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28" name="Freeform 1154">
            <a:extLst>
              <a:ext uri="{FF2B5EF4-FFF2-40B4-BE49-F238E27FC236}">
                <a16:creationId xmlns:a16="http://schemas.microsoft.com/office/drawing/2014/main" xmlns="" id="{FAA08813-3AD4-4711-8B7D-AF319568BB03}"/>
              </a:ext>
            </a:extLst>
          </p:cNvPr>
          <p:cNvSpPr/>
          <p:nvPr/>
        </p:nvSpPr>
        <p:spPr>
          <a:xfrm>
            <a:off x="4282343" y="4818584"/>
            <a:ext cx="88345" cy="88347"/>
          </a:xfrm>
          <a:custGeom>
            <a:avLst/>
            <a:gdLst/>
            <a:ahLst/>
            <a:cxnLst/>
            <a:rect l="0" t="0" r="0" b="0"/>
            <a:pathLst>
              <a:path w="88391" h="88393">
                <a:moveTo>
                  <a:pt x="44196" y="0"/>
                </a:moveTo>
                <a:lnTo>
                  <a:pt x="88391" y="44197"/>
                </a:lnTo>
                <a:lnTo>
                  <a:pt x="44196" y="88393"/>
                </a:lnTo>
                <a:lnTo>
                  <a:pt x="0" y="44197"/>
                </a:lnTo>
                <a:close/>
                <a:moveTo>
                  <a:pt x="-2095627" y="2114423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29" name="Freeform 1155">
            <a:extLst>
              <a:ext uri="{FF2B5EF4-FFF2-40B4-BE49-F238E27FC236}">
                <a16:creationId xmlns:a16="http://schemas.microsoft.com/office/drawing/2014/main" xmlns="" id="{2549CF60-9DAE-450A-894D-C6FC9848F359}"/>
              </a:ext>
            </a:extLst>
          </p:cNvPr>
          <p:cNvSpPr/>
          <p:nvPr/>
        </p:nvSpPr>
        <p:spPr>
          <a:xfrm>
            <a:off x="4282343" y="4818584"/>
            <a:ext cx="88345" cy="88347"/>
          </a:xfrm>
          <a:custGeom>
            <a:avLst/>
            <a:gdLst/>
            <a:ahLst/>
            <a:cxnLst/>
            <a:rect l="0" t="0" r="0" b="0"/>
            <a:pathLst>
              <a:path w="88391" h="88393">
                <a:moveTo>
                  <a:pt x="44196" y="0"/>
                </a:moveTo>
                <a:lnTo>
                  <a:pt x="88391" y="44197"/>
                </a:lnTo>
                <a:lnTo>
                  <a:pt x="44196" y="88393"/>
                </a:lnTo>
                <a:lnTo>
                  <a:pt x="0" y="44197"/>
                </a:lnTo>
                <a:close/>
                <a:moveTo>
                  <a:pt x="-2095627" y="2114423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30" name="Freeform 1156">
            <a:extLst>
              <a:ext uri="{FF2B5EF4-FFF2-40B4-BE49-F238E27FC236}">
                <a16:creationId xmlns:a16="http://schemas.microsoft.com/office/drawing/2014/main" xmlns="" id="{AB67B4DC-6C21-43F2-AFB0-CC80A02A5C39}"/>
              </a:ext>
            </a:extLst>
          </p:cNvPr>
          <p:cNvSpPr/>
          <p:nvPr/>
        </p:nvSpPr>
        <p:spPr>
          <a:xfrm>
            <a:off x="4416383" y="4524606"/>
            <a:ext cx="88346" cy="88345"/>
          </a:xfrm>
          <a:custGeom>
            <a:avLst/>
            <a:gdLst/>
            <a:ahLst/>
            <a:cxnLst/>
            <a:rect l="0" t="0" r="0" b="0"/>
            <a:pathLst>
              <a:path w="88392" h="88391">
                <a:moveTo>
                  <a:pt x="44197" y="0"/>
                </a:moveTo>
                <a:lnTo>
                  <a:pt x="88392" y="44196"/>
                </a:lnTo>
                <a:lnTo>
                  <a:pt x="44197" y="88391"/>
                </a:lnTo>
                <a:lnTo>
                  <a:pt x="0" y="44196"/>
                </a:lnTo>
                <a:close/>
                <a:moveTo>
                  <a:pt x="-1935607" y="2408554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31" name="Freeform 1157">
            <a:extLst>
              <a:ext uri="{FF2B5EF4-FFF2-40B4-BE49-F238E27FC236}">
                <a16:creationId xmlns:a16="http://schemas.microsoft.com/office/drawing/2014/main" xmlns="" id="{0205A258-48D0-4D59-AC4A-1DF586F87932}"/>
              </a:ext>
            </a:extLst>
          </p:cNvPr>
          <p:cNvSpPr/>
          <p:nvPr/>
        </p:nvSpPr>
        <p:spPr>
          <a:xfrm>
            <a:off x="4416383" y="4524606"/>
            <a:ext cx="88346" cy="88345"/>
          </a:xfrm>
          <a:custGeom>
            <a:avLst/>
            <a:gdLst/>
            <a:ahLst/>
            <a:cxnLst/>
            <a:rect l="0" t="0" r="0" b="0"/>
            <a:pathLst>
              <a:path w="88392" h="88391">
                <a:moveTo>
                  <a:pt x="44197" y="0"/>
                </a:moveTo>
                <a:lnTo>
                  <a:pt x="88392" y="44196"/>
                </a:lnTo>
                <a:lnTo>
                  <a:pt x="44197" y="88391"/>
                </a:lnTo>
                <a:lnTo>
                  <a:pt x="0" y="44196"/>
                </a:lnTo>
                <a:close/>
                <a:moveTo>
                  <a:pt x="-1935607" y="2408554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32" name="Freeform 1158">
            <a:extLst>
              <a:ext uri="{FF2B5EF4-FFF2-40B4-BE49-F238E27FC236}">
                <a16:creationId xmlns:a16="http://schemas.microsoft.com/office/drawing/2014/main" xmlns="" id="{6D2C3468-6980-4B9C-8E01-6AD73139D7F6}"/>
              </a:ext>
            </a:extLst>
          </p:cNvPr>
          <p:cNvSpPr/>
          <p:nvPr/>
        </p:nvSpPr>
        <p:spPr>
          <a:xfrm>
            <a:off x="4550425" y="4553547"/>
            <a:ext cx="88346" cy="88345"/>
          </a:xfrm>
          <a:custGeom>
            <a:avLst/>
            <a:gdLst/>
            <a:ahLst/>
            <a:cxnLst/>
            <a:rect l="0" t="0" r="0" b="0"/>
            <a:pathLst>
              <a:path w="88392" h="88391">
                <a:moveTo>
                  <a:pt x="44197" y="0"/>
                </a:moveTo>
                <a:lnTo>
                  <a:pt x="88392" y="44196"/>
                </a:lnTo>
                <a:lnTo>
                  <a:pt x="44197" y="88391"/>
                </a:lnTo>
                <a:lnTo>
                  <a:pt x="0" y="44196"/>
                </a:lnTo>
                <a:close/>
                <a:moveTo>
                  <a:pt x="-2098675" y="2379598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33" name="Freeform 1159">
            <a:extLst>
              <a:ext uri="{FF2B5EF4-FFF2-40B4-BE49-F238E27FC236}">
                <a16:creationId xmlns:a16="http://schemas.microsoft.com/office/drawing/2014/main" xmlns="" id="{4EC4CA0B-2E4B-4041-8E03-125C2245C1A3}"/>
              </a:ext>
            </a:extLst>
          </p:cNvPr>
          <p:cNvSpPr/>
          <p:nvPr/>
        </p:nvSpPr>
        <p:spPr>
          <a:xfrm>
            <a:off x="4550425" y="4553547"/>
            <a:ext cx="88346" cy="88345"/>
          </a:xfrm>
          <a:custGeom>
            <a:avLst/>
            <a:gdLst/>
            <a:ahLst/>
            <a:cxnLst/>
            <a:rect l="0" t="0" r="0" b="0"/>
            <a:pathLst>
              <a:path w="88392" h="88391">
                <a:moveTo>
                  <a:pt x="44197" y="0"/>
                </a:moveTo>
                <a:lnTo>
                  <a:pt x="88392" y="44196"/>
                </a:lnTo>
                <a:lnTo>
                  <a:pt x="44197" y="88391"/>
                </a:lnTo>
                <a:lnTo>
                  <a:pt x="0" y="44196"/>
                </a:lnTo>
                <a:close/>
                <a:moveTo>
                  <a:pt x="-2098675" y="2379598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34" name="Freeform 1160">
            <a:extLst>
              <a:ext uri="{FF2B5EF4-FFF2-40B4-BE49-F238E27FC236}">
                <a16:creationId xmlns:a16="http://schemas.microsoft.com/office/drawing/2014/main" xmlns="" id="{E0696A9C-86FD-44CD-95EC-C50BA63156A9}"/>
              </a:ext>
            </a:extLst>
          </p:cNvPr>
          <p:cNvSpPr/>
          <p:nvPr/>
        </p:nvSpPr>
        <p:spPr>
          <a:xfrm>
            <a:off x="4684469" y="4524606"/>
            <a:ext cx="88347" cy="88345"/>
          </a:xfrm>
          <a:custGeom>
            <a:avLst/>
            <a:gdLst/>
            <a:ahLst/>
            <a:cxnLst/>
            <a:rect l="0" t="0" r="0" b="0"/>
            <a:pathLst>
              <a:path w="88393" h="88391">
                <a:moveTo>
                  <a:pt x="44197" y="0"/>
                </a:moveTo>
                <a:lnTo>
                  <a:pt x="88393" y="44196"/>
                </a:lnTo>
                <a:lnTo>
                  <a:pt x="44197" y="88391"/>
                </a:lnTo>
                <a:lnTo>
                  <a:pt x="0" y="44196"/>
                </a:lnTo>
                <a:close/>
                <a:moveTo>
                  <a:pt x="-2203831" y="2408554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35" name="Freeform 1161">
            <a:extLst>
              <a:ext uri="{FF2B5EF4-FFF2-40B4-BE49-F238E27FC236}">
                <a16:creationId xmlns:a16="http://schemas.microsoft.com/office/drawing/2014/main" xmlns="" id="{02564F3D-FE15-4B2F-A558-A121A21303F1}"/>
              </a:ext>
            </a:extLst>
          </p:cNvPr>
          <p:cNvSpPr/>
          <p:nvPr/>
        </p:nvSpPr>
        <p:spPr>
          <a:xfrm>
            <a:off x="4684469" y="4524606"/>
            <a:ext cx="88347" cy="88345"/>
          </a:xfrm>
          <a:custGeom>
            <a:avLst/>
            <a:gdLst/>
            <a:ahLst/>
            <a:cxnLst/>
            <a:rect l="0" t="0" r="0" b="0"/>
            <a:pathLst>
              <a:path w="88393" h="88391">
                <a:moveTo>
                  <a:pt x="44197" y="0"/>
                </a:moveTo>
                <a:lnTo>
                  <a:pt x="88393" y="44196"/>
                </a:lnTo>
                <a:lnTo>
                  <a:pt x="44197" y="88391"/>
                </a:lnTo>
                <a:lnTo>
                  <a:pt x="0" y="44196"/>
                </a:lnTo>
                <a:close/>
                <a:moveTo>
                  <a:pt x="-2203831" y="2408554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36" name="Freeform 1162">
            <a:extLst>
              <a:ext uri="{FF2B5EF4-FFF2-40B4-BE49-F238E27FC236}">
                <a16:creationId xmlns:a16="http://schemas.microsoft.com/office/drawing/2014/main" xmlns="" id="{E7DEFC31-FBB4-41EE-9E6C-5934C02C7673}"/>
              </a:ext>
            </a:extLst>
          </p:cNvPr>
          <p:cNvSpPr/>
          <p:nvPr/>
        </p:nvSpPr>
        <p:spPr>
          <a:xfrm>
            <a:off x="4818511" y="4588580"/>
            <a:ext cx="88347" cy="88347"/>
          </a:xfrm>
          <a:custGeom>
            <a:avLst/>
            <a:gdLst/>
            <a:ahLst/>
            <a:cxnLst/>
            <a:rect l="0" t="0" r="0" b="0"/>
            <a:pathLst>
              <a:path w="88393" h="88393">
                <a:moveTo>
                  <a:pt x="44197" y="0"/>
                </a:moveTo>
                <a:lnTo>
                  <a:pt x="88393" y="44196"/>
                </a:lnTo>
                <a:lnTo>
                  <a:pt x="44197" y="88393"/>
                </a:lnTo>
                <a:lnTo>
                  <a:pt x="0" y="44196"/>
                </a:lnTo>
                <a:close/>
                <a:moveTo>
                  <a:pt x="-2401950" y="2344547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37" name="Freeform 1163">
            <a:extLst>
              <a:ext uri="{FF2B5EF4-FFF2-40B4-BE49-F238E27FC236}">
                <a16:creationId xmlns:a16="http://schemas.microsoft.com/office/drawing/2014/main" xmlns="" id="{AB941306-F806-446C-95FB-692071BE64B9}"/>
              </a:ext>
            </a:extLst>
          </p:cNvPr>
          <p:cNvSpPr/>
          <p:nvPr/>
        </p:nvSpPr>
        <p:spPr>
          <a:xfrm>
            <a:off x="4818511" y="4588580"/>
            <a:ext cx="88347" cy="88347"/>
          </a:xfrm>
          <a:custGeom>
            <a:avLst/>
            <a:gdLst/>
            <a:ahLst/>
            <a:cxnLst/>
            <a:rect l="0" t="0" r="0" b="0"/>
            <a:pathLst>
              <a:path w="88393" h="88393">
                <a:moveTo>
                  <a:pt x="44197" y="0"/>
                </a:moveTo>
                <a:lnTo>
                  <a:pt x="88393" y="44196"/>
                </a:lnTo>
                <a:lnTo>
                  <a:pt x="44197" y="88393"/>
                </a:lnTo>
                <a:lnTo>
                  <a:pt x="0" y="44196"/>
                </a:lnTo>
                <a:close/>
                <a:moveTo>
                  <a:pt x="-2401950" y="2344547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38" name="Freeform 1164">
            <a:extLst>
              <a:ext uri="{FF2B5EF4-FFF2-40B4-BE49-F238E27FC236}">
                <a16:creationId xmlns:a16="http://schemas.microsoft.com/office/drawing/2014/main" xmlns="" id="{3B8D9E96-C8A5-4885-96C9-1A6FA2053BC4}"/>
              </a:ext>
            </a:extLst>
          </p:cNvPr>
          <p:cNvSpPr/>
          <p:nvPr/>
        </p:nvSpPr>
        <p:spPr>
          <a:xfrm>
            <a:off x="4952553" y="4652553"/>
            <a:ext cx="88347" cy="88346"/>
          </a:xfrm>
          <a:custGeom>
            <a:avLst/>
            <a:gdLst/>
            <a:ahLst/>
            <a:cxnLst/>
            <a:rect l="0" t="0" r="0" b="0"/>
            <a:pathLst>
              <a:path w="88393" h="88392">
                <a:moveTo>
                  <a:pt x="44196" y="0"/>
                </a:moveTo>
                <a:lnTo>
                  <a:pt x="88393" y="44197"/>
                </a:lnTo>
                <a:lnTo>
                  <a:pt x="44196" y="88392"/>
                </a:lnTo>
                <a:lnTo>
                  <a:pt x="0" y="44197"/>
                </a:lnTo>
                <a:close/>
                <a:moveTo>
                  <a:pt x="-2600070" y="2280539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39" name="Freeform 1165">
            <a:extLst>
              <a:ext uri="{FF2B5EF4-FFF2-40B4-BE49-F238E27FC236}">
                <a16:creationId xmlns:a16="http://schemas.microsoft.com/office/drawing/2014/main" xmlns="" id="{3FE0FFB3-EAE9-4B56-95BD-481DAA898B11}"/>
              </a:ext>
            </a:extLst>
          </p:cNvPr>
          <p:cNvSpPr/>
          <p:nvPr/>
        </p:nvSpPr>
        <p:spPr>
          <a:xfrm>
            <a:off x="4952553" y="4652553"/>
            <a:ext cx="88347" cy="88346"/>
          </a:xfrm>
          <a:custGeom>
            <a:avLst/>
            <a:gdLst/>
            <a:ahLst/>
            <a:cxnLst/>
            <a:rect l="0" t="0" r="0" b="0"/>
            <a:pathLst>
              <a:path w="88393" h="88392">
                <a:moveTo>
                  <a:pt x="44196" y="0"/>
                </a:moveTo>
                <a:lnTo>
                  <a:pt x="88393" y="44197"/>
                </a:lnTo>
                <a:lnTo>
                  <a:pt x="44196" y="88392"/>
                </a:lnTo>
                <a:lnTo>
                  <a:pt x="0" y="44197"/>
                </a:lnTo>
                <a:close/>
                <a:moveTo>
                  <a:pt x="-2600070" y="2280539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40" name="Freeform 1166">
            <a:extLst>
              <a:ext uri="{FF2B5EF4-FFF2-40B4-BE49-F238E27FC236}">
                <a16:creationId xmlns:a16="http://schemas.microsoft.com/office/drawing/2014/main" xmlns="" id="{316CCCB9-52BF-4775-9BA8-B84ECDB0919A}"/>
              </a:ext>
            </a:extLst>
          </p:cNvPr>
          <p:cNvSpPr/>
          <p:nvPr/>
        </p:nvSpPr>
        <p:spPr>
          <a:xfrm>
            <a:off x="5086595" y="4960242"/>
            <a:ext cx="88347" cy="88347"/>
          </a:xfrm>
          <a:custGeom>
            <a:avLst/>
            <a:gdLst/>
            <a:ahLst/>
            <a:cxnLst/>
            <a:rect l="0" t="0" r="0" b="0"/>
            <a:pathLst>
              <a:path w="88393" h="88393">
                <a:moveTo>
                  <a:pt x="44196" y="0"/>
                </a:moveTo>
                <a:lnTo>
                  <a:pt x="88393" y="44196"/>
                </a:lnTo>
                <a:lnTo>
                  <a:pt x="44196" y="88393"/>
                </a:lnTo>
                <a:lnTo>
                  <a:pt x="0" y="44196"/>
                </a:lnTo>
                <a:close/>
                <a:moveTo>
                  <a:pt x="-3042030" y="1972691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41" name="Freeform 1167">
            <a:extLst>
              <a:ext uri="{FF2B5EF4-FFF2-40B4-BE49-F238E27FC236}">
                <a16:creationId xmlns:a16="http://schemas.microsoft.com/office/drawing/2014/main" xmlns="" id="{1BD02D01-ABB5-41FC-B623-7BB55505D8B7}"/>
              </a:ext>
            </a:extLst>
          </p:cNvPr>
          <p:cNvSpPr/>
          <p:nvPr/>
        </p:nvSpPr>
        <p:spPr>
          <a:xfrm>
            <a:off x="5086595" y="4960242"/>
            <a:ext cx="88347" cy="88347"/>
          </a:xfrm>
          <a:custGeom>
            <a:avLst/>
            <a:gdLst/>
            <a:ahLst/>
            <a:cxnLst/>
            <a:rect l="0" t="0" r="0" b="0"/>
            <a:pathLst>
              <a:path w="88393" h="88393">
                <a:moveTo>
                  <a:pt x="44196" y="0"/>
                </a:moveTo>
                <a:lnTo>
                  <a:pt x="88393" y="44196"/>
                </a:lnTo>
                <a:lnTo>
                  <a:pt x="44196" y="88393"/>
                </a:lnTo>
                <a:lnTo>
                  <a:pt x="0" y="44196"/>
                </a:lnTo>
                <a:close/>
                <a:moveTo>
                  <a:pt x="-3042030" y="1972691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42" name="Freeform 1168">
            <a:extLst>
              <a:ext uri="{FF2B5EF4-FFF2-40B4-BE49-F238E27FC236}">
                <a16:creationId xmlns:a16="http://schemas.microsoft.com/office/drawing/2014/main" xmlns="" id="{6F71B29D-5D26-4B06-A363-2A8C916DFC76}"/>
              </a:ext>
            </a:extLst>
          </p:cNvPr>
          <p:cNvSpPr/>
          <p:nvPr/>
        </p:nvSpPr>
        <p:spPr>
          <a:xfrm>
            <a:off x="5220637" y="5091239"/>
            <a:ext cx="88346" cy="88345"/>
          </a:xfrm>
          <a:custGeom>
            <a:avLst/>
            <a:gdLst/>
            <a:ahLst/>
            <a:cxnLst/>
            <a:rect l="0" t="0" r="0" b="0"/>
            <a:pathLst>
              <a:path w="88392" h="88391">
                <a:moveTo>
                  <a:pt x="44195" y="0"/>
                </a:moveTo>
                <a:lnTo>
                  <a:pt x="88392" y="44196"/>
                </a:lnTo>
                <a:lnTo>
                  <a:pt x="44195" y="88391"/>
                </a:lnTo>
                <a:lnTo>
                  <a:pt x="0" y="44196"/>
                </a:lnTo>
                <a:close/>
                <a:moveTo>
                  <a:pt x="-3307208" y="1841626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43" name="Freeform 1169">
            <a:extLst>
              <a:ext uri="{FF2B5EF4-FFF2-40B4-BE49-F238E27FC236}">
                <a16:creationId xmlns:a16="http://schemas.microsoft.com/office/drawing/2014/main" xmlns="" id="{3999EBF0-F815-4338-95CB-89DA72296EEA}"/>
              </a:ext>
            </a:extLst>
          </p:cNvPr>
          <p:cNvSpPr/>
          <p:nvPr/>
        </p:nvSpPr>
        <p:spPr>
          <a:xfrm>
            <a:off x="5220637" y="5091239"/>
            <a:ext cx="88346" cy="88345"/>
          </a:xfrm>
          <a:custGeom>
            <a:avLst/>
            <a:gdLst/>
            <a:ahLst/>
            <a:cxnLst/>
            <a:rect l="0" t="0" r="0" b="0"/>
            <a:pathLst>
              <a:path w="88392" h="88391">
                <a:moveTo>
                  <a:pt x="44195" y="0"/>
                </a:moveTo>
                <a:lnTo>
                  <a:pt x="88392" y="44196"/>
                </a:lnTo>
                <a:lnTo>
                  <a:pt x="44195" y="88391"/>
                </a:lnTo>
                <a:lnTo>
                  <a:pt x="0" y="44196"/>
                </a:lnTo>
                <a:close/>
                <a:moveTo>
                  <a:pt x="-3307208" y="1841626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44" name="Freeform 1170">
            <a:extLst>
              <a:ext uri="{FF2B5EF4-FFF2-40B4-BE49-F238E27FC236}">
                <a16:creationId xmlns:a16="http://schemas.microsoft.com/office/drawing/2014/main" xmlns="" id="{D5307A05-5FB0-4983-8008-184C33FCB287}"/>
              </a:ext>
            </a:extLst>
          </p:cNvPr>
          <p:cNvSpPr/>
          <p:nvPr/>
        </p:nvSpPr>
        <p:spPr>
          <a:xfrm>
            <a:off x="5354679" y="5365415"/>
            <a:ext cx="88346" cy="88347"/>
          </a:xfrm>
          <a:custGeom>
            <a:avLst/>
            <a:gdLst/>
            <a:ahLst/>
            <a:cxnLst/>
            <a:rect l="0" t="0" r="0" b="0"/>
            <a:pathLst>
              <a:path w="88392" h="88393">
                <a:moveTo>
                  <a:pt x="44195" y="0"/>
                </a:moveTo>
                <a:lnTo>
                  <a:pt x="88392" y="44196"/>
                </a:lnTo>
                <a:lnTo>
                  <a:pt x="44195" y="88393"/>
                </a:lnTo>
                <a:lnTo>
                  <a:pt x="0" y="44196"/>
                </a:lnTo>
                <a:close/>
                <a:moveTo>
                  <a:pt x="-3715639" y="1567307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45" name="Freeform 1171">
            <a:extLst>
              <a:ext uri="{FF2B5EF4-FFF2-40B4-BE49-F238E27FC236}">
                <a16:creationId xmlns:a16="http://schemas.microsoft.com/office/drawing/2014/main" xmlns="" id="{4FCF1C91-D216-4191-B049-5CDB57EA0958}"/>
              </a:ext>
            </a:extLst>
          </p:cNvPr>
          <p:cNvSpPr/>
          <p:nvPr/>
        </p:nvSpPr>
        <p:spPr>
          <a:xfrm>
            <a:off x="5354679" y="5365415"/>
            <a:ext cx="88346" cy="88347"/>
          </a:xfrm>
          <a:custGeom>
            <a:avLst/>
            <a:gdLst/>
            <a:ahLst/>
            <a:cxnLst/>
            <a:rect l="0" t="0" r="0" b="0"/>
            <a:pathLst>
              <a:path w="88392" h="88393">
                <a:moveTo>
                  <a:pt x="44195" y="0"/>
                </a:moveTo>
                <a:lnTo>
                  <a:pt x="88392" y="44196"/>
                </a:lnTo>
                <a:lnTo>
                  <a:pt x="44195" y="88393"/>
                </a:lnTo>
                <a:lnTo>
                  <a:pt x="0" y="44196"/>
                </a:lnTo>
                <a:close/>
                <a:moveTo>
                  <a:pt x="-3715639" y="1567307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46" name="Freeform 1172">
            <a:extLst>
              <a:ext uri="{FF2B5EF4-FFF2-40B4-BE49-F238E27FC236}">
                <a16:creationId xmlns:a16="http://schemas.microsoft.com/office/drawing/2014/main" xmlns="" id="{F480AC49-1E5D-4645-AA4B-DADE3996C251}"/>
              </a:ext>
            </a:extLst>
          </p:cNvPr>
          <p:cNvSpPr/>
          <p:nvPr/>
        </p:nvSpPr>
        <p:spPr>
          <a:xfrm>
            <a:off x="5490246" y="5440052"/>
            <a:ext cx="88345" cy="88346"/>
          </a:xfrm>
          <a:custGeom>
            <a:avLst/>
            <a:gdLst/>
            <a:ahLst/>
            <a:cxnLst/>
            <a:rect l="0" t="0" r="0" b="0"/>
            <a:pathLst>
              <a:path w="88391" h="88392">
                <a:moveTo>
                  <a:pt x="44196" y="0"/>
                </a:moveTo>
                <a:lnTo>
                  <a:pt x="88391" y="44195"/>
                </a:lnTo>
                <a:lnTo>
                  <a:pt x="44196" y="88392"/>
                </a:lnTo>
                <a:lnTo>
                  <a:pt x="0" y="44195"/>
                </a:lnTo>
                <a:close/>
                <a:moveTo>
                  <a:pt x="-3925952" y="1492630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47" name="Freeform 1173">
            <a:extLst>
              <a:ext uri="{FF2B5EF4-FFF2-40B4-BE49-F238E27FC236}">
                <a16:creationId xmlns:a16="http://schemas.microsoft.com/office/drawing/2014/main" xmlns="" id="{F260E725-F0C9-4EE4-958E-EC6EF185C705}"/>
              </a:ext>
            </a:extLst>
          </p:cNvPr>
          <p:cNvSpPr/>
          <p:nvPr/>
        </p:nvSpPr>
        <p:spPr>
          <a:xfrm>
            <a:off x="5490246" y="5440052"/>
            <a:ext cx="88345" cy="88346"/>
          </a:xfrm>
          <a:custGeom>
            <a:avLst/>
            <a:gdLst/>
            <a:ahLst/>
            <a:cxnLst/>
            <a:rect l="0" t="0" r="0" b="0"/>
            <a:pathLst>
              <a:path w="88391" h="88392">
                <a:moveTo>
                  <a:pt x="44196" y="0"/>
                </a:moveTo>
                <a:lnTo>
                  <a:pt x="88391" y="44195"/>
                </a:lnTo>
                <a:lnTo>
                  <a:pt x="44196" y="88392"/>
                </a:lnTo>
                <a:lnTo>
                  <a:pt x="0" y="44195"/>
                </a:lnTo>
                <a:close/>
                <a:moveTo>
                  <a:pt x="-3925952" y="1492630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48" name="Freeform 1174">
            <a:extLst>
              <a:ext uri="{FF2B5EF4-FFF2-40B4-BE49-F238E27FC236}">
                <a16:creationId xmlns:a16="http://schemas.microsoft.com/office/drawing/2014/main" xmlns="" id="{70DCF97D-27F1-4C5C-A686-205B352D09F6}"/>
              </a:ext>
            </a:extLst>
          </p:cNvPr>
          <p:cNvSpPr/>
          <p:nvPr/>
        </p:nvSpPr>
        <p:spPr>
          <a:xfrm>
            <a:off x="5624288" y="5676085"/>
            <a:ext cx="88345" cy="88346"/>
          </a:xfrm>
          <a:custGeom>
            <a:avLst/>
            <a:gdLst/>
            <a:ahLst/>
            <a:cxnLst/>
            <a:rect l="0" t="0" r="0" b="0"/>
            <a:pathLst>
              <a:path w="88391" h="88392">
                <a:moveTo>
                  <a:pt x="44196" y="0"/>
                </a:moveTo>
                <a:lnTo>
                  <a:pt x="88391" y="44196"/>
                </a:lnTo>
                <a:lnTo>
                  <a:pt x="44196" y="88392"/>
                </a:lnTo>
                <a:lnTo>
                  <a:pt x="0" y="44196"/>
                </a:lnTo>
                <a:close/>
                <a:moveTo>
                  <a:pt x="-4296220" y="1256474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49" name="Freeform 1175">
            <a:extLst>
              <a:ext uri="{FF2B5EF4-FFF2-40B4-BE49-F238E27FC236}">
                <a16:creationId xmlns:a16="http://schemas.microsoft.com/office/drawing/2014/main" xmlns="" id="{E4EC8FB7-FF18-47C5-8889-A941C0B3A830}"/>
              </a:ext>
            </a:extLst>
          </p:cNvPr>
          <p:cNvSpPr/>
          <p:nvPr/>
        </p:nvSpPr>
        <p:spPr>
          <a:xfrm>
            <a:off x="5624288" y="5676085"/>
            <a:ext cx="88345" cy="88346"/>
          </a:xfrm>
          <a:custGeom>
            <a:avLst/>
            <a:gdLst/>
            <a:ahLst/>
            <a:cxnLst/>
            <a:rect l="0" t="0" r="0" b="0"/>
            <a:pathLst>
              <a:path w="88391" h="88392">
                <a:moveTo>
                  <a:pt x="44196" y="0"/>
                </a:moveTo>
                <a:lnTo>
                  <a:pt x="88391" y="44196"/>
                </a:lnTo>
                <a:lnTo>
                  <a:pt x="44196" y="88392"/>
                </a:lnTo>
                <a:lnTo>
                  <a:pt x="0" y="44196"/>
                </a:lnTo>
                <a:close/>
                <a:moveTo>
                  <a:pt x="-4296220" y="1256474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50" name="Freeform 1176">
            <a:extLst>
              <a:ext uri="{FF2B5EF4-FFF2-40B4-BE49-F238E27FC236}">
                <a16:creationId xmlns:a16="http://schemas.microsoft.com/office/drawing/2014/main" xmlns="" id="{B05C8345-E860-4ABA-9014-88FD890F6801}"/>
              </a:ext>
            </a:extLst>
          </p:cNvPr>
          <p:cNvSpPr/>
          <p:nvPr/>
        </p:nvSpPr>
        <p:spPr>
          <a:xfrm>
            <a:off x="5758328" y="5779663"/>
            <a:ext cx="88346" cy="88346"/>
          </a:xfrm>
          <a:custGeom>
            <a:avLst/>
            <a:gdLst/>
            <a:ahLst/>
            <a:cxnLst/>
            <a:rect l="0" t="0" r="0" b="0"/>
            <a:pathLst>
              <a:path w="88392" h="88392">
                <a:moveTo>
                  <a:pt x="44197" y="0"/>
                </a:moveTo>
                <a:lnTo>
                  <a:pt x="88392" y="44196"/>
                </a:lnTo>
                <a:lnTo>
                  <a:pt x="44197" y="88392"/>
                </a:lnTo>
                <a:lnTo>
                  <a:pt x="0" y="44196"/>
                </a:lnTo>
                <a:close/>
                <a:moveTo>
                  <a:pt x="-4533963" y="1152842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51" name="Freeform 1177">
            <a:extLst>
              <a:ext uri="{FF2B5EF4-FFF2-40B4-BE49-F238E27FC236}">
                <a16:creationId xmlns:a16="http://schemas.microsoft.com/office/drawing/2014/main" xmlns="" id="{D68D669A-26F0-4590-8C71-D8280CB2271D}"/>
              </a:ext>
            </a:extLst>
          </p:cNvPr>
          <p:cNvSpPr/>
          <p:nvPr/>
        </p:nvSpPr>
        <p:spPr>
          <a:xfrm>
            <a:off x="5758328" y="5779663"/>
            <a:ext cx="88346" cy="88346"/>
          </a:xfrm>
          <a:custGeom>
            <a:avLst/>
            <a:gdLst/>
            <a:ahLst/>
            <a:cxnLst/>
            <a:rect l="0" t="0" r="0" b="0"/>
            <a:pathLst>
              <a:path w="88392" h="88392">
                <a:moveTo>
                  <a:pt x="44197" y="0"/>
                </a:moveTo>
                <a:lnTo>
                  <a:pt x="88392" y="44196"/>
                </a:lnTo>
                <a:lnTo>
                  <a:pt x="44197" y="88392"/>
                </a:lnTo>
                <a:lnTo>
                  <a:pt x="0" y="44196"/>
                </a:lnTo>
                <a:close/>
                <a:moveTo>
                  <a:pt x="-4533963" y="1152842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52" name="Freeform 1178">
            <a:extLst>
              <a:ext uri="{FF2B5EF4-FFF2-40B4-BE49-F238E27FC236}">
                <a16:creationId xmlns:a16="http://schemas.microsoft.com/office/drawing/2014/main" xmlns="" id="{6ADF37D5-57D9-480B-BE7D-13CEA4CE1443}"/>
              </a:ext>
            </a:extLst>
          </p:cNvPr>
          <p:cNvSpPr/>
          <p:nvPr/>
        </p:nvSpPr>
        <p:spPr>
          <a:xfrm>
            <a:off x="5892370" y="5826882"/>
            <a:ext cx="88346" cy="88346"/>
          </a:xfrm>
          <a:custGeom>
            <a:avLst/>
            <a:gdLst/>
            <a:ahLst/>
            <a:cxnLst/>
            <a:rect l="0" t="0" r="0" b="0"/>
            <a:pathLst>
              <a:path w="88392" h="88392">
                <a:moveTo>
                  <a:pt x="44197" y="0"/>
                </a:moveTo>
                <a:lnTo>
                  <a:pt x="88392" y="44196"/>
                </a:lnTo>
                <a:lnTo>
                  <a:pt x="44197" y="88392"/>
                </a:lnTo>
                <a:lnTo>
                  <a:pt x="0" y="44196"/>
                </a:lnTo>
                <a:close/>
                <a:moveTo>
                  <a:pt x="-4715319" y="1105598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53" name="Freeform 1179">
            <a:extLst>
              <a:ext uri="{FF2B5EF4-FFF2-40B4-BE49-F238E27FC236}">
                <a16:creationId xmlns:a16="http://schemas.microsoft.com/office/drawing/2014/main" xmlns="" id="{DB21C540-EE6B-4471-B38B-03B94CAECE03}"/>
              </a:ext>
            </a:extLst>
          </p:cNvPr>
          <p:cNvSpPr/>
          <p:nvPr/>
        </p:nvSpPr>
        <p:spPr>
          <a:xfrm>
            <a:off x="5892370" y="5826882"/>
            <a:ext cx="88346" cy="88346"/>
          </a:xfrm>
          <a:custGeom>
            <a:avLst/>
            <a:gdLst/>
            <a:ahLst/>
            <a:cxnLst/>
            <a:rect l="0" t="0" r="0" b="0"/>
            <a:pathLst>
              <a:path w="88392" h="88392">
                <a:moveTo>
                  <a:pt x="44197" y="0"/>
                </a:moveTo>
                <a:lnTo>
                  <a:pt x="88392" y="44196"/>
                </a:lnTo>
                <a:lnTo>
                  <a:pt x="44197" y="88392"/>
                </a:lnTo>
                <a:lnTo>
                  <a:pt x="0" y="44196"/>
                </a:lnTo>
                <a:close/>
                <a:moveTo>
                  <a:pt x="-4715319" y="1105598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54" name="Freeform 1180">
            <a:extLst>
              <a:ext uri="{FF2B5EF4-FFF2-40B4-BE49-F238E27FC236}">
                <a16:creationId xmlns:a16="http://schemas.microsoft.com/office/drawing/2014/main" xmlns="" id="{9320A566-6970-4ED5-B69D-D1A2D67263A5}"/>
              </a:ext>
            </a:extLst>
          </p:cNvPr>
          <p:cNvSpPr/>
          <p:nvPr/>
        </p:nvSpPr>
        <p:spPr>
          <a:xfrm>
            <a:off x="6026412" y="5924367"/>
            <a:ext cx="88346" cy="88346"/>
          </a:xfrm>
          <a:custGeom>
            <a:avLst/>
            <a:gdLst/>
            <a:ahLst/>
            <a:cxnLst/>
            <a:rect l="0" t="0" r="0" b="0"/>
            <a:pathLst>
              <a:path w="88392" h="88392">
                <a:moveTo>
                  <a:pt x="44197" y="0"/>
                </a:moveTo>
                <a:lnTo>
                  <a:pt x="88392" y="44196"/>
                </a:lnTo>
                <a:lnTo>
                  <a:pt x="44197" y="88392"/>
                </a:lnTo>
                <a:lnTo>
                  <a:pt x="0" y="44196"/>
                </a:lnTo>
                <a:close/>
                <a:moveTo>
                  <a:pt x="-4946967" y="1008062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55" name="Freeform 1181">
            <a:extLst>
              <a:ext uri="{FF2B5EF4-FFF2-40B4-BE49-F238E27FC236}">
                <a16:creationId xmlns:a16="http://schemas.microsoft.com/office/drawing/2014/main" xmlns="" id="{109DDF08-40DB-4077-A14B-0DBA2C53F2AE}"/>
              </a:ext>
            </a:extLst>
          </p:cNvPr>
          <p:cNvSpPr/>
          <p:nvPr/>
        </p:nvSpPr>
        <p:spPr>
          <a:xfrm>
            <a:off x="6026412" y="5924367"/>
            <a:ext cx="88346" cy="88346"/>
          </a:xfrm>
          <a:custGeom>
            <a:avLst/>
            <a:gdLst/>
            <a:ahLst/>
            <a:cxnLst/>
            <a:rect l="0" t="0" r="0" b="0"/>
            <a:pathLst>
              <a:path w="88392" h="88392">
                <a:moveTo>
                  <a:pt x="44197" y="0"/>
                </a:moveTo>
                <a:lnTo>
                  <a:pt x="88392" y="44196"/>
                </a:lnTo>
                <a:lnTo>
                  <a:pt x="44197" y="88392"/>
                </a:lnTo>
                <a:lnTo>
                  <a:pt x="0" y="44196"/>
                </a:lnTo>
                <a:close/>
                <a:moveTo>
                  <a:pt x="-4946967" y="1008062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56" name="Freeform 1182">
            <a:extLst>
              <a:ext uri="{FF2B5EF4-FFF2-40B4-BE49-F238E27FC236}">
                <a16:creationId xmlns:a16="http://schemas.microsoft.com/office/drawing/2014/main" xmlns="" id="{5EEBE4C9-6ECB-4EBC-BF69-E567B7607DF3}"/>
              </a:ext>
            </a:extLst>
          </p:cNvPr>
          <p:cNvSpPr/>
          <p:nvPr/>
        </p:nvSpPr>
        <p:spPr>
          <a:xfrm>
            <a:off x="6160456" y="5901519"/>
            <a:ext cx="88347" cy="88346"/>
          </a:xfrm>
          <a:custGeom>
            <a:avLst/>
            <a:gdLst/>
            <a:ahLst/>
            <a:cxnLst/>
            <a:rect l="0" t="0" r="0" b="0"/>
            <a:pathLst>
              <a:path w="88393" h="88392">
                <a:moveTo>
                  <a:pt x="44197" y="0"/>
                </a:moveTo>
                <a:lnTo>
                  <a:pt x="88393" y="44196"/>
                </a:lnTo>
                <a:lnTo>
                  <a:pt x="44197" y="88392"/>
                </a:lnTo>
                <a:lnTo>
                  <a:pt x="0" y="44196"/>
                </a:lnTo>
                <a:close/>
                <a:moveTo>
                  <a:pt x="-5058219" y="1030922"/>
                </a:moveTo>
              </a:path>
            </a:pathLst>
          </a:custGeom>
          <a:solidFill>
            <a:srgbClr val="00B05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57" name="Freeform 1183">
            <a:extLst>
              <a:ext uri="{FF2B5EF4-FFF2-40B4-BE49-F238E27FC236}">
                <a16:creationId xmlns:a16="http://schemas.microsoft.com/office/drawing/2014/main" xmlns="" id="{0FA459E5-5253-44A0-8204-31E1238379AE}"/>
              </a:ext>
            </a:extLst>
          </p:cNvPr>
          <p:cNvSpPr/>
          <p:nvPr/>
        </p:nvSpPr>
        <p:spPr>
          <a:xfrm>
            <a:off x="6160456" y="5901519"/>
            <a:ext cx="88347" cy="88346"/>
          </a:xfrm>
          <a:custGeom>
            <a:avLst/>
            <a:gdLst/>
            <a:ahLst/>
            <a:cxnLst/>
            <a:rect l="0" t="0" r="0" b="0"/>
            <a:pathLst>
              <a:path w="88393" h="88392">
                <a:moveTo>
                  <a:pt x="44197" y="0"/>
                </a:moveTo>
                <a:lnTo>
                  <a:pt x="88393" y="44196"/>
                </a:lnTo>
                <a:lnTo>
                  <a:pt x="44197" y="88392"/>
                </a:lnTo>
                <a:lnTo>
                  <a:pt x="0" y="44196"/>
                </a:lnTo>
                <a:close/>
                <a:moveTo>
                  <a:pt x="-5058219" y="1030922"/>
                </a:moveTo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58" name="Freeform 1184">
            <a:extLst>
              <a:ext uri="{FF2B5EF4-FFF2-40B4-BE49-F238E27FC236}">
                <a16:creationId xmlns:a16="http://schemas.microsoft.com/office/drawing/2014/main" xmlns="" id="{5257A95C-BDB4-412F-9B55-97B81CE9EF0F}"/>
              </a:ext>
            </a:extLst>
          </p:cNvPr>
          <p:cNvSpPr/>
          <p:nvPr/>
        </p:nvSpPr>
        <p:spPr>
          <a:xfrm>
            <a:off x="3790346" y="5051507"/>
            <a:ext cx="2414284" cy="991608"/>
          </a:xfrm>
          <a:custGeom>
            <a:avLst/>
            <a:gdLst/>
            <a:ahLst/>
            <a:cxnLst/>
            <a:rect l="0" t="0" r="0" b="0"/>
            <a:pathLst>
              <a:path w="2415541" h="992124">
                <a:moveTo>
                  <a:pt x="0" y="829055"/>
                </a:moveTo>
                <a:lnTo>
                  <a:pt x="134112" y="813816"/>
                </a:lnTo>
                <a:lnTo>
                  <a:pt x="268224" y="345947"/>
                </a:lnTo>
                <a:lnTo>
                  <a:pt x="402337" y="161544"/>
                </a:lnTo>
                <a:lnTo>
                  <a:pt x="536449" y="202692"/>
                </a:lnTo>
                <a:lnTo>
                  <a:pt x="670561" y="0"/>
                </a:lnTo>
                <a:lnTo>
                  <a:pt x="806197" y="62483"/>
                </a:lnTo>
                <a:lnTo>
                  <a:pt x="940308" y="80772"/>
                </a:lnTo>
                <a:lnTo>
                  <a:pt x="1074420" y="259080"/>
                </a:lnTo>
                <a:lnTo>
                  <a:pt x="1208532" y="435864"/>
                </a:lnTo>
                <a:lnTo>
                  <a:pt x="1342644" y="534924"/>
                </a:lnTo>
                <a:lnTo>
                  <a:pt x="1476756" y="609600"/>
                </a:lnTo>
                <a:lnTo>
                  <a:pt x="1610868" y="705611"/>
                </a:lnTo>
                <a:lnTo>
                  <a:pt x="1744981" y="673608"/>
                </a:lnTo>
                <a:lnTo>
                  <a:pt x="1879093" y="800100"/>
                </a:lnTo>
                <a:lnTo>
                  <a:pt x="2013205" y="851916"/>
                </a:lnTo>
                <a:lnTo>
                  <a:pt x="2147317" y="943355"/>
                </a:lnTo>
                <a:lnTo>
                  <a:pt x="2281429" y="963167"/>
                </a:lnTo>
                <a:lnTo>
                  <a:pt x="2415541" y="992124"/>
                </a:lnTo>
              </a:path>
            </a:pathLst>
          </a:custGeom>
          <a:noFill/>
          <a:ln w="28575" cap="rnd" cmpd="sng" algn="ctr">
            <a:solidFill>
              <a:srgbClr val="C00000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59" name="Freeform 1185">
            <a:extLst>
              <a:ext uri="{FF2B5EF4-FFF2-40B4-BE49-F238E27FC236}">
                <a16:creationId xmlns:a16="http://schemas.microsoft.com/office/drawing/2014/main" xmlns="" id="{FF934A3A-B352-43EC-ACAC-630B8A50F4AC}"/>
              </a:ext>
            </a:extLst>
          </p:cNvPr>
          <p:cNvSpPr/>
          <p:nvPr/>
        </p:nvSpPr>
        <p:spPr>
          <a:xfrm>
            <a:off x="3752265" y="5840591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2625915" y="1091882"/>
                </a:moveTo>
              </a:path>
            </a:pathLst>
          </a:custGeom>
          <a:solidFill>
            <a:srgbClr val="C00000">
              <a:alpha val="100000"/>
            </a:srgbClr>
          </a:solidFill>
          <a:ln w="28575" cap="flat" cmpd="sng" algn="ctr">
            <a:noFill/>
            <a:prstDash val="solid"/>
          </a:ln>
          <a:effectLst/>
        </p:spPr>
      </p:sp>
      <p:sp>
        <p:nvSpPr>
          <p:cNvPr id="60" name="Freeform 1186">
            <a:extLst>
              <a:ext uri="{FF2B5EF4-FFF2-40B4-BE49-F238E27FC236}">
                <a16:creationId xmlns:a16="http://schemas.microsoft.com/office/drawing/2014/main" xmlns="" id="{C55AC8A2-8820-45A5-B74B-D7D7D92FE939}"/>
              </a:ext>
            </a:extLst>
          </p:cNvPr>
          <p:cNvSpPr/>
          <p:nvPr/>
        </p:nvSpPr>
        <p:spPr>
          <a:xfrm>
            <a:off x="3752265" y="5840591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2625915" y="1091882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61" name="Freeform 1187">
            <a:extLst>
              <a:ext uri="{FF2B5EF4-FFF2-40B4-BE49-F238E27FC236}">
                <a16:creationId xmlns:a16="http://schemas.microsoft.com/office/drawing/2014/main" xmlns="" id="{6C51AAE0-CCB6-4585-AE2F-FF8A141020A5}"/>
              </a:ext>
            </a:extLst>
          </p:cNvPr>
          <p:cNvSpPr/>
          <p:nvPr/>
        </p:nvSpPr>
        <p:spPr>
          <a:xfrm>
            <a:off x="3886307" y="5826882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9" y="76200"/>
                  <a:pt x="0" y="59144"/>
                  <a:pt x="0" y="38100"/>
                </a:cubicBezTo>
                <a:cubicBezTo>
                  <a:pt x="0" y="17069"/>
                  <a:pt x="17019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2746311" y="1105598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62" name="Freeform 1188">
            <a:extLst>
              <a:ext uri="{FF2B5EF4-FFF2-40B4-BE49-F238E27FC236}">
                <a16:creationId xmlns:a16="http://schemas.microsoft.com/office/drawing/2014/main" xmlns="" id="{F9C7C782-A5CA-48B1-AFB5-26A077643D11}"/>
              </a:ext>
            </a:extLst>
          </p:cNvPr>
          <p:cNvSpPr/>
          <p:nvPr/>
        </p:nvSpPr>
        <p:spPr>
          <a:xfrm>
            <a:off x="3886307" y="5826882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9" y="76200"/>
                  <a:pt x="0" y="59144"/>
                  <a:pt x="0" y="38100"/>
                </a:cubicBezTo>
                <a:cubicBezTo>
                  <a:pt x="0" y="17069"/>
                  <a:pt x="17019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2746311" y="1105598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63" name="Freeform 1189">
            <a:extLst>
              <a:ext uri="{FF2B5EF4-FFF2-40B4-BE49-F238E27FC236}">
                <a16:creationId xmlns:a16="http://schemas.microsoft.com/office/drawing/2014/main" xmlns="" id="{0CC8CD17-AF1D-4840-A442-86FC99FF3372}"/>
              </a:ext>
            </a:extLst>
          </p:cNvPr>
          <p:cNvSpPr/>
          <p:nvPr/>
        </p:nvSpPr>
        <p:spPr>
          <a:xfrm>
            <a:off x="4020349" y="5359322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5"/>
                  <a:pt x="59182" y="76200"/>
                  <a:pt x="38100" y="76200"/>
                </a:cubicBezTo>
                <a:cubicBezTo>
                  <a:pt x="17019" y="76200"/>
                  <a:pt x="0" y="59055"/>
                  <a:pt x="0" y="38100"/>
                </a:cubicBezTo>
                <a:cubicBezTo>
                  <a:pt x="0" y="17017"/>
                  <a:pt x="17019" y="0"/>
                  <a:pt x="38100" y="0"/>
                </a:cubicBezTo>
                <a:cubicBezTo>
                  <a:pt x="59182" y="0"/>
                  <a:pt x="76200" y="17017"/>
                  <a:pt x="76200" y="38100"/>
                </a:cubicBezTo>
                <a:close/>
                <a:moveTo>
                  <a:pt x="-2412619" y="1573402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64" name="Freeform 1190">
            <a:extLst>
              <a:ext uri="{FF2B5EF4-FFF2-40B4-BE49-F238E27FC236}">
                <a16:creationId xmlns:a16="http://schemas.microsoft.com/office/drawing/2014/main" xmlns="" id="{47B8F1C5-4027-4113-8D83-E598CA55D6CA}"/>
              </a:ext>
            </a:extLst>
          </p:cNvPr>
          <p:cNvSpPr/>
          <p:nvPr/>
        </p:nvSpPr>
        <p:spPr>
          <a:xfrm>
            <a:off x="4020349" y="5359322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5"/>
                  <a:pt x="59182" y="76200"/>
                  <a:pt x="38100" y="76200"/>
                </a:cubicBezTo>
                <a:cubicBezTo>
                  <a:pt x="17019" y="76200"/>
                  <a:pt x="0" y="59055"/>
                  <a:pt x="0" y="38100"/>
                </a:cubicBezTo>
                <a:cubicBezTo>
                  <a:pt x="0" y="17017"/>
                  <a:pt x="17019" y="0"/>
                  <a:pt x="38100" y="0"/>
                </a:cubicBezTo>
                <a:cubicBezTo>
                  <a:pt x="59182" y="0"/>
                  <a:pt x="76200" y="17017"/>
                  <a:pt x="76200" y="38100"/>
                </a:cubicBezTo>
                <a:close/>
                <a:moveTo>
                  <a:pt x="-2412619" y="1573402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65" name="Freeform 1191">
            <a:extLst>
              <a:ext uri="{FF2B5EF4-FFF2-40B4-BE49-F238E27FC236}">
                <a16:creationId xmlns:a16="http://schemas.microsoft.com/office/drawing/2014/main" xmlns="" id="{8D36A883-48A1-4791-805D-27A63FE14511}"/>
              </a:ext>
            </a:extLst>
          </p:cNvPr>
          <p:cNvSpPr/>
          <p:nvPr/>
        </p:nvSpPr>
        <p:spPr>
          <a:xfrm>
            <a:off x="4154392" y="5173491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4"/>
                  <a:pt x="59181" y="76200"/>
                  <a:pt x="38100" y="76200"/>
                </a:cubicBezTo>
                <a:cubicBezTo>
                  <a:pt x="17018" y="76200"/>
                  <a:pt x="0" y="59054"/>
                  <a:pt x="0" y="38100"/>
                </a:cubicBezTo>
                <a:cubicBezTo>
                  <a:pt x="0" y="17017"/>
                  <a:pt x="17018" y="0"/>
                  <a:pt x="38100" y="0"/>
                </a:cubicBezTo>
                <a:cubicBezTo>
                  <a:pt x="59181" y="0"/>
                  <a:pt x="76200" y="17017"/>
                  <a:pt x="76200" y="38100"/>
                </a:cubicBezTo>
                <a:close/>
                <a:moveTo>
                  <a:pt x="-2360804" y="1759330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66" name="Freeform 1192">
            <a:extLst>
              <a:ext uri="{FF2B5EF4-FFF2-40B4-BE49-F238E27FC236}">
                <a16:creationId xmlns:a16="http://schemas.microsoft.com/office/drawing/2014/main" xmlns="" id="{13FDBE22-CFFE-40AD-B863-581D6A3AEE0F}"/>
              </a:ext>
            </a:extLst>
          </p:cNvPr>
          <p:cNvSpPr/>
          <p:nvPr/>
        </p:nvSpPr>
        <p:spPr>
          <a:xfrm>
            <a:off x="4154392" y="5173491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4"/>
                  <a:pt x="59181" y="76200"/>
                  <a:pt x="38100" y="76200"/>
                </a:cubicBezTo>
                <a:cubicBezTo>
                  <a:pt x="17018" y="76200"/>
                  <a:pt x="0" y="59054"/>
                  <a:pt x="0" y="38100"/>
                </a:cubicBezTo>
                <a:cubicBezTo>
                  <a:pt x="0" y="17017"/>
                  <a:pt x="17018" y="0"/>
                  <a:pt x="38100" y="0"/>
                </a:cubicBezTo>
                <a:cubicBezTo>
                  <a:pt x="59181" y="0"/>
                  <a:pt x="76200" y="17017"/>
                  <a:pt x="76200" y="38100"/>
                </a:cubicBezTo>
                <a:close/>
                <a:moveTo>
                  <a:pt x="-2360804" y="1759330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67" name="Freeform 1193">
            <a:extLst>
              <a:ext uri="{FF2B5EF4-FFF2-40B4-BE49-F238E27FC236}">
                <a16:creationId xmlns:a16="http://schemas.microsoft.com/office/drawing/2014/main" xmlns="" id="{6D8F877F-555C-42B3-AFA3-3E45618BA06C}"/>
              </a:ext>
            </a:extLst>
          </p:cNvPr>
          <p:cNvSpPr/>
          <p:nvPr/>
        </p:nvSpPr>
        <p:spPr>
          <a:xfrm>
            <a:off x="4288435" y="5214617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5"/>
                  <a:pt x="59182" y="76200"/>
                  <a:pt x="38100" y="76200"/>
                </a:cubicBezTo>
                <a:cubicBezTo>
                  <a:pt x="17018" y="76200"/>
                  <a:pt x="0" y="59055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ubicBezTo>
                  <a:pt x="59182" y="0"/>
                  <a:pt x="76200" y="17018"/>
                  <a:pt x="76200" y="38100"/>
                </a:cubicBezTo>
                <a:close/>
                <a:moveTo>
                  <a:pt x="-2536064" y="1718182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68" name="Freeform 1194">
            <a:extLst>
              <a:ext uri="{FF2B5EF4-FFF2-40B4-BE49-F238E27FC236}">
                <a16:creationId xmlns:a16="http://schemas.microsoft.com/office/drawing/2014/main" xmlns="" id="{8A88BDFA-7329-49FF-A2E7-48AEF4300460}"/>
              </a:ext>
            </a:extLst>
          </p:cNvPr>
          <p:cNvSpPr/>
          <p:nvPr/>
        </p:nvSpPr>
        <p:spPr>
          <a:xfrm>
            <a:off x="4288435" y="5214617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5"/>
                  <a:pt x="59182" y="76200"/>
                  <a:pt x="38100" y="76200"/>
                </a:cubicBezTo>
                <a:cubicBezTo>
                  <a:pt x="17018" y="76200"/>
                  <a:pt x="0" y="59055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ubicBezTo>
                  <a:pt x="59182" y="0"/>
                  <a:pt x="76200" y="17018"/>
                  <a:pt x="76200" y="38100"/>
                </a:cubicBezTo>
                <a:close/>
                <a:moveTo>
                  <a:pt x="-2536064" y="1718182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69" name="Freeform 1195">
            <a:extLst>
              <a:ext uri="{FF2B5EF4-FFF2-40B4-BE49-F238E27FC236}">
                <a16:creationId xmlns:a16="http://schemas.microsoft.com/office/drawing/2014/main" xmlns="" id="{9B7BFDD1-CD5F-4D07-BD10-535D84F1AE3F}"/>
              </a:ext>
            </a:extLst>
          </p:cNvPr>
          <p:cNvSpPr/>
          <p:nvPr/>
        </p:nvSpPr>
        <p:spPr>
          <a:xfrm>
            <a:off x="4422477" y="5012030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5"/>
                  <a:pt x="59182" y="76200"/>
                  <a:pt x="38100" y="76200"/>
                </a:cubicBezTo>
                <a:cubicBezTo>
                  <a:pt x="17018" y="76200"/>
                  <a:pt x="0" y="59055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ubicBezTo>
                  <a:pt x="59182" y="0"/>
                  <a:pt x="76200" y="17018"/>
                  <a:pt x="76200" y="38100"/>
                </a:cubicBezTo>
                <a:close/>
                <a:moveTo>
                  <a:pt x="-2467483" y="1920875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70" name="Freeform 1196">
            <a:extLst>
              <a:ext uri="{FF2B5EF4-FFF2-40B4-BE49-F238E27FC236}">
                <a16:creationId xmlns:a16="http://schemas.microsoft.com/office/drawing/2014/main" xmlns="" id="{505C16CD-4C46-4F1F-8076-4FFFEB646981}"/>
              </a:ext>
            </a:extLst>
          </p:cNvPr>
          <p:cNvSpPr/>
          <p:nvPr/>
        </p:nvSpPr>
        <p:spPr>
          <a:xfrm>
            <a:off x="4422477" y="5012030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5"/>
                  <a:pt x="59182" y="76200"/>
                  <a:pt x="38100" y="76200"/>
                </a:cubicBezTo>
                <a:cubicBezTo>
                  <a:pt x="17018" y="76200"/>
                  <a:pt x="0" y="59055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ubicBezTo>
                  <a:pt x="59182" y="0"/>
                  <a:pt x="76200" y="17018"/>
                  <a:pt x="76200" y="38100"/>
                </a:cubicBezTo>
                <a:close/>
                <a:moveTo>
                  <a:pt x="-2467483" y="1920875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71" name="Freeform 1197">
            <a:extLst>
              <a:ext uri="{FF2B5EF4-FFF2-40B4-BE49-F238E27FC236}">
                <a16:creationId xmlns:a16="http://schemas.microsoft.com/office/drawing/2014/main" xmlns="" id="{B7C780AE-0104-4AD2-9091-EEDE54D89E84}"/>
              </a:ext>
            </a:extLst>
          </p:cNvPr>
          <p:cNvSpPr/>
          <p:nvPr/>
        </p:nvSpPr>
        <p:spPr>
          <a:xfrm>
            <a:off x="4556519" y="5074481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6"/>
                  <a:pt x="59182" y="76200"/>
                  <a:pt x="38100" y="76200"/>
                </a:cubicBezTo>
                <a:cubicBezTo>
                  <a:pt x="17018" y="76200"/>
                  <a:pt x="0" y="59056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ubicBezTo>
                  <a:pt x="59182" y="0"/>
                  <a:pt x="76200" y="17018"/>
                  <a:pt x="76200" y="38100"/>
                </a:cubicBezTo>
                <a:close/>
                <a:moveTo>
                  <a:pt x="-2664079" y="1858391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72" name="Freeform 1198">
            <a:extLst>
              <a:ext uri="{FF2B5EF4-FFF2-40B4-BE49-F238E27FC236}">
                <a16:creationId xmlns:a16="http://schemas.microsoft.com/office/drawing/2014/main" xmlns="" id="{21BA7477-09CA-4DE0-91B6-9757D2E46011}"/>
              </a:ext>
            </a:extLst>
          </p:cNvPr>
          <p:cNvSpPr/>
          <p:nvPr/>
        </p:nvSpPr>
        <p:spPr>
          <a:xfrm>
            <a:off x="4556519" y="5074481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6"/>
                  <a:pt x="59182" y="76200"/>
                  <a:pt x="38100" y="76200"/>
                </a:cubicBezTo>
                <a:cubicBezTo>
                  <a:pt x="17018" y="76200"/>
                  <a:pt x="0" y="59056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ubicBezTo>
                  <a:pt x="59182" y="0"/>
                  <a:pt x="76200" y="17018"/>
                  <a:pt x="76200" y="38100"/>
                </a:cubicBezTo>
                <a:close/>
                <a:moveTo>
                  <a:pt x="-2664079" y="1858391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73" name="Freeform 1199">
            <a:extLst>
              <a:ext uri="{FF2B5EF4-FFF2-40B4-BE49-F238E27FC236}">
                <a16:creationId xmlns:a16="http://schemas.microsoft.com/office/drawing/2014/main" xmlns="" id="{4E0A254C-0AF4-471B-9936-7D8A08FEA100}"/>
              </a:ext>
            </a:extLst>
          </p:cNvPr>
          <p:cNvSpPr/>
          <p:nvPr/>
        </p:nvSpPr>
        <p:spPr>
          <a:xfrm>
            <a:off x="4690561" y="5094283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6"/>
                  <a:pt x="59182" y="76200"/>
                  <a:pt x="38100" y="76200"/>
                </a:cubicBezTo>
                <a:cubicBezTo>
                  <a:pt x="17018" y="76200"/>
                  <a:pt x="0" y="59056"/>
                  <a:pt x="0" y="38100"/>
                </a:cubicBezTo>
                <a:cubicBezTo>
                  <a:pt x="0" y="17019"/>
                  <a:pt x="17018" y="0"/>
                  <a:pt x="38100" y="0"/>
                </a:cubicBezTo>
                <a:cubicBezTo>
                  <a:pt x="59182" y="0"/>
                  <a:pt x="76200" y="17019"/>
                  <a:pt x="76200" y="38100"/>
                </a:cubicBezTo>
                <a:close/>
                <a:moveTo>
                  <a:pt x="-2818003" y="1838579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74" name="Freeform 1200">
            <a:extLst>
              <a:ext uri="{FF2B5EF4-FFF2-40B4-BE49-F238E27FC236}">
                <a16:creationId xmlns:a16="http://schemas.microsoft.com/office/drawing/2014/main" xmlns="" id="{50853761-B6A1-41D0-B688-818E6617A5F3}"/>
              </a:ext>
            </a:extLst>
          </p:cNvPr>
          <p:cNvSpPr/>
          <p:nvPr/>
        </p:nvSpPr>
        <p:spPr>
          <a:xfrm>
            <a:off x="4690561" y="5094283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6"/>
                  <a:pt x="59182" y="76200"/>
                  <a:pt x="38100" y="76200"/>
                </a:cubicBezTo>
                <a:cubicBezTo>
                  <a:pt x="17018" y="76200"/>
                  <a:pt x="0" y="59056"/>
                  <a:pt x="0" y="38100"/>
                </a:cubicBezTo>
                <a:cubicBezTo>
                  <a:pt x="0" y="17019"/>
                  <a:pt x="17018" y="0"/>
                  <a:pt x="38100" y="0"/>
                </a:cubicBezTo>
                <a:cubicBezTo>
                  <a:pt x="59182" y="0"/>
                  <a:pt x="76200" y="17019"/>
                  <a:pt x="76200" y="38100"/>
                </a:cubicBezTo>
                <a:close/>
                <a:moveTo>
                  <a:pt x="-2818003" y="1838579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75" name="Freeform 1201">
            <a:extLst>
              <a:ext uri="{FF2B5EF4-FFF2-40B4-BE49-F238E27FC236}">
                <a16:creationId xmlns:a16="http://schemas.microsoft.com/office/drawing/2014/main" xmlns="" id="{D7D7B65B-B140-4755-8E5A-0B0868F09ACF}"/>
              </a:ext>
            </a:extLst>
          </p:cNvPr>
          <p:cNvSpPr/>
          <p:nvPr/>
        </p:nvSpPr>
        <p:spPr>
          <a:xfrm>
            <a:off x="4824603" y="5270976"/>
            <a:ext cx="76160" cy="76161"/>
          </a:xfrm>
          <a:custGeom>
            <a:avLst/>
            <a:gdLst/>
            <a:ahLst/>
            <a:cxnLst/>
            <a:rect l="0" t="0" r="0" b="0"/>
            <a:pathLst>
              <a:path w="76200" h="76201">
                <a:moveTo>
                  <a:pt x="76200" y="38101"/>
                </a:moveTo>
                <a:cubicBezTo>
                  <a:pt x="76200" y="59056"/>
                  <a:pt x="59182" y="76201"/>
                  <a:pt x="38100" y="76201"/>
                </a:cubicBezTo>
                <a:cubicBezTo>
                  <a:pt x="17017" y="76201"/>
                  <a:pt x="0" y="59056"/>
                  <a:pt x="0" y="38101"/>
                </a:cubicBezTo>
                <a:cubicBezTo>
                  <a:pt x="0" y="17019"/>
                  <a:pt x="17017" y="0"/>
                  <a:pt x="38100" y="0"/>
                </a:cubicBezTo>
                <a:cubicBezTo>
                  <a:pt x="59182" y="0"/>
                  <a:pt x="76200" y="17019"/>
                  <a:pt x="76200" y="38101"/>
                </a:cubicBezTo>
                <a:close/>
                <a:moveTo>
                  <a:pt x="-3128900" y="1661795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76" name="Freeform 1202">
            <a:extLst>
              <a:ext uri="{FF2B5EF4-FFF2-40B4-BE49-F238E27FC236}">
                <a16:creationId xmlns:a16="http://schemas.microsoft.com/office/drawing/2014/main" xmlns="" id="{D0D00991-6161-4E0D-9120-D7F1126C00A9}"/>
              </a:ext>
            </a:extLst>
          </p:cNvPr>
          <p:cNvSpPr/>
          <p:nvPr/>
        </p:nvSpPr>
        <p:spPr>
          <a:xfrm>
            <a:off x="4824603" y="5270976"/>
            <a:ext cx="76160" cy="76161"/>
          </a:xfrm>
          <a:custGeom>
            <a:avLst/>
            <a:gdLst/>
            <a:ahLst/>
            <a:cxnLst/>
            <a:rect l="0" t="0" r="0" b="0"/>
            <a:pathLst>
              <a:path w="76200" h="76201">
                <a:moveTo>
                  <a:pt x="76200" y="38101"/>
                </a:moveTo>
                <a:cubicBezTo>
                  <a:pt x="76200" y="59056"/>
                  <a:pt x="59182" y="76201"/>
                  <a:pt x="38100" y="76201"/>
                </a:cubicBezTo>
                <a:cubicBezTo>
                  <a:pt x="17017" y="76201"/>
                  <a:pt x="0" y="59056"/>
                  <a:pt x="0" y="38101"/>
                </a:cubicBezTo>
                <a:cubicBezTo>
                  <a:pt x="0" y="17019"/>
                  <a:pt x="17017" y="0"/>
                  <a:pt x="38100" y="0"/>
                </a:cubicBezTo>
                <a:cubicBezTo>
                  <a:pt x="59182" y="0"/>
                  <a:pt x="76200" y="17019"/>
                  <a:pt x="76200" y="38101"/>
                </a:cubicBezTo>
                <a:close/>
                <a:moveTo>
                  <a:pt x="-3128900" y="1661795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77" name="Freeform 1203">
            <a:extLst>
              <a:ext uri="{FF2B5EF4-FFF2-40B4-BE49-F238E27FC236}">
                <a16:creationId xmlns:a16="http://schemas.microsoft.com/office/drawing/2014/main" xmlns="" id="{B0EDA3C1-5F8F-4628-B5FA-266ABB79B685}"/>
              </a:ext>
            </a:extLst>
          </p:cNvPr>
          <p:cNvSpPr/>
          <p:nvPr/>
        </p:nvSpPr>
        <p:spPr>
          <a:xfrm>
            <a:off x="4958645" y="5447667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6"/>
                  <a:pt x="59183" y="76200"/>
                  <a:pt x="38100" y="76200"/>
                </a:cubicBezTo>
                <a:cubicBezTo>
                  <a:pt x="17018" y="76200"/>
                  <a:pt x="0" y="59056"/>
                  <a:pt x="0" y="38100"/>
                </a:cubicBezTo>
                <a:cubicBezTo>
                  <a:pt x="0" y="17019"/>
                  <a:pt x="17018" y="0"/>
                  <a:pt x="38100" y="0"/>
                </a:cubicBezTo>
                <a:cubicBezTo>
                  <a:pt x="59183" y="0"/>
                  <a:pt x="76200" y="17019"/>
                  <a:pt x="76200" y="38100"/>
                </a:cubicBezTo>
                <a:close/>
                <a:moveTo>
                  <a:pt x="-3439794" y="1485011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78" name="Freeform 1204">
            <a:extLst>
              <a:ext uri="{FF2B5EF4-FFF2-40B4-BE49-F238E27FC236}">
                <a16:creationId xmlns:a16="http://schemas.microsoft.com/office/drawing/2014/main" xmlns="" id="{CA62FD09-A843-47A2-8828-6216C399845D}"/>
              </a:ext>
            </a:extLst>
          </p:cNvPr>
          <p:cNvSpPr/>
          <p:nvPr/>
        </p:nvSpPr>
        <p:spPr>
          <a:xfrm>
            <a:off x="4958645" y="5447667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6"/>
                  <a:pt x="59183" y="76200"/>
                  <a:pt x="38100" y="76200"/>
                </a:cubicBezTo>
                <a:cubicBezTo>
                  <a:pt x="17018" y="76200"/>
                  <a:pt x="0" y="59056"/>
                  <a:pt x="0" y="38100"/>
                </a:cubicBezTo>
                <a:cubicBezTo>
                  <a:pt x="0" y="17019"/>
                  <a:pt x="17018" y="0"/>
                  <a:pt x="38100" y="0"/>
                </a:cubicBezTo>
                <a:cubicBezTo>
                  <a:pt x="59183" y="0"/>
                  <a:pt x="76200" y="17019"/>
                  <a:pt x="76200" y="38100"/>
                </a:cubicBezTo>
                <a:close/>
                <a:moveTo>
                  <a:pt x="-3439794" y="1485011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79" name="Freeform 1205">
            <a:extLst>
              <a:ext uri="{FF2B5EF4-FFF2-40B4-BE49-F238E27FC236}">
                <a16:creationId xmlns:a16="http://schemas.microsoft.com/office/drawing/2014/main" xmlns="" id="{26FF0080-E362-442E-8B5C-C39E81E16EAE}"/>
              </a:ext>
            </a:extLst>
          </p:cNvPr>
          <p:cNvSpPr/>
          <p:nvPr/>
        </p:nvSpPr>
        <p:spPr>
          <a:xfrm>
            <a:off x="5092687" y="5546676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4"/>
                  <a:pt x="59183" y="76200"/>
                  <a:pt x="38100" y="76200"/>
                </a:cubicBezTo>
                <a:cubicBezTo>
                  <a:pt x="17018" y="76200"/>
                  <a:pt x="0" y="59054"/>
                  <a:pt x="0" y="38100"/>
                </a:cubicBezTo>
                <a:cubicBezTo>
                  <a:pt x="0" y="17017"/>
                  <a:pt x="17018" y="0"/>
                  <a:pt x="38100" y="0"/>
                </a:cubicBezTo>
                <a:cubicBezTo>
                  <a:pt x="59183" y="0"/>
                  <a:pt x="76200" y="17017"/>
                  <a:pt x="76200" y="38100"/>
                </a:cubicBezTo>
                <a:close/>
                <a:moveTo>
                  <a:pt x="-3672967" y="1385950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80" name="Freeform 1206">
            <a:extLst>
              <a:ext uri="{FF2B5EF4-FFF2-40B4-BE49-F238E27FC236}">
                <a16:creationId xmlns:a16="http://schemas.microsoft.com/office/drawing/2014/main" xmlns="" id="{D4950F26-1A8F-45AF-93D0-77FCC6440227}"/>
              </a:ext>
            </a:extLst>
          </p:cNvPr>
          <p:cNvSpPr/>
          <p:nvPr/>
        </p:nvSpPr>
        <p:spPr>
          <a:xfrm>
            <a:off x="5092687" y="5546676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054"/>
                  <a:pt x="59183" y="76200"/>
                  <a:pt x="38100" y="76200"/>
                </a:cubicBezTo>
                <a:cubicBezTo>
                  <a:pt x="17018" y="76200"/>
                  <a:pt x="0" y="59054"/>
                  <a:pt x="0" y="38100"/>
                </a:cubicBezTo>
                <a:cubicBezTo>
                  <a:pt x="0" y="17017"/>
                  <a:pt x="17018" y="0"/>
                  <a:pt x="38100" y="0"/>
                </a:cubicBezTo>
                <a:cubicBezTo>
                  <a:pt x="59183" y="0"/>
                  <a:pt x="76200" y="17017"/>
                  <a:pt x="76200" y="38100"/>
                </a:cubicBezTo>
                <a:close/>
                <a:moveTo>
                  <a:pt x="-3672967" y="1385950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81" name="Freeform 1207">
            <a:extLst>
              <a:ext uri="{FF2B5EF4-FFF2-40B4-BE49-F238E27FC236}">
                <a16:creationId xmlns:a16="http://schemas.microsoft.com/office/drawing/2014/main" xmlns="" id="{DEE667FF-3C71-4299-8F7D-9139B8E48D8D}"/>
              </a:ext>
            </a:extLst>
          </p:cNvPr>
          <p:cNvSpPr/>
          <p:nvPr/>
        </p:nvSpPr>
        <p:spPr>
          <a:xfrm>
            <a:off x="5226729" y="5621314"/>
            <a:ext cx="76160" cy="76097"/>
          </a:xfrm>
          <a:custGeom>
            <a:avLst/>
            <a:gdLst/>
            <a:ahLst/>
            <a:cxnLst/>
            <a:rect l="0" t="0" r="0" b="0"/>
            <a:pathLst>
              <a:path w="76200" h="76137">
                <a:moveTo>
                  <a:pt x="76200" y="38100"/>
                </a:moveTo>
                <a:cubicBezTo>
                  <a:pt x="76200" y="59081"/>
                  <a:pt x="59182" y="76137"/>
                  <a:pt x="38100" y="76137"/>
                </a:cubicBezTo>
                <a:cubicBezTo>
                  <a:pt x="17018" y="76137"/>
                  <a:pt x="0" y="59081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ubicBezTo>
                  <a:pt x="59182" y="0"/>
                  <a:pt x="76200" y="17018"/>
                  <a:pt x="76200" y="38100"/>
                </a:cubicBezTo>
                <a:close/>
                <a:moveTo>
                  <a:pt x="-3881754" y="1311275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82" name="Freeform 1208">
            <a:extLst>
              <a:ext uri="{FF2B5EF4-FFF2-40B4-BE49-F238E27FC236}">
                <a16:creationId xmlns:a16="http://schemas.microsoft.com/office/drawing/2014/main" xmlns="" id="{B2767F8B-0D0D-4B10-99C6-9A579C0C4CEF}"/>
              </a:ext>
            </a:extLst>
          </p:cNvPr>
          <p:cNvSpPr/>
          <p:nvPr/>
        </p:nvSpPr>
        <p:spPr>
          <a:xfrm>
            <a:off x="5226729" y="5621314"/>
            <a:ext cx="76160" cy="76097"/>
          </a:xfrm>
          <a:custGeom>
            <a:avLst/>
            <a:gdLst/>
            <a:ahLst/>
            <a:cxnLst/>
            <a:rect l="0" t="0" r="0" b="0"/>
            <a:pathLst>
              <a:path w="76200" h="76137">
                <a:moveTo>
                  <a:pt x="76200" y="38100"/>
                </a:moveTo>
                <a:cubicBezTo>
                  <a:pt x="76200" y="59081"/>
                  <a:pt x="59182" y="76137"/>
                  <a:pt x="38100" y="76137"/>
                </a:cubicBezTo>
                <a:cubicBezTo>
                  <a:pt x="17018" y="76137"/>
                  <a:pt x="0" y="59081"/>
                  <a:pt x="0" y="38100"/>
                </a:cubicBezTo>
                <a:cubicBezTo>
                  <a:pt x="0" y="17018"/>
                  <a:pt x="17018" y="0"/>
                  <a:pt x="38100" y="0"/>
                </a:cubicBezTo>
                <a:cubicBezTo>
                  <a:pt x="59182" y="0"/>
                  <a:pt x="76200" y="17018"/>
                  <a:pt x="76200" y="38100"/>
                </a:cubicBezTo>
                <a:close/>
                <a:moveTo>
                  <a:pt x="-3881754" y="1311275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83" name="Freeform 1209">
            <a:extLst>
              <a:ext uri="{FF2B5EF4-FFF2-40B4-BE49-F238E27FC236}">
                <a16:creationId xmlns:a16="http://schemas.microsoft.com/office/drawing/2014/main" xmlns="" id="{263F4F52-871B-4E08-9DAE-EDA60B9995C6}"/>
              </a:ext>
            </a:extLst>
          </p:cNvPr>
          <p:cNvSpPr/>
          <p:nvPr/>
        </p:nvSpPr>
        <p:spPr>
          <a:xfrm>
            <a:off x="5360771" y="5717211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4111815" y="1215326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84" name="Freeform 1210">
            <a:extLst>
              <a:ext uri="{FF2B5EF4-FFF2-40B4-BE49-F238E27FC236}">
                <a16:creationId xmlns:a16="http://schemas.microsoft.com/office/drawing/2014/main" xmlns="" id="{E61827C3-3C10-47F2-931F-F8B11A9DA96E}"/>
              </a:ext>
            </a:extLst>
          </p:cNvPr>
          <p:cNvSpPr/>
          <p:nvPr/>
        </p:nvSpPr>
        <p:spPr>
          <a:xfrm>
            <a:off x="5360771" y="5717211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4111815" y="1215326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85" name="Freeform 1211">
            <a:extLst>
              <a:ext uri="{FF2B5EF4-FFF2-40B4-BE49-F238E27FC236}">
                <a16:creationId xmlns:a16="http://schemas.microsoft.com/office/drawing/2014/main" xmlns="" id="{FAC75AC5-5F7E-4924-8FA2-16707816BBB7}"/>
              </a:ext>
            </a:extLst>
          </p:cNvPr>
          <p:cNvSpPr/>
          <p:nvPr/>
        </p:nvSpPr>
        <p:spPr>
          <a:xfrm>
            <a:off x="5496337" y="5686747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1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1" y="0"/>
                  <a:pt x="76200" y="17069"/>
                  <a:pt x="76200" y="38100"/>
                </a:cubicBezTo>
                <a:close/>
                <a:moveTo>
                  <a:pt x="-4216972" y="1245806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86" name="Freeform 1212">
            <a:extLst>
              <a:ext uri="{FF2B5EF4-FFF2-40B4-BE49-F238E27FC236}">
                <a16:creationId xmlns:a16="http://schemas.microsoft.com/office/drawing/2014/main" xmlns="" id="{33A63FCD-A1A9-4775-8CD5-9BCB5B9F8284}"/>
              </a:ext>
            </a:extLst>
          </p:cNvPr>
          <p:cNvSpPr/>
          <p:nvPr/>
        </p:nvSpPr>
        <p:spPr>
          <a:xfrm>
            <a:off x="5496337" y="5686747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1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1" y="0"/>
                  <a:pt x="76200" y="17069"/>
                  <a:pt x="76200" y="38100"/>
                </a:cubicBezTo>
                <a:close/>
                <a:moveTo>
                  <a:pt x="-4216972" y="1245806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87" name="Freeform 1213">
            <a:extLst>
              <a:ext uri="{FF2B5EF4-FFF2-40B4-BE49-F238E27FC236}">
                <a16:creationId xmlns:a16="http://schemas.microsoft.com/office/drawing/2014/main" xmlns="" id="{3A6F177F-19A0-4D31-99C0-37332B6B1584}"/>
              </a:ext>
            </a:extLst>
          </p:cNvPr>
          <p:cNvSpPr/>
          <p:nvPr/>
        </p:nvSpPr>
        <p:spPr>
          <a:xfrm>
            <a:off x="5630380" y="5811650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1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1" y="0"/>
                  <a:pt x="76200" y="17069"/>
                  <a:pt x="76200" y="38100"/>
                </a:cubicBezTo>
                <a:close/>
                <a:moveTo>
                  <a:pt x="-4476052" y="1120838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88" name="Freeform 1214">
            <a:extLst>
              <a:ext uri="{FF2B5EF4-FFF2-40B4-BE49-F238E27FC236}">
                <a16:creationId xmlns:a16="http://schemas.microsoft.com/office/drawing/2014/main" xmlns="" id="{6B46AB1D-BA37-4052-912B-D16C9FE6941C}"/>
              </a:ext>
            </a:extLst>
          </p:cNvPr>
          <p:cNvSpPr/>
          <p:nvPr/>
        </p:nvSpPr>
        <p:spPr>
          <a:xfrm>
            <a:off x="5630380" y="5811650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1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1" y="0"/>
                  <a:pt x="76200" y="17069"/>
                  <a:pt x="76200" y="38100"/>
                </a:cubicBezTo>
                <a:close/>
                <a:moveTo>
                  <a:pt x="-4476052" y="1120838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89" name="Freeform 1215">
            <a:extLst>
              <a:ext uri="{FF2B5EF4-FFF2-40B4-BE49-F238E27FC236}">
                <a16:creationId xmlns:a16="http://schemas.microsoft.com/office/drawing/2014/main" xmlns="" id="{26F27A2F-FA0D-43D4-9654-528D1391D415}"/>
              </a:ext>
            </a:extLst>
          </p:cNvPr>
          <p:cNvSpPr/>
          <p:nvPr/>
        </p:nvSpPr>
        <p:spPr>
          <a:xfrm>
            <a:off x="5764422" y="5864962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4663504" y="1067498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90" name="Freeform 1216">
            <a:extLst>
              <a:ext uri="{FF2B5EF4-FFF2-40B4-BE49-F238E27FC236}">
                <a16:creationId xmlns:a16="http://schemas.microsoft.com/office/drawing/2014/main" xmlns="" id="{70117D80-E4DB-4A84-A971-712E513DA0BA}"/>
              </a:ext>
            </a:extLst>
          </p:cNvPr>
          <p:cNvSpPr/>
          <p:nvPr/>
        </p:nvSpPr>
        <p:spPr>
          <a:xfrm>
            <a:off x="5764422" y="5864962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4663504" y="1067498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91" name="Freeform 1217">
            <a:extLst>
              <a:ext uri="{FF2B5EF4-FFF2-40B4-BE49-F238E27FC236}">
                <a16:creationId xmlns:a16="http://schemas.microsoft.com/office/drawing/2014/main" xmlns="" id="{BABF3BC8-F05E-443D-8496-F6F45AA83B29}"/>
              </a:ext>
            </a:extLst>
          </p:cNvPr>
          <p:cNvSpPr/>
          <p:nvPr/>
        </p:nvSpPr>
        <p:spPr>
          <a:xfrm>
            <a:off x="5898464" y="5956355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4889056" y="976058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92" name="Freeform 1218">
            <a:extLst>
              <a:ext uri="{FF2B5EF4-FFF2-40B4-BE49-F238E27FC236}">
                <a16:creationId xmlns:a16="http://schemas.microsoft.com/office/drawing/2014/main" xmlns="" id="{CA89A706-EABD-4C4A-8AB5-5DE5BDE2C39F}"/>
              </a:ext>
            </a:extLst>
          </p:cNvPr>
          <p:cNvSpPr/>
          <p:nvPr/>
        </p:nvSpPr>
        <p:spPr>
          <a:xfrm>
            <a:off x="5898464" y="5956355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4889056" y="976058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93" name="Freeform 1219">
            <a:extLst>
              <a:ext uri="{FF2B5EF4-FFF2-40B4-BE49-F238E27FC236}">
                <a16:creationId xmlns:a16="http://schemas.microsoft.com/office/drawing/2014/main" xmlns="" id="{BD60A36C-2257-46CC-A029-50C16BF01F10}"/>
              </a:ext>
            </a:extLst>
          </p:cNvPr>
          <p:cNvSpPr/>
          <p:nvPr/>
        </p:nvSpPr>
        <p:spPr>
          <a:xfrm>
            <a:off x="6032506" y="5976157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5042980" y="956246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94" name="Freeform 1220">
            <a:extLst>
              <a:ext uri="{FF2B5EF4-FFF2-40B4-BE49-F238E27FC236}">
                <a16:creationId xmlns:a16="http://schemas.microsoft.com/office/drawing/2014/main" xmlns="" id="{94B13592-91E7-4B21-A70F-E3A2ADA8B679}"/>
              </a:ext>
            </a:extLst>
          </p:cNvPr>
          <p:cNvSpPr/>
          <p:nvPr/>
        </p:nvSpPr>
        <p:spPr>
          <a:xfrm>
            <a:off x="6032506" y="5976157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8" y="76200"/>
                  <a:pt x="0" y="59144"/>
                  <a:pt x="0" y="38100"/>
                </a:cubicBezTo>
                <a:cubicBezTo>
                  <a:pt x="0" y="17069"/>
                  <a:pt x="17018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5042980" y="956246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95" name="Freeform 1221">
            <a:extLst>
              <a:ext uri="{FF2B5EF4-FFF2-40B4-BE49-F238E27FC236}">
                <a16:creationId xmlns:a16="http://schemas.microsoft.com/office/drawing/2014/main" xmlns="" id="{0049F50A-48EF-42E3-B708-D6D24AAD9067}"/>
              </a:ext>
            </a:extLst>
          </p:cNvPr>
          <p:cNvSpPr/>
          <p:nvPr/>
        </p:nvSpPr>
        <p:spPr>
          <a:xfrm>
            <a:off x="6166548" y="6005097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7" y="76200"/>
                  <a:pt x="0" y="59144"/>
                  <a:pt x="0" y="38100"/>
                </a:cubicBezTo>
                <a:cubicBezTo>
                  <a:pt x="0" y="17069"/>
                  <a:pt x="17017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5206048" y="927290"/>
                </a:moveTo>
              </a:path>
            </a:pathLst>
          </a:custGeom>
          <a:solidFill>
            <a:srgbClr val="C00000">
              <a:alpha val="100000"/>
            </a:srgbClr>
          </a:solidFill>
          <a:ln w="9525" cap="flat" cmpd="sng" algn="ctr">
            <a:noFill/>
            <a:prstDash val="solid"/>
          </a:ln>
          <a:effectLst/>
        </p:spPr>
      </p:sp>
      <p:sp>
        <p:nvSpPr>
          <p:cNvPr id="96" name="Freeform 1222">
            <a:extLst>
              <a:ext uri="{FF2B5EF4-FFF2-40B4-BE49-F238E27FC236}">
                <a16:creationId xmlns:a16="http://schemas.microsoft.com/office/drawing/2014/main" xmlns="" id="{B5DDBC88-76F6-4E2D-9D3F-6F6967850634}"/>
              </a:ext>
            </a:extLst>
          </p:cNvPr>
          <p:cNvSpPr/>
          <p:nvPr/>
        </p:nvSpPr>
        <p:spPr>
          <a:xfrm>
            <a:off x="6166548" y="6005097"/>
            <a:ext cx="76160" cy="7616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38100"/>
                </a:moveTo>
                <a:cubicBezTo>
                  <a:pt x="76200" y="59144"/>
                  <a:pt x="59182" y="76200"/>
                  <a:pt x="38100" y="76200"/>
                </a:cubicBezTo>
                <a:cubicBezTo>
                  <a:pt x="17017" y="76200"/>
                  <a:pt x="0" y="59144"/>
                  <a:pt x="0" y="38100"/>
                </a:cubicBezTo>
                <a:cubicBezTo>
                  <a:pt x="0" y="17069"/>
                  <a:pt x="17017" y="0"/>
                  <a:pt x="38100" y="0"/>
                </a:cubicBezTo>
                <a:cubicBezTo>
                  <a:pt x="59182" y="0"/>
                  <a:pt x="76200" y="17069"/>
                  <a:pt x="76200" y="38100"/>
                </a:cubicBezTo>
                <a:close/>
                <a:moveTo>
                  <a:pt x="-5206048" y="927290"/>
                </a:moveTo>
              </a:path>
            </a:pathLst>
          </a:custGeom>
          <a:noFill/>
          <a:ln w="9525" cap="flat" cmpd="sng" algn="ctr">
            <a:solidFill>
              <a:srgbClr val="6E6E6E">
                <a:alpha val="100000"/>
              </a:srgbClr>
            </a:solidFill>
            <a:prstDash val="solid"/>
            <a:round/>
          </a:ln>
          <a:effectLst/>
        </p:spPr>
      </p:sp>
      <p:sp>
        <p:nvSpPr>
          <p:cNvPr id="97" name="Freeform 1223">
            <a:extLst>
              <a:ext uri="{FF2B5EF4-FFF2-40B4-BE49-F238E27FC236}">
                <a16:creationId xmlns:a16="http://schemas.microsoft.com/office/drawing/2014/main" xmlns="" id="{CDF0824D-5206-4174-8EAE-DFF1C1504AB6}"/>
              </a:ext>
            </a:extLst>
          </p:cNvPr>
          <p:cNvSpPr/>
          <p:nvPr/>
        </p:nvSpPr>
        <p:spPr>
          <a:xfrm>
            <a:off x="3151360" y="4155101"/>
            <a:ext cx="3311451" cy="2651902"/>
          </a:xfrm>
          <a:custGeom>
            <a:avLst/>
            <a:gdLst/>
            <a:ahLst/>
            <a:cxnLst/>
            <a:rect l="0" t="0" r="0" b="0"/>
            <a:pathLst>
              <a:path w="3313176" h="2653283">
                <a:moveTo>
                  <a:pt x="0" y="2653283"/>
                </a:moveTo>
                <a:lnTo>
                  <a:pt x="3313176" y="2653283"/>
                </a:lnTo>
                <a:lnTo>
                  <a:pt x="3313176" y="0"/>
                </a:lnTo>
                <a:lnTo>
                  <a:pt x="0" y="0"/>
                </a:lnTo>
                <a:lnTo>
                  <a:pt x="0" y="2653283"/>
                </a:lnTo>
                <a:close/>
              </a:path>
            </a:pathLst>
          </a:custGeom>
          <a:noFill/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</a:ln>
          <a:effectLst/>
        </p:spPr>
      </p:sp>
      <p:pic>
        <p:nvPicPr>
          <p:cNvPr id="98" name="Picture 1224">
            <a:extLst>
              <a:ext uri="{FF2B5EF4-FFF2-40B4-BE49-F238E27FC236}">
                <a16:creationId xmlns:a16="http://schemas.microsoft.com/office/drawing/2014/main" xmlns="" id="{C2A062EE-C531-427F-AE60-3341F8F17406}"/>
              </a:ext>
            </a:extLst>
          </p:cNvPr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380127" y="4618365"/>
            <a:ext cx="2939916" cy="133243"/>
          </a:xfrm>
          <a:prstGeom prst="rect">
            <a:avLst/>
          </a:prstGeom>
          <a:noFill/>
        </p:spPr>
      </p:pic>
      <p:pic>
        <p:nvPicPr>
          <p:cNvPr id="99" name="Picture 1225">
            <a:extLst>
              <a:ext uri="{FF2B5EF4-FFF2-40B4-BE49-F238E27FC236}">
                <a16:creationId xmlns:a16="http://schemas.microsoft.com/office/drawing/2014/main" xmlns="" id="{2931AE7D-40C7-426C-A8A6-81907DDEAE10}"/>
              </a:ext>
            </a:extLst>
          </p:cNvPr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2881498" y="5504187"/>
            <a:ext cx="1111559" cy="303885"/>
          </a:xfrm>
          <a:prstGeom prst="rect">
            <a:avLst/>
          </a:prstGeom>
          <a:noFill/>
        </p:spPr>
      </p:pic>
      <p:pic>
        <p:nvPicPr>
          <p:cNvPr id="100" name="Picture 1226">
            <a:extLst>
              <a:ext uri="{FF2B5EF4-FFF2-40B4-BE49-F238E27FC236}">
                <a16:creationId xmlns:a16="http://schemas.microsoft.com/office/drawing/2014/main" xmlns="" id="{DC21E94B-3582-456A-891A-A4621F44DEA4}"/>
              </a:ext>
            </a:extLst>
          </p:cNvPr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4871696" y="4193561"/>
            <a:ext cx="1221923" cy="1063578"/>
          </a:xfrm>
          <a:prstGeom prst="rect">
            <a:avLst/>
          </a:prstGeom>
          <a:noFill/>
        </p:spPr>
      </p:pic>
      <p:pic>
        <p:nvPicPr>
          <p:cNvPr id="101" name="Picture 1227">
            <a:extLst>
              <a:ext uri="{FF2B5EF4-FFF2-40B4-BE49-F238E27FC236}">
                <a16:creationId xmlns:a16="http://schemas.microsoft.com/office/drawing/2014/main" xmlns="" id="{8CD395E5-F7EC-47C1-8CB0-275C0BE5EE5F}"/>
              </a:ext>
            </a:extLst>
          </p:cNvPr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4728134" y="4349816"/>
            <a:ext cx="875209" cy="730250"/>
          </a:xfrm>
          <a:prstGeom prst="rect">
            <a:avLst/>
          </a:prstGeom>
          <a:noFill/>
        </p:spPr>
      </p:pic>
      <p:pic>
        <p:nvPicPr>
          <p:cNvPr id="102" name="Picture 1228">
            <a:extLst>
              <a:ext uri="{FF2B5EF4-FFF2-40B4-BE49-F238E27FC236}">
                <a16:creationId xmlns:a16="http://schemas.microsoft.com/office/drawing/2014/main" xmlns="" id="{74404DAB-950F-4B0D-8BC2-058AF4A073C4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4434408" y="5293697"/>
            <a:ext cx="1271496" cy="894922"/>
          </a:xfrm>
          <a:prstGeom prst="rect">
            <a:avLst/>
          </a:prstGeom>
          <a:noFill/>
        </p:spPr>
      </p:pic>
      <p:pic>
        <p:nvPicPr>
          <p:cNvPr id="103" name="Picture 1229">
            <a:extLst>
              <a:ext uri="{FF2B5EF4-FFF2-40B4-BE49-F238E27FC236}">
                <a16:creationId xmlns:a16="http://schemas.microsoft.com/office/drawing/2014/main" xmlns="" id="{9FEF6C77-46E5-4395-A1C0-A94F2D40C0DF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4306967" y="5462520"/>
            <a:ext cx="928840" cy="646270"/>
          </a:xfrm>
          <a:prstGeom prst="rect">
            <a:avLst/>
          </a:prstGeom>
          <a:noFill/>
        </p:spPr>
      </p:pic>
      <p:sp>
        <p:nvSpPr>
          <p:cNvPr id="104" name="Rectangle 1238">
            <a:extLst>
              <a:ext uri="{FF2B5EF4-FFF2-40B4-BE49-F238E27FC236}">
                <a16:creationId xmlns:a16="http://schemas.microsoft.com/office/drawing/2014/main" xmlns="" id="{E90D7D5A-4ED8-43AD-AC04-61D9AF9E9F79}"/>
              </a:ext>
            </a:extLst>
          </p:cNvPr>
          <p:cNvSpPr/>
          <p:nvPr/>
        </p:nvSpPr>
        <p:spPr>
          <a:xfrm>
            <a:off x="1790503" y="1462106"/>
            <a:ext cx="1272121" cy="57466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1402" kern="0" dirty="0">
                <a:solidFill>
                  <a:srgbClr val="646464"/>
                </a:solidFill>
                <a:latin typeface="Arial"/>
              </a:rPr>
              <a:t>Standing </a:t>
            </a:r>
          </a:p>
          <a:p>
            <a:pPr defTabSz="913943">
              <a:lnSpc>
                <a:spcPts val="1426"/>
              </a:lnSpc>
            </a:pPr>
            <a:r>
              <a:rPr lang="en-US" sz="1402" kern="0" dirty="0">
                <a:solidFill>
                  <a:srgbClr val="646464"/>
                </a:solidFill>
                <a:latin typeface="Arial"/>
              </a:rPr>
              <a:t>crop/vegetation </a:t>
            </a:r>
          </a:p>
          <a:p>
            <a:pPr defTabSz="913943">
              <a:lnSpc>
                <a:spcPts val="1426"/>
              </a:lnSpc>
            </a:pPr>
            <a:r>
              <a:rPr lang="en-US" sz="1402" kern="0" dirty="0">
                <a:solidFill>
                  <a:srgbClr val="646464"/>
                </a:solidFill>
                <a:latin typeface="Arial"/>
              </a:rPr>
              <a:t>in Dec 2022</a:t>
            </a:r>
          </a:p>
        </p:txBody>
      </p:sp>
      <p:sp>
        <p:nvSpPr>
          <p:cNvPr id="105" name="Rectangle 1239">
            <a:extLst>
              <a:ext uri="{FF2B5EF4-FFF2-40B4-BE49-F238E27FC236}">
                <a16:creationId xmlns:a16="http://schemas.microsoft.com/office/drawing/2014/main" xmlns="" id="{40DF92F4-4C11-43F6-B324-AC9A88C210BE}"/>
              </a:ext>
            </a:extLst>
          </p:cNvPr>
          <p:cNvSpPr/>
          <p:nvPr/>
        </p:nvSpPr>
        <p:spPr>
          <a:xfrm>
            <a:off x="4274217" y="1549198"/>
            <a:ext cx="929258" cy="4921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1199" kern="0" dirty="0">
                <a:solidFill>
                  <a:srgbClr val="646464"/>
                </a:solidFill>
                <a:latin typeface="Arial"/>
              </a:rPr>
              <a:t>Land surface </a:t>
            </a:r>
          </a:p>
          <a:p>
            <a:pPr defTabSz="913943">
              <a:lnSpc>
                <a:spcPts val="1223"/>
              </a:lnSpc>
            </a:pPr>
            <a:r>
              <a:rPr lang="en-US" sz="1201" kern="0" dirty="0">
                <a:solidFill>
                  <a:srgbClr val="646464"/>
                </a:solidFill>
                <a:latin typeface="Arial"/>
              </a:rPr>
              <a:t>temperature </a:t>
            </a:r>
          </a:p>
          <a:p>
            <a:pPr defTabSz="913943">
              <a:lnSpc>
                <a:spcPts val="1224"/>
              </a:lnSpc>
            </a:pPr>
            <a:r>
              <a:rPr lang="en-US" sz="1199" kern="0" dirty="0">
                <a:solidFill>
                  <a:srgbClr val="646464"/>
                </a:solidFill>
                <a:latin typeface="Arial"/>
              </a:rPr>
              <a:t>Dec 2022</a:t>
            </a:r>
          </a:p>
        </p:txBody>
      </p:sp>
      <p:sp>
        <p:nvSpPr>
          <p:cNvPr id="106" name="Rectangle 1240">
            <a:extLst>
              <a:ext uri="{FF2B5EF4-FFF2-40B4-BE49-F238E27FC236}">
                <a16:creationId xmlns:a16="http://schemas.microsoft.com/office/drawing/2014/main" xmlns="" id="{33EA5A2D-0FCB-4C48-9BE4-476DB25E3884}"/>
              </a:ext>
            </a:extLst>
          </p:cNvPr>
          <p:cNvSpPr/>
          <p:nvPr/>
        </p:nvSpPr>
        <p:spPr>
          <a:xfrm>
            <a:off x="4437201" y="3673146"/>
            <a:ext cx="306015" cy="1993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1295" kern="0" dirty="0">
                <a:solidFill>
                  <a:srgbClr val="000000"/>
                </a:solidFill>
                <a:latin typeface="Arial"/>
              </a:rPr>
              <a:t>Low</a:t>
            </a:r>
          </a:p>
        </p:txBody>
      </p:sp>
      <p:sp>
        <p:nvSpPr>
          <p:cNvPr id="107" name="Rectangle 1241">
            <a:extLst>
              <a:ext uri="{FF2B5EF4-FFF2-40B4-BE49-F238E27FC236}">
                <a16:creationId xmlns:a16="http://schemas.microsoft.com/office/drawing/2014/main" xmlns="" id="{8AB65C8F-2053-4B55-A37A-AB182601A8BC}"/>
              </a:ext>
            </a:extLst>
          </p:cNvPr>
          <p:cNvSpPr/>
          <p:nvPr/>
        </p:nvSpPr>
        <p:spPr>
          <a:xfrm>
            <a:off x="4488738" y="3119103"/>
            <a:ext cx="368499" cy="21578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1402" kern="0" dirty="0">
                <a:solidFill>
                  <a:srgbClr val="000000"/>
                </a:solidFill>
                <a:latin typeface="Arial"/>
              </a:rPr>
              <a:t>High</a:t>
            </a:r>
          </a:p>
        </p:txBody>
      </p:sp>
      <p:sp>
        <p:nvSpPr>
          <p:cNvPr id="108" name="Rectangle 1242">
            <a:extLst>
              <a:ext uri="{FF2B5EF4-FFF2-40B4-BE49-F238E27FC236}">
                <a16:creationId xmlns:a16="http://schemas.microsoft.com/office/drawing/2014/main" xmlns="" id="{287AC417-675F-46B1-B04F-FCA0E4CF41C9}"/>
              </a:ext>
            </a:extLst>
          </p:cNvPr>
          <p:cNvSpPr/>
          <p:nvPr/>
        </p:nvSpPr>
        <p:spPr>
          <a:xfrm>
            <a:off x="3562371" y="6154157"/>
            <a:ext cx="64087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9" name="Rectangle 1243">
            <a:extLst>
              <a:ext uri="{FF2B5EF4-FFF2-40B4-BE49-F238E27FC236}">
                <a16:creationId xmlns:a16="http://schemas.microsoft.com/office/drawing/2014/main" xmlns="" id="{65FED947-6301-485A-BBCD-091117283036}"/>
              </a:ext>
            </a:extLst>
          </p:cNvPr>
          <p:cNvSpPr/>
          <p:nvPr/>
        </p:nvSpPr>
        <p:spPr>
          <a:xfrm>
            <a:off x="3466918" y="5913490"/>
            <a:ext cx="160217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10" name="Rectangle 1244">
            <a:extLst>
              <a:ext uri="{FF2B5EF4-FFF2-40B4-BE49-F238E27FC236}">
                <a16:creationId xmlns:a16="http://schemas.microsoft.com/office/drawing/2014/main" xmlns="" id="{DC286DEC-042B-4728-BEC9-F0B4B1197341}"/>
              </a:ext>
            </a:extLst>
          </p:cNvPr>
          <p:cNvSpPr/>
          <p:nvPr/>
        </p:nvSpPr>
        <p:spPr>
          <a:xfrm>
            <a:off x="3466918" y="5672519"/>
            <a:ext cx="160217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11" name="Rectangle 1245">
            <a:extLst>
              <a:ext uri="{FF2B5EF4-FFF2-40B4-BE49-F238E27FC236}">
                <a16:creationId xmlns:a16="http://schemas.microsoft.com/office/drawing/2014/main" xmlns="" id="{0C6585D7-81B1-44B2-8204-5FF235AD4EA9}"/>
              </a:ext>
            </a:extLst>
          </p:cNvPr>
          <p:cNvSpPr/>
          <p:nvPr/>
        </p:nvSpPr>
        <p:spPr>
          <a:xfrm>
            <a:off x="3466918" y="5431903"/>
            <a:ext cx="160217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12" name="Rectangle 1246">
            <a:extLst>
              <a:ext uri="{FF2B5EF4-FFF2-40B4-BE49-F238E27FC236}">
                <a16:creationId xmlns:a16="http://schemas.microsoft.com/office/drawing/2014/main" xmlns="" id="{66A93923-6FF5-4CD7-83C0-2F163DC2F292}"/>
              </a:ext>
            </a:extLst>
          </p:cNvPr>
          <p:cNvSpPr/>
          <p:nvPr/>
        </p:nvSpPr>
        <p:spPr>
          <a:xfrm>
            <a:off x="3466918" y="5190856"/>
            <a:ext cx="160217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13" name="Rectangle 1247">
            <a:extLst>
              <a:ext uri="{FF2B5EF4-FFF2-40B4-BE49-F238E27FC236}">
                <a16:creationId xmlns:a16="http://schemas.microsoft.com/office/drawing/2014/main" xmlns="" id="{911F1B93-7D08-46C0-81C0-B20F9E448DEA}"/>
              </a:ext>
            </a:extLst>
          </p:cNvPr>
          <p:cNvSpPr/>
          <p:nvPr/>
        </p:nvSpPr>
        <p:spPr>
          <a:xfrm>
            <a:off x="3466918" y="4949935"/>
            <a:ext cx="160217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14" name="Rectangle 1248">
            <a:extLst>
              <a:ext uri="{FF2B5EF4-FFF2-40B4-BE49-F238E27FC236}">
                <a16:creationId xmlns:a16="http://schemas.microsoft.com/office/drawing/2014/main" xmlns="" id="{23AE57E0-ED32-46C4-94BB-91BDCF193976}"/>
              </a:ext>
            </a:extLst>
          </p:cNvPr>
          <p:cNvSpPr/>
          <p:nvPr/>
        </p:nvSpPr>
        <p:spPr>
          <a:xfrm>
            <a:off x="3466918" y="4709269"/>
            <a:ext cx="160217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15" name="Rectangle 1249">
            <a:extLst>
              <a:ext uri="{FF2B5EF4-FFF2-40B4-BE49-F238E27FC236}">
                <a16:creationId xmlns:a16="http://schemas.microsoft.com/office/drawing/2014/main" xmlns="" id="{06E308DC-7A3E-4840-9750-01940B72A601}"/>
              </a:ext>
            </a:extLst>
          </p:cNvPr>
          <p:cNvSpPr/>
          <p:nvPr/>
        </p:nvSpPr>
        <p:spPr>
          <a:xfrm>
            <a:off x="3466918" y="4468221"/>
            <a:ext cx="160217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116" name="Rectangle 1250">
            <a:extLst>
              <a:ext uri="{FF2B5EF4-FFF2-40B4-BE49-F238E27FC236}">
                <a16:creationId xmlns:a16="http://schemas.microsoft.com/office/drawing/2014/main" xmlns="" id="{FCB89A63-D046-4085-BA7A-6BCC5FD3F1C4}"/>
              </a:ext>
            </a:extLst>
          </p:cNvPr>
          <p:cNvSpPr/>
          <p:nvPr/>
        </p:nvSpPr>
        <p:spPr>
          <a:xfrm>
            <a:off x="3466918" y="4227555"/>
            <a:ext cx="160217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17" name="Rectangle 1251">
            <a:extLst>
              <a:ext uri="{FF2B5EF4-FFF2-40B4-BE49-F238E27FC236}">
                <a16:creationId xmlns:a16="http://schemas.microsoft.com/office/drawing/2014/main" xmlns="" id="{1F427452-2C0A-4B85-9A18-7EF1E4690B59}"/>
              </a:ext>
            </a:extLst>
          </p:cNvPr>
          <p:cNvSpPr/>
          <p:nvPr/>
        </p:nvSpPr>
        <p:spPr>
          <a:xfrm rot="-5400000">
            <a:off x="3823889" y="6193387"/>
            <a:ext cx="311533" cy="55561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nov14</a:t>
            </a:r>
          </a:p>
          <a:p>
            <a:pPr defTabSz="913943">
              <a:lnSpc>
                <a:spcPts val="1056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nov15</a:t>
            </a:r>
          </a:p>
          <a:p>
            <a:pPr defTabSz="913943">
              <a:lnSpc>
                <a:spcPts val="1055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nov26</a:t>
            </a:r>
          </a:p>
          <a:p>
            <a:pPr defTabSz="913943">
              <a:lnSpc>
                <a:spcPts val="1057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dec10</a:t>
            </a:r>
          </a:p>
        </p:txBody>
      </p:sp>
      <p:sp>
        <p:nvSpPr>
          <p:cNvPr id="118" name="Rectangle 1252">
            <a:extLst>
              <a:ext uri="{FF2B5EF4-FFF2-40B4-BE49-F238E27FC236}">
                <a16:creationId xmlns:a16="http://schemas.microsoft.com/office/drawing/2014/main" xmlns="" id="{91EF35F0-05D1-476F-81FB-B75ACFD494DB}"/>
              </a:ext>
            </a:extLst>
          </p:cNvPr>
          <p:cNvSpPr/>
          <p:nvPr/>
        </p:nvSpPr>
        <p:spPr>
          <a:xfrm rot="-5400000">
            <a:off x="4640474" y="5900350"/>
            <a:ext cx="288391" cy="111632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6093"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jan25</a:t>
            </a:r>
          </a:p>
          <a:p>
            <a:pPr marL="6093" defTabSz="913943">
              <a:lnSpc>
                <a:spcPts val="1055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jan29</a:t>
            </a:r>
          </a:p>
          <a:p>
            <a:pPr defTabSz="913943">
              <a:lnSpc>
                <a:spcPts val="1057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feb01</a:t>
            </a:r>
          </a:p>
          <a:p>
            <a:pPr defTabSz="913943">
              <a:lnSpc>
                <a:spcPts val="1055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feb03</a:t>
            </a:r>
          </a:p>
          <a:p>
            <a:pPr defTabSz="913943">
              <a:lnSpc>
                <a:spcPts val="1057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feb12</a:t>
            </a:r>
          </a:p>
          <a:p>
            <a:pPr defTabSz="913943">
              <a:lnSpc>
                <a:spcPts val="1054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feb17</a:t>
            </a:r>
          </a:p>
          <a:p>
            <a:pPr defTabSz="913943">
              <a:lnSpc>
                <a:spcPts val="1055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feb24</a:t>
            </a:r>
          </a:p>
          <a:p>
            <a:pPr defTabSz="913943">
              <a:lnSpc>
                <a:spcPts val="1057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feb27</a:t>
            </a:r>
          </a:p>
        </p:txBody>
      </p:sp>
      <p:sp>
        <p:nvSpPr>
          <p:cNvPr id="119" name="Rectangle 1253">
            <a:extLst>
              <a:ext uri="{FF2B5EF4-FFF2-40B4-BE49-F238E27FC236}">
                <a16:creationId xmlns:a16="http://schemas.microsoft.com/office/drawing/2014/main" xmlns="" id="{2473DFD3-F748-4E80-BDE3-C291186E0706}"/>
              </a:ext>
            </a:extLst>
          </p:cNvPr>
          <p:cNvSpPr/>
          <p:nvPr/>
        </p:nvSpPr>
        <p:spPr>
          <a:xfrm rot="-5400000">
            <a:off x="5627326" y="5989905"/>
            <a:ext cx="326843" cy="97533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kern="0" dirty="0">
                <a:solidFill>
                  <a:srgbClr val="000000"/>
                </a:solidFill>
                <a:latin typeface="Arial"/>
              </a:rPr>
              <a:t>mar01</a:t>
            </a:r>
          </a:p>
          <a:p>
            <a:pPr defTabSz="913943">
              <a:lnSpc>
                <a:spcPts val="1056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mar06</a:t>
            </a:r>
          </a:p>
          <a:p>
            <a:pPr defTabSz="913943">
              <a:lnSpc>
                <a:spcPts val="1055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mar14</a:t>
            </a:r>
          </a:p>
          <a:p>
            <a:pPr defTabSz="913943">
              <a:lnSpc>
                <a:spcPts val="1054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mar23</a:t>
            </a:r>
          </a:p>
          <a:p>
            <a:pPr defTabSz="913943">
              <a:lnSpc>
                <a:spcPts val="1057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mar25</a:t>
            </a:r>
          </a:p>
          <a:p>
            <a:pPr defTabSz="913943">
              <a:lnSpc>
                <a:spcPts val="1055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mar29</a:t>
            </a:r>
          </a:p>
          <a:p>
            <a:pPr defTabSz="913943">
              <a:lnSpc>
                <a:spcPts val="1055"/>
              </a:lnSpc>
            </a:pPr>
            <a:r>
              <a:rPr lang="en-US" sz="900" kern="0" dirty="0">
                <a:solidFill>
                  <a:srgbClr val="000000"/>
                </a:solidFill>
                <a:latin typeface="Arial"/>
              </a:rPr>
              <a:t>mar30</a:t>
            </a:r>
          </a:p>
        </p:txBody>
      </p:sp>
      <p:sp>
        <p:nvSpPr>
          <p:cNvPr id="120" name="Rectangle 1254">
            <a:extLst>
              <a:ext uri="{FF2B5EF4-FFF2-40B4-BE49-F238E27FC236}">
                <a16:creationId xmlns:a16="http://schemas.microsoft.com/office/drawing/2014/main" xmlns="" id="{3E8825E1-4298-467E-B709-36424CDC8FD9}"/>
              </a:ext>
            </a:extLst>
          </p:cNvPr>
          <p:cNvSpPr/>
          <p:nvPr/>
        </p:nvSpPr>
        <p:spPr>
          <a:xfrm rot="-5400000">
            <a:off x="3213991" y="5214550"/>
            <a:ext cx="275573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b="1" kern="0" dirty="0">
                <a:solidFill>
                  <a:srgbClr val="000000"/>
                </a:solidFill>
                <a:latin typeface="Arial"/>
              </a:rPr>
              <a:t>NDVI</a:t>
            </a:r>
          </a:p>
        </p:txBody>
      </p:sp>
      <p:sp>
        <p:nvSpPr>
          <p:cNvPr id="121" name="Rectangle 1255">
            <a:extLst>
              <a:ext uri="{FF2B5EF4-FFF2-40B4-BE49-F238E27FC236}">
                <a16:creationId xmlns:a16="http://schemas.microsoft.com/office/drawing/2014/main" xmlns="" id="{F399D288-4EDC-4F35-8D27-80890FB4DBBD}"/>
              </a:ext>
            </a:extLst>
          </p:cNvPr>
          <p:cNvSpPr/>
          <p:nvPr/>
        </p:nvSpPr>
        <p:spPr>
          <a:xfrm>
            <a:off x="4654513" y="6636100"/>
            <a:ext cx="692137" cy="1384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913943"/>
            <a:r>
              <a:rPr lang="en-US" sz="900" b="1" kern="0" dirty="0">
                <a:solidFill>
                  <a:srgbClr val="000000"/>
                </a:solidFill>
                <a:latin typeface="Arial"/>
              </a:rPr>
              <a:t>Date of Pass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xmlns="" id="{6E9DE464-CC07-4B75-8B41-22705069CFDC}"/>
              </a:ext>
            </a:extLst>
          </p:cNvPr>
          <p:cNvSpPr txBox="1"/>
          <p:nvPr/>
        </p:nvSpPr>
        <p:spPr>
          <a:xfrm>
            <a:off x="944769" y="958848"/>
            <a:ext cx="6092827" cy="36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3943"/>
            <a:r>
              <a:rPr lang="en-US" sz="1799" b="1" kern="0" dirty="0">
                <a:solidFill>
                  <a:srgbClr val="FFE600"/>
                </a:solidFill>
                <a:latin typeface="Arial"/>
              </a:rPr>
              <a:t>(ONE NATION ONE GEO-SPATIAL DSS)</a:t>
            </a:r>
            <a:endParaRPr lang="en-GB" sz="179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CF0997-DD48-524F-5EDD-ADBE483DF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802" y="101926"/>
            <a:ext cx="5409088" cy="8926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0"/>
                <a:solidFill>
                  <a:srgbClr val="2DB757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EYInterstate Light"/>
                <a:ea typeface="+mn-ea"/>
                <a:cs typeface="+mn-cs"/>
              </a:rPr>
              <a:t>Krishi-</a:t>
            </a:r>
            <a:r>
              <a:rPr kumimoji="0" lang="en-US" sz="4000" b="1" i="0" u="none" strike="noStrike" kern="1200" cap="none" spc="0" normalizeH="0" baseline="0" noProof="0" dirty="0">
                <a:ln w="0"/>
                <a:solidFill>
                  <a:srgbClr val="188CE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EYInterstate Light"/>
                <a:ea typeface="+mn-ea"/>
                <a:cs typeface="+mn-cs"/>
              </a:rPr>
              <a:t>DSS</a:t>
            </a:r>
          </a:p>
          <a:p>
            <a:pPr algn="ctr">
              <a:defRPr/>
            </a:pPr>
            <a:r>
              <a:rPr kumimoji="0" lang="en-US" sz="1400" b="1" i="0" u="none" strike="noStrike" kern="1200" cap="none" spc="0" normalizeH="0" baseline="0" noProof="0" dirty="0">
                <a:ln w="0"/>
                <a:solidFill>
                  <a:srgbClr val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EYInterstate Light"/>
                <a:ea typeface="+mn-ea"/>
                <a:cs typeface="+mn-cs"/>
              </a:rPr>
              <a:t>Geospatial Decision Support System</a:t>
            </a:r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xmlns="" id="{92340E08-1D38-8444-2607-90AA1B1D274C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/>
              </a:ext>
              <a:ext uri="{837473B0-CC2E-450A-ABE3-18F120FF3D39}">
                <a1611:picAttrSrcUrl xmlns:a1611="http://schemas.microsoft.com/office/drawing/2016/11/main" xmlns="" r:id="rId16"/>
              </a:ext>
            </a:extLst>
          </a:blip>
          <a:stretch>
            <a:fillRect/>
          </a:stretch>
        </p:blipFill>
        <p:spPr>
          <a:xfrm flipH="1">
            <a:off x="6732993" y="-27515"/>
            <a:ext cx="859897" cy="75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46283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519DB570-5E8E-4CC6-BCFE-D966C99EBA78}"/>
              </a:ext>
            </a:extLst>
          </p:cNvPr>
          <p:cNvSpPr txBox="1">
            <a:spLocks/>
          </p:cNvSpPr>
          <p:nvPr/>
        </p:nvSpPr>
        <p:spPr>
          <a:xfrm>
            <a:off x="625858" y="217401"/>
            <a:ext cx="10972800" cy="578624"/>
          </a:xfrm>
          <a:prstGeom prst="rect">
            <a:avLst/>
          </a:prstGeom>
        </p:spPr>
        <p:txBody>
          <a:bodyPr lIns="0" tIns="0" rIns="0" bIns="0" anchor="t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Enabling solutions across the agriculture value chain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xmlns="" id="{89F9253E-2A63-4F03-8EA6-1E47FD17E0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8538" y="5310149"/>
            <a:ext cx="3449216" cy="1379686"/>
          </a:xfrm>
          <a:prstGeom prst="rect">
            <a:avLst/>
          </a:prstGeom>
        </p:spPr>
      </p:pic>
      <p:pic>
        <p:nvPicPr>
          <p:cNvPr id="6" name="Picture 8" descr="Control Room Vector Art, Icons, and Graphics for Free Download">
            <a:extLst>
              <a:ext uri="{FF2B5EF4-FFF2-40B4-BE49-F238E27FC236}">
                <a16:creationId xmlns:a16="http://schemas.microsoft.com/office/drawing/2014/main" xmlns="" id="{5E49682C-37E4-4E6D-99C6-CA88FB0423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8262"/>
          <a:stretch/>
        </p:blipFill>
        <p:spPr bwMode="auto">
          <a:xfrm>
            <a:off x="8594647" y="4318498"/>
            <a:ext cx="2913074" cy="208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9B46E72-9E57-4280-B16A-A38F7205A0EA}"/>
              </a:ext>
            </a:extLst>
          </p:cNvPr>
          <p:cNvSpPr/>
          <p:nvPr/>
        </p:nvSpPr>
        <p:spPr>
          <a:xfrm>
            <a:off x="4416496" y="5182017"/>
            <a:ext cx="3509038" cy="116955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srgbClr val="2DB757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EYInterstate Light"/>
                <a:ea typeface="+mn-ea"/>
                <a:cs typeface="+mn-cs"/>
              </a:rPr>
              <a:t>Krishi-</a:t>
            </a: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srgbClr val="188CE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EYInterstate Light"/>
                <a:ea typeface="+mn-ea"/>
                <a:cs typeface="+mn-cs"/>
              </a:rPr>
              <a:t>DSS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 w="0"/>
                <a:solidFill>
                  <a:srgbClr val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EYInterstate Light"/>
                <a:ea typeface="+mn-ea"/>
                <a:cs typeface="+mn-cs"/>
              </a:rPr>
              <a:t>Geospatial Decision Support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361CAF9-3745-4CA0-A8C3-B580FE46806D}"/>
              </a:ext>
            </a:extLst>
          </p:cNvPr>
          <p:cNvSpPr/>
          <p:nvPr/>
        </p:nvSpPr>
        <p:spPr>
          <a:xfrm>
            <a:off x="10157217" y="5761952"/>
            <a:ext cx="127316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srgbClr val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EYInterstate Light"/>
                <a:ea typeface="+mn-ea"/>
                <a:cs typeface="+mn-cs"/>
              </a:rPr>
              <a:t>ICCC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AF6EDD1-5AFD-4095-8B92-F2F45C2BC263}"/>
              </a:ext>
            </a:extLst>
          </p:cNvPr>
          <p:cNvCxnSpPr>
            <a:cxnSpLocks/>
          </p:cNvCxnSpPr>
          <p:nvPr/>
        </p:nvCxnSpPr>
        <p:spPr>
          <a:xfrm>
            <a:off x="4291703" y="4559992"/>
            <a:ext cx="0" cy="2880000"/>
          </a:xfrm>
          <a:prstGeom prst="line">
            <a:avLst/>
          </a:prstGeom>
          <a:ln w="19050">
            <a:solidFill>
              <a:schemeClr val="bg2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9337867A-B07E-4DBB-880B-64B7C665AAA4}"/>
              </a:ext>
            </a:extLst>
          </p:cNvPr>
          <p:cNvCxnSpPr>
            <a:cxnSpLocks/>
          </p:cNvCxnSpPr>
          <p:nvPr/>
        </p:nvCxnSpPr>
        <p:spPr>
          <a:xfrm>
            <a:off x="8058176" y="4559992"/>
            <a:ext cx="0" cy="2880000"/>
          </a:xfrm>
          <a:prstGeom prst="line">
            <a:avLst/>
          </a:prstGeom>
          <a:ln w="19050">
            <a:solidFill>
              <a:schemeClr val="bg2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 10">
            <a:extLst>
              <a:ext uri="{FF2B5EF4-FFF2-40B4-BE49-F238E27FC236}">
                <a16:creationId xmlns:a16="http://schemas.microsoft.com/office/drawing/2014/main" xmlns="" id="{EB2826A9-5CDE-4C05-8B01-30A122AB029A}"/>
              </a:ext>
            </a:extLst>
          </p:cNvPr>
          <p:cNvSpPr/>
          <p:nvPr/>
        </p:nvSpPr>
        <p:spPr>
          <a:xfrm>
            <a:off x="90276" y="3091386"/>
            <a:ext cx="12101724" cy="2046899"/>
          </a:xfrm>
          <a:prstGeom prst="swooshArrow">
            <a:avLst>
              <a:gd name="adj1" fmla="val 25000"/>
              <a:gd name="adj2" fmla="val 28473"/>
            </a:avLst>
          </a:prstGeom>
          <a:pattFill prst="pct30">
            <a:fgClr>
              <a:srgbClr val="2DB757">
                <a:tint val="40000"/>
                <a:hueOff val="0"/>
                <a:satOff val="0"/>
                <a:lumOff val="0"/>
              </a:srgbClr>
            </a:fgClr>
            <a:bgClr>
              <a:srgbClr val="FFFFFF"/>
            </a:bgClr>
          </a:patt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5C373503-31C2-4DBF-8E4C-0BCBEDE3AE19}"/>
              </a:ext>
            </a:extLst>
          </p:cNvPr>
          <p:cNvSpPr/>
          <p:nvPr/>
        </p:nvSpPr>
        <p:spPr>
          <a:xfrm>
            <a:off x="1807961" y="4480348"/>
            <a:ext cx="75326" cy="75326"/>
          </a:xfrm>
          <a:prstGeom prst="ellipse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</p:spPr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4E7238E0-0AEC-41A8-ADE6-D083E05DEAF6}"/>
              </a:ext>
            </a:extLst>
          </p:cNvPr>
          <p:cNvSpPr/>
          <p:nvPr/>
        </p:nvSpPr>
        <p:spPr>
          <a:xfrm>
            <a:off x="1471152" y="3993190"/>
            <a:ext cx="560031" cy="487161"/>
          </a:xfrm>
          <a:custGeom>
            <a:avLst/>
            <a:gdLst>
              <a:gd name="connsiteX0" fmla="*/ 0 w 560323"/>
              <a:gd name="connsiteY0" fmla="*/ 0 h 487415"/>
              <a:gd name="connsiteX1" fmla="*/ 560323 w 560323"/>
              <a:gd name="connsiteY1" fmla="*/ 0 h 487415"/>
              <a:gd name="connsiteX2" fmla="*/ 560323 w 560323"/>
              <a:gd name="connsiteY2" fmla="*/ 487415 h 487415"/>
              <a:gd name="connsiteX3" fmla="*/ 0 w 560323"/>
              <a:gd name="connsiteY3" fmla="*/ 487415 h 487415"/>
              <a:gd name="connsiteX4" fmla="*/ 0 w 560323"/>
              <a:gd name="connsiteY4" fmla="*/ 0 h 487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0323" h="487415">
                <a:moveTo>
                  <a:pt x="0" y="0"/>
                </a:moveTo>
                <a:lnTo>
                  <a:pt x="560323" y="0"/>
                </a:lnTo>
                <a:lnTo>
                  <a:pt x="560323" y="487415"/>
                </a:lnTo>
                <a:lnTo>
                  <a:pt x="0" y="48741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spcFirstLastPara="0" vert="horz" wrap="square" lIns="39913" tIns="0" rIns="0" bIns="0" numCol="1" spcCol="1270" anchor="t" anchorCtr="0">
            <a:noAutofit/>
          </a:bodyPr>
          <a:lstStyle/>
          <a:p>
            <a:pPr marL="0" marR="0" lvl="0" indent="0" algn="l" defTabSz="71084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GB" sz="159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516648B9-3EFB-4C6C-AB69-2E1FE3563FF7}"/>
              </a:ext>
            </a:extLst>
          </p:cNvPr>
          <p:cNvSpPr/>
          <p:nvPr/>
        </p:nvSpPr>
        <p:spPr>
          <a:xfrm>
            <a:off x="4487923" y="3995185"/>
            <a:ext cx="131001" cy="131001"/>
          </a:xfrm>
          <a:prstGeom prst="ellipse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26B2B57C-BC19-4095-96FD-57ADF6F2CB61}"/>
              </a:ext>
            </a:extLst>
          </p:cNvPr>
          <p:cNvSpPr/>
          <p:nvPr/>
        </p:nvSpPr>
        <p:spPr>
          <a:xfrm>
            <a:off x="7302498" y="3725583"/>
            <a:ext cx="173577" cy="173577"/>
          </a:xfrm>
          <a:prstGeom prst="ellipse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ACEA3210-D452-48B2-88F8-14B37CE63F50}"/>
              </a:ext>
            </a:extLst>
          </p:cNvPr>
          <p:cNvSpPr/>
          <p:nvPr/>
        </p:nvSpPr>
        <p:spPr>
          <a:xfrm>
            <a:off x="10159650" y="3513775"/>
            <a:ext cx="232527" cy="232527"/>
          </a:xfrm>
          <a:prstGeom prst="ellipse">
            <a:avLst/>
          </a:prstGeom>
          <a:solidFill>
            <a:srgbClr val="FFE600"/>
          </a:solidFill>
          <a:ln w="25400" cap="flat" cmpd="sng" algn="ctr">
            <a:noFill/>
            <a:prstDash val="solid"/>
          </a:ln>
          <a:effectLst/>
        </p:spPr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4C06A0CD-8E69-469F-ABF8-979B0A210D1E}"/>
              </a:ext>
            </a:extLst>
          </p:cNvPr>
          <p:cNvGrpSpPr/>
          <p:nvPr/>
        </p:nvGrpSpPr>
        <p:grpSpPr>
          <a:xfrm>
            <a:off x="786962" y="3174078"/>
            <a:ext cx="10506338" cy="1227266"/>
            <a:chOff x="745153" y="4678410"/>
            <a:chExt cx="10511811" cy="1227904"/>
          </a:xfrm>
          <a:noFill/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1F13FDA4-FA0A-445E-9161-9A58896A82FC}"/>
                </a:ext>
              </a:extLst>
            </p:cNvPr>
            <p:cNvSpPr/>
            <p:nvPr/>
          </p:nvSpPr>
          <p:spPr>
            <a:xfrm rot="20601945">
              <a:off x="745153" y="5619660"/>
              <a:ext cx="2035834" cy="286654"/>
            </a:xfrm>
            <a:prstGeom prst="rect">
              <a:avLst/>
            </a:prstGeom>
            <a:grpFill/>
            <a:ln w="9525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88CE5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rPr>
                <a:t>Pre-harvest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6F7B687F-574D-4F53-B98A-4F714ACC2A47}"/>
                </a:ext>
              </a:extLst>
            </p:cNvPr>
            <p:cNvSpPr/>
            <p:nvPr/>
          </p:nvSpPr>
          <p:spPr>
            <a:xfrm rot="21196959">
              <a:off x="3495659" y="5107609"/>
              <a:ext cx="2035834" cy="286654"/>
            </a:xfrm>
            <a:prstGeom prst="rect">
              <a:avLst/>
            </a:prstGeom>
            <a:grpFill/>
            <a:ln w="9525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0" cap="none" spc="0" normalizeH="0" baseline="0" noProof="0">
                  <a:ln>
                    <a:noFill/>
                  </a:ln>
                  <a:solidFill>
                    <a:srgbClr val="188CE5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rPr>
                <a:t>Production/Harvest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1A3D8893-B750-44BC-AF15-9AB8B057F88D}"/>
                </a:ext>
              </a:extLst>
            </p:cNvPr>
            <p:cNvSpPr/>
            <p:nvPr/>
          </p:nvSpPr>
          <p:spPr>
            <a:xfrm rot="21228612">
              <a:off x="6332999" y="4803841"/>
              <a:ext cx="2035834" cy="286654"/>
            </a:xfrm>
            <a:prstGeom prst="rect">
              <a:avLst/>
            </a:prstGeom>
            <a:grpFill/>
            <a:ln w="9525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0" cap="none" spc="0" normalizeH="0" baseline="0" noProof="0">
                  <a:ln>
                    <a:noFill/>
                  </a:ln>
                  <a:solidFill>
                    <a:srgbClr val="188CE5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rPr>
                <a:t>Post-harvest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597CC5C0-9B39-43DF-81D4-788938DC4D67}"/>
                </a:ext>
              </a:extLst>
            </p:cNvPr>
            <p:cNvSpPr/>
            <p:nvPr/>
          </p:nvSpPr>
          <p:spPr>
            <a:xfrm>
              <a:off x="9221130" y="4678410"/>
              <a:ext cx="2035834" cy="286654"/>
            </a:xfrm>
            <a:prstGeom prst="rect">
              <a:avLst/>
            </a:prstGeom>
            <a:grpFill/>
            <a:ln w="9525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marL="0" marR="0" lvl="0" indent="0" algn="ctr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0" cap="none" spc="0" normalizeH="0" baseline="0" noProof="0">
                  <a:ln>
                    <a:noFill/>
                  </a:ln>
                  <a:solidFill>
                    <a:srgbClr val="188CE5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rPr>
                <a:t>Markets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CF702F65-E89A-465A-9417-258E665A874D}"/>
              </a:ext>
            </a:extLst>
          </p:cNvPr>
          <p:cNvSpPr txBox="1"/>
          <p:nvPr/>
        </p:nvSpPr>
        <p:spPr>
          <a:xfrm>
            <a:off x="801586" y="3204999"/>
            <a:ext cx="1695450" cy="403187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Remote Sensing Solution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1B078673-203A-4AF9-9B9C-121A15497288}"/>
              </a:ext>
            </a:extLst>
          </p:cNvPr>
          <p:cNvSpPr txBox="1"/>
          <p:nvPr/>
        </p:nvSpPr>
        <p:spPr>
          <a:xfrm>
            <a:off x="3777056" y="2384770"/>
            <a:ext cx="1695450" cy="220060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Crop Identification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332E1A0-F22D-4808-B24B-F60CEA7BE531}"/>
              </a:ext>
            </a:extLst>
          </p:cNvPr>
          <p:cNvSpPr txBox="1"/>
          <p:nvPr/>
        </p:nvSpPr>
        <p:spPr>
          <a:xfrm>
            <a:off x="625858" y="1310959"/>
            <a:ext cx="7546592" cy="246221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Various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solutions areas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that can be implemented using DPIs of Agriculture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92357FE-61B0-423E-B735-15B595A04D6A}"/>
              </a:ext>
            </a:extLst>
          </p:cNvPr>
          <p:cNvSpPr txBox="1"/>
          <p:nvPr/>
        </p:nvSpPr>
        <p:spPr>
          <a:xfrm>
            <a:off x="10002307" y="2305921"/>
            <a:ext cx="1695450" cy="480131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Traceability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26B69766-3535-4B2D-8BB2-EE4D926F525C}"/>
              </a:ext>
            </a:extLst>
          </p:cNvPr>
          <p:cNvSpPr txBox="1"/>
          <p:nvPr/>
        </p:nvSpPr>
        <p:spPr>
          <a:xfrm>
            <a:off x="6932253" y="2315131"/>
            <a:ext cx="1695450" cy="663258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Logistics Service Providers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B9E4C38-A599-466D-81E3-88A9A5F89BFC}"/>
              </a:ext>
            </a:extLst>
          </p:cNvPr>
          <p:cNvSpPr txBox="1"/>
          <p:nvPr/>
        </p:nvSpPr>
        <p:spPr>
          <a:xfrm>
            <a:off x="785368" y="2529110"/>
            <a:ext cx="1695450" cy="403187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Geo-spatial interventions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7FA0FCE-CCFA-4496-B578-2B899804ADEC}"/>
              </a:ext>
            </a:extLst>
          </p:cNvPr>
          <p:cNvSpPr txBox="1"/>
          <p:nvPr/>
        </p:nvSpPr>
        <p:spPr>
          <a:xfrm>
            <a:off x="3777056" y="1789900"/>
            <a:ext cx="1695450" cy="403187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IoT enabled Smart Farming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28BDA379-F726-41B4-A6C8-2E518380A3D6}"/>
              </a:ext>
            </a:extLst>
          </p:cNvPr>
          <p:cNvSpPr txBox="1"/>
          <p:nvPr/>
        </p:nvSpPr>
        <p:spPr>
          <a:xfrm>
            <a:off x="785368" y="2061626"/>
            <a:ext cx="1695450" cy="220060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Soil Health Monitoring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F5B5CE7-6B39-4EA4-B884-4B80C1087BD2}"/>
              </a:ext>
            </a:extLst>
          </p:cNvPr>
          <p:cNvSpPr txBox="1"/>
          <p:nvPr/>
        </p:nvSpPr>
        <p:spPr>
          <a:xfrm>
            <a:off x="3693788" y="2838234"/>
            <a:ext cx="1886795" cy="275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Pest Surveillance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3EB3A7F-A80C-4CEB-B806-F9172A0595A0}"/>
              </a:ext>
            </a:extLst>
          </p:cNvPr>
          <p:cNvSpPr txBox="1"/>
          <p:nvPr/>
        </p:nvSpPr>
        <p:spPr>
          <a:xfrm>
            <a:off x="6903893" y="1818707"/>
            <a:ext cx="1871403" cy="277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Quality Assaying</a:t>
            </a:r>
          </a:p>
        </p:txBody>
      </p:sp>
      <p:pic>
        <p:nvPicPr>
          <p:cNvPr id="32" name="Picture 2" descr="Free Icon | Soil">
            <a:extLst>
              <a:ext uri="{FF2B5EF4-FFF2-40B4-BE49-F238E27FC236}">
                <a16:creationId xmlns:a16="http://schemas.microsoft.com/office/drawing/2014/main" xmlns="" id="{96416EFD-0423-47EE-9D1A-C84736728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4138" y="1998407"/>
            <a:ext cx="387191" cy="38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Vemags – Agribusiness made easy">
            <a:extLst>
              <a:ext uri="{FF2B5EF4-FFF2-40B4-BE49-F238E27FC236}">
                <a16:creationId xmlns:a16="http://schemas.microsoft.com/office/drawing/2014/main" xmlns="" id="{EC9305D7-CFB9-452F-8A01-933971D7E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05519" y="1770691"/>
            <a:ext cx="403409" cy="40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Traceability icon symbol creative sign Royalty Free Vector">
            <a:extLst>
              <a:ext uri="{FF2B5EF4-FFF2-40B4-BE49-F238E27FC236}">
                <a16:creationId xmlns:a16="http://schemas.microsoft.com/office/drawing/2014/main" xmlns="" id="{BE746A21-D4BC-4C18-8661-DDD8BDBC15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4895"/>
          <a:stretch/>
        </p:blipFill>
        <p:spPr bwMode="auto">
          <a:xfrm>
            <a:off x="9413026" y="2161637"/>
            <a:ext cx="589281" cy="54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Gps - Free maps and location icons">
            <a:extLst>
              <a:ext uri="{FF2B5EF4-FFF2-40B4-BE49-F238E27FC236}">
                <a16:creationId xmlns:a16="http://schemas.microsoft.com/office/drawing/2014/main" xmlns="" id="{42F55E6F-05E9-4B92-860E-A3FABCE0A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4138" y="2551500"/>
            <a:ext cx="373354" cy="37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1,647 Assay Icon Images, Stock Photos &amp; Vectors | Shutterstock">
            <a:extLst>
              <a:ext uri="{FF2B5EF4-FFF2-40B4-BE49-F238E27FC236}">
                <a16:creationId xmlns:a16="http://schemas.microsoft.com/office/drawing/2014/main" xmlns="" id="{54CB4003-FD7F-4223-BAF2-774448582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1631"/>
          <a:stretch/>
        </p:blipFill>
        <p:spPr bwMode="auto">
          <a:xfrm>
            <a:off x="6707092" y="1795468"/>
            <a:ext cx="245488" cy="23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0" descr="Truck - Free transport icons">
            <a:extLst>
              <a:ext uri="{FF2B5EF4-FFF2-40B4-BE49-F238E27FC236}">
                <a16:creationId xmlns:a16="http://schemas.microsoft.com/office/drawing/2014/main" xmlns="" id="{E4542A0A-F4C8-4236-BA4A-D10EB4CE7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27375" y="2294847"/>
            <a:ext cx="276518" cy="27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 descr="2 Remote Sensing Icons - Free in SVG, PNG, ICO - IconScout">
            <a:extLst>
              <a:ext uri="{FF2B5EF4-FFF2-40B4-BE49-F238E27FC236}">
                <a16:creationId xmlns:a16="http://schemas.microsoft.com/office/drawing/2014/main" xmlns="" id="{D69DE208-B136-4CB6-8F24-7F6E0DFF2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2371" y="3246939"/>
            <a:ext cx="330724" cy="330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Iot - Free technology icons">
            <a:extLst>
              <a:ext uri="{FF2B5EF4-FFF2-40B4-BE49-F238E27FC236}">
                <a16:creationId xmlns:a16="http://schemas.microsoft.com/office/drawing/2014/main" xmlns="" id="{B8433EFE-9B4C-40F0-991E-B54D6E0D3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25732" y="1748015"/>
            <a:ext cx="401216" cy="40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2" descr="Pest - Free animals icons">
            <a:extLst>
              <a:ext uri="{FF2B5EF4-FFF2-40B4-BE49-F238E27FC236}">
                <a16:creationId xmlns:a16="http://schemas.microsoft.com/office/drawing/2014/main" xmlns="" id="{355BA25C-3373-4FA4-B4B6-41727AA7A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37280" y="2831252"/>
            <a:ext cx="333998" cy="33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4" descr="Crop icon hi-res stock photography and images - Alamy">
            <a:extLst>
              <a:ext uri="{FF2B5EF4-FFF2-40B4-BE49-F238E27FC236}">
                <a16:creationId xmlns:a16="http://schemas.microsoft.com/office/drawing/2014/main" xmlns="" id="{E6731A63-A088-4EC4-8C6E-3A9CD59A97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2807"/>
          <a:stretch/>
        </p:blipFill>
        <p:spPr bwMode="auto">
          <a:xfrm>
            <a:off x="3311895" y="2280078"/>
            <a:ext cx="414970" cy="38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DA0CB0FD-B389-4B17-A97D-E801844A13DC}"/>
              </a:ext>
            </a:extLst>
          </p:cNvPr>
          <p:cNvSpPr txBox="1"/>
          <p:nvPr/>
        </p:nvSpPr>
        <p:spPr>
          <a:xfrm>
            <a:off x="9908928" y="1840885"/>
            <a:ext cx="6096000" cy="275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Market linkages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425EA714-3E4E-44C6-AE96-1BD4FD725E77}"/>
              </a:ext>
            </a:extLst>
          </p:cNvPr>
          <p:cNvSpPr txBox="1"/>
          <p:nvPr/>
        </p:nvSpPr>
        <p:spPr>
          <a:xfrm>
            <a:off x="6171015" y="6453575"/>
            <a:ext cx="8001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 w="0"/>
                <a:solidFill>
                  <a:srgbClr val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EYInterstate Light"/>
                <a:ea typeface="+mn-ea"/>
                <a:cs typeface="+mn-cs"/>
              </a:rPr>
              <a:t>Integrated Command &amp; Control Centre</a:t>
            </a:r>
          </a:p>
        </p:txBody>
      </p:sp>
    </p:spTree>
    <p:extLst>
      <p:ext uri="{BB962C8B-B14F-4D97-AF65-F5344CB8AC3E}">
        <p14:creationId xmlns:p14="http://schemas.microsoft.com/office/powerpoint/2010/main" xmlns="" val="71848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019A8F-0DBA-49F1-830D-691E58CCB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/>
                </a:solidFill>
              </a:rPr>
              <a:t>Krishi </a:t>
            </a:r>
            <a:r>
              <a:rPr lang="en-IN" sz="3200" b="1" dirty="0" err="1">
                <a:solidFill>
                  <a:schemeClr val="accent6"/>
                </a:solidFill>
              </a:rPr>
              <a:t>MApper</a:t>
            </a:r>
            <a:endParaRPr lang="en-IN" sz="3200" b="1" dirty="0">
              <a:solidFill>
                <a:schemeClr val="accent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743E8E8-545A-452C-B053-EF2BEE164A52}"/>
              </a:ext>
            </a:extLst>
          </p:cNvPr>
          <p:cNvSpPr txBox="1"/>
          <p:nvPr/>
        </p:nvSpPr>
        <p:spPr>
          <a:xfrm>
            <a:off x="609601" y="972740"/>
            <a:ext cx="10972800" cy="1840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6117" marR="0" lvl="0" indent="-356117" algn="just" defTabSz="91312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q"/>
              <a:tabLst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+mj-lt"/>
                <a:ea typeface="Verdana" panose="020B0604030504040204" pitchFamily="34" charset="0"/>
              </a:rPr>
              <a:t>From Kharif 2023,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+mj-lt"/>
                <a:ea typeface="Verdana" panose="020B0604030504040204" pitchFamily="34" charset="0"/>
              </a:rPr>
              <a:t>mandatory use of Mobile App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+mj-lt"/>
                <a:ea typeface="Verdana" panose="020B0604030504040204" pitchFamily="34" charset="0"/>
              </a:rPr>
              <a:t>to geotag the farms and capture data on crop grown and assets (with their pics).</a:t>
            </a:r>
          </a:p>
          <a:p>
            <a:pPr marL="356117" indent="-356117" algn="just" defTabSz="91312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q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+mj-lt"/>
                <a:ea typeface="Verdana" panose="020B0604030504040204" pitchFamily="34" charset="0"/>
                <a:cs typeface="Times New Roman" panose="02020603050405020304" pitchFamily="18" charset="0"/>
              </a:rPr>
              <a:t>Will help in the easier and more transparent implementation of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Verdana" panose="020B0604030504040204" pitchFamily="34" charset="0"/>
                <a:cs typeface="Calibri Light" pitchFamily="34" charset="0"/>
              </a:rPr>
              <a:t>land-intervention-based schemes/programs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+mj-lt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813317" lvl="1" indent="-356117" algn="just" defTabSz="91312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q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+mj-lt"/>
                <a:ea typeface="Verdana" panose="020B0604030504040204" pitchFamily="34" charset="0"/>
                <a:cs typeface="Times New Roman" panose="02020603050405020304" pitchFamily="18" charset="0"/>
              </a:rPr>
              <a:t>Near Real-time assessment and processing of claims.</a:t>
            </a:r>
          </a:p>
          <a:p>
            <a:pPr marL="813317" lvl="1" indent="-356117" algn="just" defTabSz="91312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q"/>
              <a:defRPr/>
            </a:pPr>
            <a:r>
              <a:rPr lang="en-US" sz="1600" dirty="0">
                <a:solidFill>
                  <a:srgbClr val="2E2E38"/>
                </a:solidFill>
                <a:latin typeface="EYInterstate Light"/>
                <a:ea typeface="Verdana" panose="020B0604030504040204" pitchFamily="34" charset="0"/>
                <a:cs typeface="Calibri Light" pitchFamily="34" charset="0"/>
              </a:rPr>
              <a:t>Geo-spatial-temporal monitoring of the schemes.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Verdana" panose="020B0604030504040204" pitchFamily="34" charset="0"/>
              <a:cs typeface="Calibri Light" pitchFamily="34" charset="0"/>
            </a:endParaRPr>
          </a:p>
        </p:txBody>
      </p:sp>
      <p:pic>
        <p:nvPicPr>
          <p:cNvPr id="4" name="Picture 3" descr="mobile-phone.png">
            <a:extLst>
              <a:ext uri="{FF2B5EF4-FFF2-40B4-BE49-F238E27FC236}">
                <a16:creationId xmlns:a16="http://schemas.microsoft.com/office/drawing/2014/main" xmlns="" id="{A01DCCEB-4D1B-465E-8A62-DE41945DF0D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2950" y="3675425"/>
            <a:ext cx="1892705" cy="1892705"/>
          </a:xfrm>
          <a:prstGeom prst="rect">
            <a:avLst/>
          </a:prstGeom>
        </p:spPr>
      </p:pic>
      <p:pic>
        <p:nvPicPr>
          <p:cNvPr id="1028" name="Picture 4" descr="Gps - Free maps and location icons">
            <a:extLst>
              <a:ext uri="{FF2B5EF4-FFF2-40B4-BE49-F238E27FC236}">
                <a16:creationId xmlns:a16="http://schemas.microsoft.com/office/drawing/2014/main" xmlns="" id="{E21CAFA3-E501-4D11-ADF9-357A38A44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10741" y="3324633"/>
            <a:ext cx="496830" cy="49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rones are reshaping the surveying and mapping industry in India">
            <a:extLst>
              <a:ext uri="{FF2B5EF4-FFF2-40B4-BE49-F238E27FC236}">
                <a16:creationId xmlns:a16="http://schemas.microsoft.com/office/drawing/2014/main" xmlns="" id="{90C2B12B-C49B-41C6-97AA-676305531E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4286"/>
          <a:stretch/>
        </p:blipFill>
        <p:spPr bwMode="auto">
          <a:xfrm>
            <a:off x="8864932" y="3269039"/>
            <a:ext cx="2799792" cy="2130276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378DC12-AC39-4AD3-9F16-EACA2976F07C}"/>
              </a:ext>
            </a:extLst>
          </p:cNvPr>
          <p:cNvSpPr txBox="1"/>
          <p:nvPr/>
        </p:nvSpPr>
        <p:spPr>
          <a:xfrm>
            <a:off x="875703" y="5584546"/>
            <a:ext cx="1607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Krishi MAppr</a:t>
            </a:r>
          </a:p>
        </p:txBody>
      </p:sp>
      <p:pic>
        <p:nvPicPr>
          <p:cNvPr id="1032" name="Picture 8" descr="Camera screen phone mobile interface app Vector Image">
            <a:extLst>
              <a:ext uri="{FF2B5EF4-FFF2-40B4-BE49-F238E27FC236}">
                <a16:creationId xmlns:a16="http://schemas.microsoft.com/office/drawing/2014/main" xmlns="" id="{0A4F33BB-8C12-4C95-AC3F-E6F1422605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7693" t="8154" r="19537" b="14967"/>
          <a:stretch/>
        </p:blipFill>
        <p:spPr bwMode="auto">
          <a:xfrm>
            <a:off x="3304179" y="3565545"/>
            <a:ext cx="1664126" cy="254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6A9960B8-4012-4F85-A397-58A08685BD26}"/>
              </a:ext>
            </a:extLst>
          </p:cNvPr>
          <p:cNvGrpSpPr>
            <a:grpSpLocks/>
          </p:cNvGrpSpPr>
          <p:nvPr/>
        </p:nvGrpSpPr>
        <p:grpSpPr bwMode="auto">
          <a:xfrm>
            <a:off x="5445883" y="2932322"/>
            <a:ext cx="3083119" cy="1960184"/>
            <a:chOff x="3430" y="1869"/>
            <a:chExt cx="917" cy="97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1DACCCCF-0076-4B06-BC1E-F2D2C2DD3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" y="1869"/>
              <a:ext cx="917" cy="970"/>
            </a:xfrm>
            <a:custGeom>
              <a:avLst/>
              <a:gdLst>
                <a:gd name="T0" fmla="*/ 42 w 2554"/>
                <a:gd name="T1" fmla="*/ 25 h 2554"/>
                <a:gd name="T2" fmla="*/ 41 w 2554"/>
                <a:gd name="T3" fmla="*/ 29 h 2554"/>
                <a:gd name="T4" fmla="*/ 39 w 2554"/>
                <a:gd name="T5" fmla="*/ 33 h 2554"/>
                <a:gd name="T6" fmla="*/ 37 w 2554"/>
                <a:gd name="T7" fmla="*/ 36 h 2554"/>
                <a:gd name="T8" fmla="*/ 33 w 2554"/>
                <a:gd name="T9" fmla="*/ 38 h 2554"/>
                <a:gd name="T10" fmla="*/ 30 w 2554"/>
                <a:gd name="T11" fmla="*/ 41 h 2554"/>
                <a:gd name="T12" fmla="*/ 26 w 2554"/>
                <a:gd name="T13" fmla="*/ 42 h 2554"/>
                <a:gd name="T14" fmla="*/ 22 w 2554"/>
                <a:gd name="T15" fmla="*/ 42 h 2554"/>
                <a:gd name="T16" fmla="*/ 17 w 2554"/>
                <a:gd name="T17" fmla="*/ 42 h 2554"/>
                <a:gd name="T18" fmla="*/ 13 w 2554"/>
                <a:gd name="T19" fmla="*/ 41 h 2554"/>
                <a:gd name="T20" fmla="*/ 10 w 2554"/>
                <a:gd name="T21" fmla="*/ 39 h 2554"/>
                <a:gd name="T22" fmla="*/ 6 w 2554"/>
                <a:gd name="T23" fmla="*/ 37 h 2554"/>
                <a:gd name="T24" fmla="*/ 4 w 2554"/>
                <a:gd name="T25" fmla="*/ 33 h 2554"/>
                <a:gd name="T26" fmla="*/ 2 w 2554"/>
                <a:gd name="T27" fmla="*/ 30 h 2554"/>
                <a:gd name="T28" fmla="*/ 0 w 2554"/>
                <a:gd name="T29" fmla="*/ 26 h 2554"/>
                <a:gd name="T30" fmla="*/ 0 w 2554"/>
                <a:gd name="T31" fmla="*/ 22 h 2554"/>
                <a:gd name="T32" fmla="*/ 0 w 2554"/>
                <a:gd name="T33" fmla="*/ 17 h 2554"/>
                <a:gd name="T34" fmla="*/ 1 w 2554"/>
                <a:gd name="T35" fmla="*/ 13 h 2554"/>
                <a:gd name="T36" fmla="*/ 3 w 2554"/>
                <a:gd name="T37" fmla="*/ 10 h 2554"/>
                <a:gd name="T38" fmla="*/ 6 w 2554"/>
                <a:gd name="T39" fmla="*/ 6 h 2554"/>
                <a:gd name="T40" fmla="*/ 9 w 2554"/>
                <a:gd name="T41" fmla="*/ 4 h 2554"/>
                <a:gd name="T42" fmla="*/ 13 w 2554"/>
                <a:gd name="T43" fmla="*/ 2 h 2554"/>
                <a:gd name="T44" fmla="*/ 17 w 2554"/>
                <a:gd name="T45" fmla="*/ 0 h 2554"/>
                <a:gd name="T46" fmla="*/ 20 w 2554"/>
                <a:gd name="T47" fmla="*/ 0 h 2554"/>
                <a:gd name="T48" fmla="*/ 25 w 2554"/>
                <a:gd name="T49" fmla="*/ 0 h 2554"/>
                <a:gd name="T50" fmla="*/ 29 w 2554"/>
                <a:gd name="T51" fmla="*/ 1 h 2554"/>
                <a:gd name="T52" fmla="*/ 33 w 2554"/>
                <a:gd name="T53" fmla="*/ 3 h 2554"/>
                <a:gd name="T54" fmla="*/ 36 w 2554"/>
                <a:gd name="T55" fmla="*/ 6 h 2554"/>
                <a:gd name="T56" fmla="*/ 38 w 2554"/>
                <a:gd name="T57" fmla="*/ 9 h 2554"/>
                <a:gd name="T58" fmla="*/ 41 w 2554"/>
                <a:gd name="T59" fmla="*/ 13 h 2554"/>
                <a:gd name="T60" fmla="*/ 42 w 2554"/>
                <a:gd name="T61" fmla="*/ 17 h 2554"/>
                <a:gd name="T62" fmla="*/ 42 w 2554"/>
                <a:gd name="T63" fmla="*/ 20 h 2554"/>
                <a:gd name="T64" fmla="*/ 20 w 2554"/>
                <a:gd name="T65" fmla="*/ 13 h 2554"/>
                <a:gd name="T66" fmla="*/ 18 w 2554"/>
                <a:gd name="T67" fmla="*/ 13 h 2554"/>
                <a:gd name="T68" fmla="*/ 17 w 2554"/>
                <a:gd name="T69" fmla="*/ 14 h 2554"/>
                <a:gd name="T70" fmla="*/ 15 w 2554"/>
                <a:gd name="T71" fmla="*/ 15 h 2554"/>
                <a:gd name="T72" fmla="*/ 13 w 2554"/>
                <a:gd name="T73" fmla="*/ 17 h 2554"/>
                <a:gd name="T74" fmla="*/ 13 w 2554"/>
                <a:gd name="T75" fmla="*/ 19 h 2554"/>
                <a:gd name="T76" fmla="*/ 12 w 2554"/>
                <a:gd name="T77" fmla="*/ 20 h 2554"/>
                <a:gd name="T78" fmla="*/ 12 w 2554"/>
                <a:gd name="T79" fmla="*/ 22 h 2554"/>
                <a:gd name="T80" fmla="*/ 13 w 2554"/>
                <a:gd name="T81" fmla="*/ 24 h 2554"/>
                <a:gd name="T82" fmla="*/ 13 w 2554"/>
                <a:gd name="T83" fmla="*/ 26 h 2554"/>
                <a:gd name="T84" fmla="*/ 15 w 2554"/>
                <a:gd name="T85" fmla="*/ 28 h 2554"/>
                <a:gd name="T86" fmla="*/ 17 w 2554"/>
                <a:gd name="T87" fmla="*/ 29 h 2554"/>
                <a:gd name="T88" fmla="*/ 19 w 2554"/>
                <a:gd name="T89" fmla="*/ 30 h 2554"/>
                <a:gd name="T90" fmla="*/ 20 w 2554"/>
                <a:gd name="T91" fmla="*/ 30 h 2554"/>
                <a:gd name="T92" fmla="*/ 22 w 2554"/>
                <a:gd name="T93" fmla="*/ 30 h 2554"/>
                <a:gd name="T94" fmla="*/ 24 w 2554"/>
                <a:gd name="T95" fmla="*/ 30 h 2554"/>
                <a:gd name="T96" fmla="*/ 25 w 2554"/>
                <a:gd name="T97" fmla="*/ 29 h 2554"/>
                <a:gd name="T98" fmla="*/ 28 w 2554"/>
                <a:gd name="T99" fmla="*/ 27 h 2554"/>
                <a:gd name="T100" fmla="*/ 29 w 2554"/>
                <a:gd name="T101" fmla="*/ 25 h 2554"/>
                <a:gd name="T102" fmla="*/ 30 w 2554"/>
                <a:gd name="T103" fmla="*/ 24 h 2554"/>
                <a:gd name="T104" fmla="*/ 30 w 2554"/>
                <a:gd name="T105" fmla="*/ 22 h 2554"/>
                <a:gd name="T106" fmla="*/ 30 w 2554"/>
                <a:gd name="T107" fmla="*/ 20 h 2554"/>
                <a:gd name="T108" fmla="*/ 30 w 2554"/>
                <a:gd name="T109" fmla="*/ 18 h 2554"/>
                <a:gd name="T110" fmla="*/ 29 w 2554"/>
                <a:gd name="T111" fmla="*/ 17 h 2554"/>
                <a:gd name="T112" fmla="*/ 27 w 2554"/>
                <a:gd name="T113" fmla="*/ 15 h 2554"/>
                <a:gd name="T114" fmla="*/ 25 w 2554"/>
                <a:gd name="T115" fmla="*/ 13 h 2554"/>
                <a:gd name="T116" fmla="*/ 24 w 2554"/>
                <a:gd name="T117" fmla="*/ 13 h 2554"/>
                <a:gd name="T118" fmla="*/ 22 w 2554"/>
                <a:gd name="T119" fmla="*/ 12 h 255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554"/>
                <a:gd name="T181" fmla="*/ 0 h 2554"/>
                <a:gd name="T182" fmla="*/ 2554 w 2554"/>
                <a:gd name="T183" fmla="*/ 2554 h 255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554" h="2554">
                  <a:moveTo>
                    <a:pt x="2554" y="1277"/>
                  </a:moveTo>
                  <a:lnTo>
                    <a:pt x="2554" y="1310"/>
                  </a:lnTo>
                  <a:lnTo>
                    <a:pt x="2552" y="1343"/>
                  </a:lnTo>
                  <a:lnTo>
                    <a:pt x="2550" y="1375"/>
                  </a:lnTo>
                  <a:lnTo>
                    <a:pt x="2547" y="1407"/>
                  </a:lnTo>
                  <a:lnTo>
                    <a:pt x="2544" y="1440"/>
                  </a:lnTo>
                  <a:lnTo>
                    <a:pt x="2539" y="1471"/>
                  </a:lnTo>
                  <a:lnTo>
                    <a:pt x="2534" y="1503"/>
                  </a:lnTo>
                  <a:lnTo>
                    <a:pt x="2528" y="1534"/>
                  </a:lnTo>
                  <a:lnTo>
                    <a:pt x="2521" y="1565"/>
                  </a:lnTo>
                  <a:lnTo>
                    <a:pt x="2514" y="1596"/>
                  </a:lnTo>
                  <a:lnTo>
                    <a:pt x="2506" y="1627"/>
                  </a:lnTo>
                  <a:lnTo>
                    <a:pt x="2497" y="1657"/>
                  </a:lnTo>
                  <a:lnTo>
                    <a:pt x="2487" y="1687"/>
                  </a:lnTo>
                  <a:lnTo>
                    <a:pt x="2477" y="1716"/>
                  </a:lnTo>
                  <a:lnTo>
                    <a:pt x="2465" y="1745"/>
                  </a:lnTo>
                  <a:lnTo>
                    <a:pt x="2454" y="1774"/>
                  </a:lnTo>
                  <a:lnTo>
                    <a:pt x="2441" y="1802"/>
                  </a:lnTo>
                  <a:lnTo>
                    <a:pt x="2428" y="1831"/>
                  </a:lnTo>
                  <a:lnTo>
                    <a:pt x="2414" y="1858"/>
                  </a:lnTo>
                  <a:lnTo>
                    <a:pt x="2400" y="1886"/>
                  </a:lnTo>
                  <a:lnTo>
                    <a:pt x="2385" y="1913"/>
                  </a:lnTo>
                  <a:lnTo>
                    <a:pt x="2369" y="1939"/>
                  </a:lnTo>
                  <a:lnTo>
                    <a:pt x="2353" y="1965"/>
                  </a:lnTo>
                  <a:lnTo>
                    <a:pt x="2336" y="1991"/>
                  </a:lnTo>
                  <a:lnTo>
                    <a:pt x="2318" y="2016"/>
                  </a:lnTo>
                  <a:lnTo>
                    <a:pt x="2300" y="2041"/>
                  </a:lnTo>
                  <a:lnTo>
                    <a:pt x="2282" y="2065"/>
                  </a:lnTo>
                  <a:lnTo>
                    <a:pt x="2262" y="2089"/>
                  </a:lnTo>
                  <a:lnTo>
                    <a:pt x="2243" y="2113"/>
                  </a:lnTo>
                  <a:lnTo>
                    <a:pt x="2222" y="2136"/>
                  </a:lnTo>
                  <a:lnTo>
                    <a:pt x="2201" y="2158"/>
                  </a:lnTo>
                  <a:lnTo>
                    <a:pt x="2180" y="2180"/>
                  </a:lnTo>
                  <a:lnTo>
                    <a:pt x="2158" y="2201"/>
                  </a:lnTo>
                  <a:lnTo>
                    <a:pt x="2136" y="2222"/>
                  </a:lnTo>
                  <a:lnTo>
                    <a:pt x="2113" y="2243"/>
                  </a:lnTo>
                  <a:lnTo>
                    <a:pt x="2089" y="2262"/>
                  </a:lnTo>
                  <a:lnTo>
                    <a:pt x="2065" y="2282"/>
                  </a:lnTo>
                  <a:lnTo>
                    <a:pt x="2041" y="2300"/>
                  </a:lnTo>
                  <a:lnTo>
                    <a:pt x="2016" y="2318"/>
                  </a:lnTo>
                  <a:lnTo>
                    <a:pt x="1991" y="2336"/>
                  </a:lnTo>
                  <a:lnTo>
                    <a:pt x="1965" y="2353"/>
                  </a:lnTo>
                  <a:lnTo>
                    <a:pt x="1939" y="2369"/>
                  </a:lnTo>
                  <a:lnTo>
                    <a:pt x="1913" y="2385"/>
                  </a:lnTo>
                  <a:lnTo>
                    <a:pt x="1886" y="2400"/>
                  </a:lnTo>
                  <a:lnTo>
                    <a:pt x="1858" y="2414"/>
                  </a:lnTo>
                  <a:lnTo>
                    <a:pt x="1831" y="2428"/>
                  </a:lnTo>
                  <a:lnTo>
                    <a:pt x="1802" y="2441"/>
                  </a:lnTo>
                  <a:lnTo>
                    <a:pt x="1774" y="2454"/>
                  </a:lnTo>
                  <a:lnTo>
                    <a:pt x="1745" y="2465"/>
                  </a:lnTo>
                  <a:lnTo>
                    <a:pt x="1716" y="2477"/>
                  </a:lnTo>
                  <a:lnTo>
                    <a:pt x="1687" y="2487"/>
                  </a:lnTo>
                  <a:lnTo>
                    <a:pt x="1657" y="2497"/>
                  </a:lnTo>
                  <a:lnTo>
                    <a:pt x="1627" y="2506"/>
                  </a:lnTo>
                  <a:lnTo>
                    <a:pt x="1596" y="2514"/>
                  </a:lnTo>
                  <a:lnTo>
                    <a:pt x="1565" y="2521"/>
                  </a:lnTo>
                  <a:lnTo>
                    <a:pt x="1534" y="2528"/>
                  </a:lnTo>
                  <a:lnTo>
                    <a:pt x="1503" y="2534"/>
                  </a:lnTo>
                  <a:lnTo>
                    <a:pt x="1471" y="2539"/>
                  </a:lnTo>
                  <a:lnTo>
                    <a:pt x="1440" y="2544"/>
                  </a:lnTo>
                  <a:lnTo>
                    <a:pt x="1407" y="2547"/>
                  </a:lnTo>
                  <a:lnTo>
                    <a:pt x="1375" y="2550"/>
                  </a:lnTo>
                  <a:lnTo>
                    <a:pt x="1343" y="2552"/>
                  </a:lnTo>
                  <a:lnTo>
                    <a:pt x="1310" y="2554"/>
                  </a:lnTo>
                  <a:lnTo>
                    <a:pt x="1277" y="2554"/>
                  </a:lnTo>
                  <a:lnTo>
                    <a:pt x="1244" y="2554"/>
                  </a:lnTo>
                  <a:lnTo>
                    <a:pt x="1211" y="2552"/>
                  </a:lnTo>
                  <a:lnTo>
                    <a:pt x="1179" y="2550"/>
                  </a:lnTo>
                  <a:lnTo>
                    <a:pt x="1146" y="2547"/>
                  </a:lnTo>
                  <a:lnTo>
                    <a:pt x="1114" y="2544"/>
                  </a:lnTo>
                  <a:lnTo>
                    <a:pt x="1082" y="2539"/>
                  </a:lnTo>
                  <a:lnTo>
                    <a:pt x="1051" y="2534"/>
                  </a:lnTo>
                  <a:lnTo>
                    <a:pt x="1020" y="2528"/>
                  </a:lnTo>
                  <a:lnTo>
                    <a:pt x="989" y="2521"/>
                  </a:lnTo>
                  <a:lnTo>
                    <a:pt x="958" y="2514"/>
                  </a:lnTo>
                  <a:lnTo>
                    <a:pt x="927" y="2506"/>
                  </a:lnTo>
                  <a:lnTo>
                    <a:pt x="897" y="2497"/>
                  </a:lnTo>
                  <a:lnTo>
                    <a:pt x="867" y="2487"/>
                  </a:lnTo>
                  <a:lnTo>
                    <a:pt x="838" y="2477"/>
                  </a:lnTo>
                  <a:lnTo>
                    <a:pt x="809" y="2465"/>
                  </a:lnTo>
                  <a:lnTo>
                    <a:pt x="780" y="2454"/>
                  </a:lnTo>
                  <a:lnTo>
                    <a:pt x="751" y="2441"/>
                  </a:lnTo>
                  <a:lnTo>
                    <a:pt x="723" y="2428"/>
                  </a:lnTo>
                  <a:lnTo>
                    <a:pt x="696" y="2414"/>
                  </a:lnTo>
                  <a:lnTo>
                    <a:pt x="668" y="2400"/>
                  </a:lnTo>
                  <a:lnTo>
                    <a:pt x="641" y="2385"/>
                  </a:lnTo>
                  <a:lnTo>
                    <a:pt x="615" y="2369"/>
                  </a:lnTo>
                  <a:lnTo>
                    <a:pt x="589" y="2353"/>
                  </a:lnTo>
                  <a:lnTo>
                    <a:pt x="563" y="2336"/>
                  </a:lnTo>
                  <a:lnTo>
                    <a:pt x="538" y="2318"/>
                  </a:lnTo>
                  <a:lnTo>
                    <a:pt x="513" y="2300"/>
                  </a:lnTo>
                  <a:lnTo>
                    <a:pt x="488" y="2282"/>
                  </a:lnTo>
                  <a:lnTo>
                    <a:pt x="465" y="2262"/>
                  </a:lnTo>
                  <a:lnTo>
                    <a:pt x="441" y="2243"/>
                  </a:lnTo>
                  <a:lnTo>
                    <a:pt x="418" y="2222"/>
                  </a:lnTo>
                  <a:lnTo>
                    <a:pt x="396" y="2201"/>
                  </a:lnTo>
                  <a:lnTo>
                    <a:pt x="374" y="2180"/>
                  </a:lnTo>
                  <a:lnTo>
                    <a:pt x="352" y="2158"/>
                  </a:lnTo>
                  <a:lnTo>
                    <a:pt x="332" y="2136"/>
                  </a:lnTo>
                  <a:lnTo>
                    <a:pt x="311" y="2113"/>
                  </a:lnTo>
                  <a:lnTo>
                    <a:pt x="291" y="2089"/>
                  </a:lnTo>
                  <a:lnTo>
                    <a:pt x="272" y="2065"/>
                  </a:lnTo>
                  <a:lnTo>
                    <a:pt x="254" y="2041"/>
                  </a:lnTo>
                  <a:lnTo>
                    <a:pt x="235" y="2016"/>
                  </a:lnTo>
                  <a:lnTo>
                    <a:pt x="218" y="1991"/>
                  </a:lnTo>
                  <a:lnTo>
                    <a:pt x="201" y="1965"/>
                  </a:lnTo>
                  <a:lnTo>
                    <a:pt x="185" y="1939"/>
                  </a:lnTo>
                  <a:lnTo>
                    <a:pt x="169" y="1913"/>
                  </a:lnTo>
                  <a:lnTo>
                    <a:pt x="154" y="1886"/>
                  </a:lnTo>
                  <a:lnTo>
                    <a:pt x="140" y="1858"/>
                  </a:lnTo>
                  <a:lnTo>
                    <a:pt x="126" y="1831"/>
                  </a:lnTo>
                  <a:lnTo>
                    <a:pt x="113" y="1802"/>
                  </a:lnTo>
                  <a:lnTo>
                    <a:pt x="100" y="1774"/>
                  </a:lnTo>
                  <a:lnTo>
                    <a:pt x="88" y="1745"/>
                  </a:lnTo>
                  <a:lnTo>
                    <a:pt x="77" y="1716"/>
                  </a:lnTo>
                  <a:lnTo>
                    <a:pt x="67" y="1687"/>
                  </a:lnTo>
                  <a:lnTo>
                    <a:pt x="57" y="1657"/>
                  </a:lnTo>
                  <a:lnTo>
                    <a:pt x="48" y="1627"/>
                  </a:lnTo>
                  <a:lnTo>
                    <a:pt x="40" y="1596"/>
                  </a:lnTo>
                  <a:lnTo>
                    <a:pt x="33" y="1565"/>
                  </a:lnTo>
                  <a:lnTo>
                    <a:pt x="26" y="1534"/>
                  </a:lnTo>
                  <a:lnTo>
                    <a:pt x="20" y="1503"/>
                  </a:lnTo>
                  <a:lnTo>
                    <a:pt x="15" y="1471"/>
                  </a:lnTo>
                  <a:lnTo>
                    <a:pt x="10" y="1440"/>
                  </a:lnTo>
                  <a:lnTo>
                    <a:pt x="6" y="1407"/>
                  </a:lnTo>
                  <a:lnTo>
                    <a:pt x="4" y="1375"/>
                  </a:lnTo>
                  <a:lnTo>
                    <a:pt x="1" y="1343"/>
                  </a:lnTo>
                  <a:lnTo>
                    <a:pt x="0" y="1310"/>
                  </a:lnTo>
                  <a:lnTo>
                    <a:pt x="0" y="1277"/>
                  </a:lnTo>
                  <a:lnTo>
                    <a:pt x="0" y="1244"/>
                  </a:lnTo>
                  <a:lnTo>
                    <a:pt x="1" y="1211"/>
                  </a:lnTo>
                  <a:lnTo>
                    <a:pt x="4" y="1179"/>
                  </a:lnTo>
                  <a:lnTo>
                    <a:pt x="6" y="1146"/>
                  </a:lnTo>
                  <a:lnTo>
                    <a:pt x="10" y="1114"/>
                  </a:lnTo>
                  <a:lnTo>
                    <a:pt x="15" y="1082"/>
                  </a:lnTo>
                  <a:lnTo>
                    <a:pt x="20" y="1051"/>
                  </a:lnTo>
                  <a:lnTo>
                    <a:pt x="26" y="1020"/>
                  </a:lnTo>
                  <a:lnTo>
                    <a:pt x="33" y="989"/>
                  </a:lnTo>
                  <a:lnTo>
                    <a:pt x="40" y="958"/>
                  </a:lnTo>
                  <a:lnTo>
                    <a:pt x="48" y="927"/>
                  </a:lnTo>
                  <a:lnTo>
                    <a:pt x="57" y="897"/>
                  </a:lnTo>
                  <a:lnTo>
                    <a:pt x="67" y="867"/>
                  </a:lnTo>
                  <a:lnTo>
                    <a:pt x="77" y="838"/>
                  </a:lnTo>
                  <a:lnTo>
                    <a:pt x="88" y="809"/>
                  </a:lnTo>
                  <a:lnTo>
                    <a:pt x="100" y="780"/>
                  </a:lnTo>
                  <a:lnTo>
                    <a:pt x="113" y="751"/>
                  </a:lnTo>
                  <a:lnTo>
                    <a:pt x="126" y="723"/>
                  </a:lnTo>
                  <a:lnTo>
                    <a:pt x="140" y="696"/>
                  </a:lnTo>
                  <a:lnTo>
                    <a:pt x="154" y="668"/>
                  </a:lnTo>
                  <a:lnTo>
                    <a:pt x="169" y="641"/>
                  </a:lnTo>
                  <a:lnTo>
                    <a:pt x="185" y="615"/>
                  </a:lnTo>
                  <a:lnTo>
                    <a:pt x="201" y="589"/>
                  </a:lnTo>
                  <a:lnTo>
                    <a:pt x="218" y="563"/>
                  </a:lnTo>
                  <a:lnTo>
                    <a:pt x="235" y="538"/>
                  </a:lnTo>
                  <a:lnTo>
                    <a:pt x="254" y="513"/>
                  </a:lnTo>
                  <a:lnTo>
                    <a:pt x="272" y="488"/>
                  </a:lnTo>
                  <a:lnTo>
                    <a:pt x="291" y="465"/>
                  </a:lnTo>
                  <a:lnTo>
                    <a:pt x="311" y="441"/>
                  </a:lnTo>
                  <a:lnTo>
                    <a:pt x="332" y="418"/>
                  </a:lnTo>
                  <a:lnTo>
                    <a:pt x="352" y="396"/>
                  </a:lnTo>
                  <a:lnTo>
                    <a:pt x="374" y="374"/>
                  </a:lnTo>
                  <a:lnTo>
                    <a:pt x="396" y="352"/>
                  </a:lnTo>
                  <a:lnTo>
                    <a:pt x="418" y="332"/>
                  </a:lnTo>
                  <a:lnTo>
                    <a:pt x="441" y="311"/>
                  </a:lnTo>
                  <a:lnTo>
                    <a:pt x="465" y="291"/>
                  </a:lnTo>
                  <a:lnTo>
                    <a:pt x="488" y="272"/>
                  </a:lnTo>
                  <a:lnTo>
                    <a:pt x="513" y="254"/>
                  </a:lnTo>
                  <a:lnTo>
                    <a:pt x="538" y="235"/>
                  </a:lnTo>
                  <a:lnTo>
                    <a:pt x="563" y="218"/>
                  </a:lnTo>
                  <a:lnTo>
                    <a:pt x="589" y="201"/>
                  </a:lnTo>
                  <a:lnTo>
                    <a:pt x="615" y="185"/>
                  </a:lnTo>
                  <a:lnTo>
                    <a:pt x="641" y="169"/>
                  </a:lnTo>
                  <a:lnTo>
                    <a:pt x="668" y="154"/>
                  </a:lnTo>
                  <a:lnTo>
                    <a:pt x="696" y="140"/>
                  </a:lnTo>
                  <a:lnTo>
                    <a:pt x="723" y="126"/>
                  </a:lnTo>
                  <a:lnTo>
                    <a:pt x="751" y="113"/>
                  </a:lnTo>
                  <a:lnTo>
                    <a:pt x="780" y="100"/>
                  </a:lnTo>
                  <a:lnTo>
                    <a:pt x="809" y="88"/>
                  </a:lnTo>
                  <a:lnTo>
                    <a:pt x="838" y="77"/>
                  </a:lnTo>
                  <a:lnTo>
                    <a:pt x="867" y="67"/>
                  </a:lnTo>
                  <a:lnTo>
                    <a:pt x="897" y="57"/>
                  </a:lnTo>
                  <a:lnTo>
                    <a:pt x="927" y="48"/>
                  </a:lnTo>
                  <a:lnTo>
                    <a:pt x="958" y="40"/>
                  </a:lnTo>
                  <a:lnTo>
                    <a:pt x="989" y="33"/>
                  </a:lnTo>
                  <a:lnTo>
                    <a:pt x="1020" y="26"/>
                  </a:lnTo>
                  <a:lnTo>
                    <a:pt x="1051" y="20"/>
                  </a:lnTo>
                  <a:lnTo>
                    <a:pt x="1082" y="15"/>
                  </a:lnTo>
                  <a:lnTo>
                    <a:pt x="1114" y="10"/>
                  </a:lnTo>
                  <a:lnTo>
                    <a:pt x="1146" y="6"/>
                  </a:lnTo>
                  <a:lnTo>
                    <a:pt x="1179" y="4"/>
                  </a:lnTo>
                  <a:lnTo>
                    <a:pt x="1211" y="1"/>
                  </a:lnTo>
                  <a:lnTo>
                    <a:pt x="1244" y="0"/>
                  </a:lnTo>
                  <a:lnTo>
                    <a:pt x="1277" y="0"/>
                  </a:lnTo>
                  <a:lnTo>
                    <a:pt x="1310" y="0"/>
                  </a:lnTo>
                  <a:lnTo>
                    <a:pt x="1343" y="1"/>
                  </a:lnTo>
                  <a:lnTo>
                    <a:pt x="1375" y="4"/>
                  </a:lnTo>
                  <a:lnTo>
                    <a:pt x="1407" y="6"/>
                  </a:lnTo>
                  <a:lnTo>
                    <a:pt x="1440" y="10"/>
                  </a:lnTo>
                  <a:lnTo>
                    <a:pt x="1471" y="15"/>
                  </a:lnTo>
                  <a:lnTo>
                    <a:pt x="1503" y="20"/>
                  </a:lnTo>
                  <a:lnTo>
                    <a:pt x="1534" y="26"/>
                  </a:lnTo>
                  <a:lnTo>
                    <a:pt x="1565" y="33"/>
                  </a:lnTo>
                  <a:lnTo>
                    <a:pt x="1596" y="40"/>
                  </a:lnTo>
                  <a:lnTo>
                    <a:pt x="1627" y="48"/>
                  </a:lnTo>
                  <a:lnTo>
                    <a:pt x="1657" y="57"/>
                  </a:lnTo>
                  <a:lnTo>
                    <a:pt x="1687" y="67"/>
                  </a:lnTo>
                  <a:lnTo>
                    <a:pt x="1716" y="77"/>
                  </a:lnTo>
                  <a:lnTo>
                    <a:pt x="1745" y="88"/>
                  </a:lnTo>
                  <a:lnTo>
                    <a:pt x="1774" y="100"/>
                  </a:lnTo>
                  <a:lnTo>
                    <a:pt x="1802" y="113"/>
                  </a:lnTo>
                  <a:lnTo>
                    <a:pt x="1831" y="126"/>
                  </a:lnTo>
                  <a:lnTo>
                    <a:pt x="1858" y="140"/>
                  </a:lnTo>
                  <a:lnTo>
                    <a:pt x="1886" y="154"/>
                  </a:lnTo>
                  <a:lnTo>
                    <a:pt x="1913" y="169"/>
                  </a:lnTo>
                  <a:lnTo>
                    <a:pt x="1939" y="185"/>
                  </a:lnTo>
                  <a:lnTo>
                    <a:pt x="1965" y="201"/>
                  </a:lnTo>
                  <a:lnTo>
                    <a:pt x="1991" y="218"/>
                  </a:lnTo>
                  <a:lnTo>
                    <a:pt x="2016" y="235"/>
                  </a:lnTo>
                  <a:lnTo>
                    <a:pt x="2041" y="254"/>
                  </a:lnTo>
                  <a:lnTo>
                    <a:pt x="2065" y="272"/>
                  </a:lnTo>
                  <a:lnTo>
                    <a:pt x="2089" y="291"/>
                  </a:lnTo>
                  <a:lnTo>
                    <a:pt x="2113" y="311"/>
                  </a:lnTo>
                  <a:lnTo>
                    <a:pt x="2136" y="332"/>
                  </a:lnTo>
                  <a:lnTo>
                    <a:pt x="2158" y="352"/>
                  </a:lnTo>
                  <a:lnTo>
                    <a:pt x="2180" y="374"/>
                  </a:lnTo>
                  <a:lnTo>
                    <a:pt x="2201" y="396"/>
                  </a:lnTo>
                  <a:lnTo>
                    <a:pt x="2222" y="418"/>
                  </a:lnTo>
                  <a:lnTo>
                    <a:pt x="2243" y="441"/>
                  </a:lnTo>
                  <a:lnTo>
                    <a:pt x="2262" y="465"/>
                  </a:lnTo>
                  <a:lnTo>
                    <a:pt x="2282" y="488"/>
                  </a:lnTo>
                  <a:lnTo>
                    <a:pt x="2300" y="513"/>
                  </a:lnTo>
                  <a:lnTo>
                    <a:pt x="2318" y="538"/>
                  </a:lnTo>
                  <a:lnTo>
                    <a:pt x="2336" y="563"/>
                  </a:lnTo>
                  <a:lnTo>
                    <a:pt x="2353" y="589"/>
                  </a:lnTo>
                  <a:lnTo>
                    <a:pt x="2369" y="615"/>
                  </a:lnTo>
                  <a:lnTo>
                    <a:pt x="2385" y="641"/>
                  </a:lnTo>
                  <a:lnTo>
                    <a:pt x="2400" y="668"/>
                  </a:lnTo>
                  <a:lnTo>
                    <a:pt x="2414" y="696"/>
                  </a:lnTo>
                  <a:lnTo>
                    <a:pt x="2428" y="723"/>
                  </a:lnTo>
                  <a:lnTo>
                    <a:pt x="2441" y="751"/>
                  </a:lnTo>
                  <a:lnTo>
                    <a:pt x="2454" y="780"/>
                  </a:lnTo>
                  <a:lnTo>
                    <a:pt x="2465" y="809"/>
                  </a:lnTo>
                  <a:lnTo>
                    <a:pt x="2477" y="838"/>
                  </a:lnTo>
                  <a:lnTo>
                    <a:pt x="2487" y="867"/>
                  </a:lnTo>
                  <a:lnTo>
                    <a:pt x="2497" y="897"/>
                  </a:lnTo>
                  <a:lnTo>
                    <a:pt x="2506" y="927"/>
                  </a:lnTo>
                  <a:lnTo>
                    <a:pt x="2514" y="958"/>
                  </a:lnTo>
                  <a:lnTo>
                    <a:pt x="2521" y="989"/>
                  </a:lnTo>
                  <a:lnTo>
                    <a:pt x="2528" y="1020"/>
                  </a:lnTo>
                  <a:lnTo>
                    <a:pt x="2534" y="1051"/>
                  </a:lnTo>
                  <a:lnTo>
                    <a:pt x="2539" y="1082"/>
                  </a:lnTo>
                  <a:lnTo>
                    <a:pt x="2544" y="1114"/>
                  </a:lnTo>
                  <a:lnTo>
                    <a:pt x="2547" y="1146"/>
                  </a:lnTo>
                  <a:lnTo>
                    <a:pt x="2550" y="1179"/>
                  </a:lnTo>
                  <a:lnTo>
                    <a:pt x="2552" y="1211"/>
                  </a:lnTo>
                  <a:lnTo>
                    <a:pt x="2554" y="1244"/>
                  </a:lnTo>
                  <a:lnTo>
                    <a:pt x="2554" y="1277"/>
                  </a:lnTo>
                  <a:close/>
                  <a:moveTo>
                    <a:pt x="1277" y="743"/>
                  </a:moveTo>
                  <a:lnTo>
                    <a:pt x="1263" y="743"/>
                  </a:lnTo>
                  <a:lnTo>
                    <a:pt x="1249" y="744"/>
                  </a:lnTo>
                  <a:lnTo>
                    <a:pt x="1236" y="745"/>
                  </a:lnTo>
                  <a:lnTo>
                    <a:pt x="1222" y="746"/>
                  </a:lnTo>
                  <a:lnTo>
                    <a:pt x="1208" y="748"/>
                  </a:lnTo>
                  <a:lnTo>
                    <a:pt x="1195" y="749"/>
                  </a:lnTo>
                  <a:lnTo>
                    <a:pt x="1182" y="752"/>
                  </a:lnTo>
                  <a:lnTo>
                    <a:pt x="1168" y="754"/>
                  </a:lnTo>
                  <a:lnTo>
                    <a:pt x="1155" y="757"/>
                  </a:lnTo>
                  <a:lnTo>
                    <a:pt x="1142" y="760"/>
                  </a:lnTo>
                  <a:lnTo>
                    <a:pt x="1130" y="764"/>
                  </a:lnTo>
                  <a:lnTo>
                    <a:pt x="1117" y="767"/>
                  </a:lnTo>
                  <a:lnTo>
                    <a:pt x="1104" y="772"/>
                  </a:lnTo>
                  <a:lnTo>
                    <a:pt x="1092" y="776"/>
                  </a:lnTo>
                  <a:lnTo>
                    <a:pt x="1080" y="781"/>
                  </a:lnTo>
                  <a:lnTo>
                    <a:pt x="1067" y="786"/>
                  </a:lnTo>
                  <a:lnTo>
                    <a:pt x="1055" y="791"/>
                  </a:lnTo>
                  <a:lnTo>
                    <a:pt x="1044" y="796"/>
                  </a:lnTo>
                  <a:lnTo>
                    <a:pt x="1032" y="802"/>
                  </a:lnTo>
                  <a:lnTo>
                    <a:pt x="1020" y="808"/>
                  </a:lnTo>
                  <a:lnTo>
                    <a:pt x="1009" y="815"/>
                  </a:lnTo>
                  <a:lnTo>
                    <a:pt x="998" y="821"/>
                  </a:lnTo>
                  <a:lnTo>
                    <a:pt x="987" y="828"/>
                  </a:lnTo>
                  <a:lnTo>
                    <a:pt x="976" y="835"/>
                  </a:lnTo>
                  <a:lnTo>
                    <a:pt x="955" y="850"/>
                  </a:lnTo>
                  <a:lnTo>
                    <a:pt x="935" y="866"/>
                  </a:lnTo>
                  <a:lnTo>
                    <a:pt x="915" y="883"/>
                  </a:lnTo>
                  <a:lnTo>
                    <a:pt x="896" y="901"/>
                  </a:lnTo>
                  <a:lnTo>
                    <a:pt x="879" y="920"/>
                  </a:lnTo>
                  <a:lnTo>
                    <a:pt x="862" y="939"/>
                  </a:lnTo>
                  <a:lnTo>
                    <a:pt x="846" y="959"/>
                  </a:lnTo>
                  <a:lnTo>
                    <a:pt x="831" y="980"/>
                  </a:lnTo>
                  <a:lnTo>
                    <a:pt x="824" y="991"/>
                  </a:lnTo>
                  <a:lnTo>
                    <a:pt x="817" y="1002"/>
                  </a:lnTo>
                  <a:lnTo>
                    <a:pt x="810" y="1013"/>
                  </a:lnTo>
                  <a:lnTo>
                    <a:pt x="804" y="1025"/>
                  </a:lnTo>
                  <a:lnTo>
                    <a:pt x="798" y="1036"/>
                  </a:lnTo>
                  <a:lnTo>
                    <a:pt x="792" y="1048"/>
                  </a:lnTo>
                  <a:lnTo>
                    <a:pt x="786" y="1060"/>
                  </a:lnTo>
                  <a:lnTo>
                    <a:pt x="781" y="1072"/>
                  </a:lnTo>
                  <a:lnTo>
                    <a:pt x="776" y="1084"/>
                  </a:lnTo>
                  <a:lnTo>
                    <a:pt x="771" y="1096"/>
                  </a:lnTo>
                  <a:lnTo>
                    <a:pt x="767" y="1109"/>
                  </a:lnTo>
                  <a:lnTo>
                    <a:pt x="763" y="1121"/>
                  </a:lnTo>
                  <a:lnTo>
                    <a:pt x="759" y="1134"/>
                  </a:lnTo>
                  <a:lnTo>
                    <a:pt x="756" y="1147"/>
                  </a:lnTo>
                  <a:lnTo>
                    <a:pt x="753" y="1160"/>
                  </a:lnTo>
                  <a:lnTo>
                    <a:pt x="750" y="1173"/>
                  </a:lnTo>
                  <a:lnTo>
                    <a:pt x="747" y="1186"/>
                  </a:lnTo>
                  <a:lnTo>
                    <a:pt x="745" y="1199"/>
                  </a:lnTo>
                  <a:lnTo>
                    <a:pt x="743" y="1213"/>
                  </a:lnTo>
                  <a:lnTo>
                    <a:pt x="742" y="1226"/>
                  </a:lnTo>
                  <a:lnTo>
                    <a:pt x="740" y="1240"/>
                  </a:lnTo>
                  <a:lnTo>
                    <a:pt x="740" y="1254"/>
                  </a:lnTo>
                  <a:lnTo>
                    <a:pt x="739" y="1267"/>
                  </a:lnTo>
                  <a:lnTo>
                    <a:pt x="739" y="1281"/>
                  </a:lnTo>
                  <a:lnTo>
                    <a:pt x="739" y="1295"/>
                  </a:lnTo>
                  <a:lnTo>
                    <a:pt x="740" y="1309"/>
                  </a:lnTo>
                  <a:lnTo>
                    <a:pt x="740" y="1323"/>
                  </a:lnTo>
                  <a:lnTo>
                    <a:pt x="742" y="1336"/>
                  </a:lnTo>
                  <a:lnTo>
                    <a:pt x="743" y="1350"/>
                  </a:lnTo>
                  <a:lnTo>
                    <a:pt x="745" y="1363"/>
                  </a:lnTo>
                  <a:lnTo>
                    <a:pt x="747" y="1377"/>
                  </a:lnTo>
                  <a:lnTo>
                    <a:pt x="750" y="1390"/>
                  </a:lnTo>
                  <a:lnTo>
                    <a:pt x="753" y="1403"/>
                  </a:lnTo>
                  <a:lnTo>
                    <a:pt x="756" y="1416"/>
                  </a:lnTo>
                  <a:lnTo>
                    <a:pt x="759" y="1429"/>
                  </a:lnTo>
                  <a:lnTo>
                    <a:pt x="763" y="1441"/>
                  </a:lnTo>
                  <a:lnTo>
                    <a:pt x="767" y="1454"/>
                  </a:lnTo>
                  <a:lnTo>
                    <a:pt x="771" y="1466"/>
                  </a:lnTo>
                  <a:lnTo>
                    <a:pt x="776" y="1479"/>
                  </a:lnTo>
                  <a:lnTo>
                    <a:pt x="781" y="1491"/>
                  </a:lnTo>
                  <a:lnTo>
                    <a:pt x="786" y="1503"/>
                  </a:lnTo>
                  <a:lnTo>
                    <a:pt x="792" y="1515"/>
                  </a:lnTo>
                  <a:lnTo>
                    <a:pt x="798" y="1526"/>
                  </a:lnTo>
                  <a:lnTo>
                    <a:pt x="804" y="1538"/>
                  </a:lnTo>
                  <a:lnTo>
                    <a:pt x="810" y="1549"/>
                  </a:lnTo>
                  <a:lnTo>
                    <a:pt x="817" y="1560"/>
                  </a:lnTo>
                  <a:lnTo>
                    <a:pt x="824" y="1571"/>
                  </a:lnTo>
                  <a:lnTo>
                    <a:pt x="831" y="1582"/>
                  </a:lnTo>
                  <a:lnTo>
                    <a:pt x="846" y="1603"/>
                  </a:lnTo>
                  <a:lnTo>
                    <a:pt x="862" y="1624"/>
                  </a:lnTo>
                  <a:lnTo>
                    <a:pt x="879" y="1643"/>
                  </a:lnTo>
                  <a:lnTo>
                    <a:pt x="896" y="1662"/>
                  </a:lnTo>
                  <a:lnTo>
                    <a:pt x="915" y="1680"/>
                  </a:lnTo>
                  <a:lnTo>
                    <a:pt x="935" y="1697"/>
                  </a:lnTo>
                  <a:lnTo>
                    <a:pt x="955" y="1713"/>
                  </a:lnTo>
                  <a:lnTo>
                    <a:pt x="976" y="1728"/>
                  </a:lnTo>
                  <a:lnTo>
                    <a:pt x="987" y="1735"/>
                  </a:lnTo>
                  <a:lnTo>
                    <a:pt x="998" y="1742"/>
                  </a:lnTo>
                  <a:lnTo>
                    <a:pt x="1009" y="1748"/>
                  </a:lnTo>
                  <a:lnTo>
                    <a:pt x="1020" y="1754"/>
                  </a:lnTo>
                  <a:lnTo>
                    <a:pt x="1032" y="1761"/>
                  </a:lnTo>
                  <a:lnTo>
                    <a:pt x="1044" y="1766"/>
                  </a:lnTo>
                  <a:lnTo>
                    <a:pt x="1055" y="1772"/>
                  </a:lnTo>
                  <a:lnTo>
                    <a:pt x="1067" y="1777"/>
                  </a:lnTo>
                  <a:lnTo>
                    <a:pt x="1080" y="1782"/>
                  </a:lnTo>
                  <a:lnTo>
                    <a:pt x="1092" y="1787"/>
                  </a:lnTo>
                  <a:lnTo>
                    <a:pt x="1104" y="1791"/>
                  </a:lnTo>
                  <a:lnTo>
                    <a:pt x="1117" y="1795"/>
                  </a:lnTo>
                  <a:lnTo>
                    <a:pt x="1130" y="1799"/>
                  </a:lnTo>
                  <a:lnTo>
                    <a:pt x="1142" y="1802"/>
                  </a:lnTo>
                  <a:lnTo>
                    <a:pt x="1155" y="1806"/>
                  </a:lnTo>
                  <a:lnTo>
                    <a:pt x="1168" y="1808"/>
                  </a:lnTo>
                  <a:lnTo>
                    <a:pt x="1182" y="1811"/>
                  </a:lnTo>
                  <a:lnTo>
                    <a:pt x="1195" y="1813"/>
                  </a:lnTo>
                  <a:lnTo>
                    <a:pt x="1208" y="1815"/>
                  </a:lnTo>
                  <a:lnTo>
                    <a:pt x="1222" y="1817"/>
                  </a:lnTo>
                  <a:lnTo>
                    <a:pt x="1236" y="1818"/>
                  </a:lnTo>
                  <a:lnTo>
                    <a:pt x="1249" y="1819"/>
                  </a:lnTo>
                  <a:lnTo>
                    <a:pt x="1263" y="1819"/>
                  </a:lnTo>
                  <a:lnTo>
                    <a:pt x="1277" y="1819"/>
                  </a:lnTo>
                  <a:lnTo>
                    <a:pt x="1291" y="1819"/>
                  </a:lnTo>
                  <a:lnTo>
                    <a:pt x="1305" y="1819"/>
                  </a:lnTo>
                  <a:lnTo>
                    <a:pt x="1318" y="1818"/>
                  </a:lnTo>
                  <a:lnTo>
                    <a:pt x="1332" y="1817"/>
                  </a:lnTo>
                  <a:lnTo>
                    <a:pt x="1345" y="1815"/>
                  </a:lnTo>
                  <a:lnTo>
                    <a:pt x="1359" y="1813"/>
                  </a:lnTo>
                  <a:lnTo>
                    <a:pt x="1372" y="1811"/>
                  </a:lnTo>
                  <a:lnTo>
                    <a:pt x="1385" y="1808"/>
                  </a:lnTo>
                  <a:lnTo>
                    <a:pt x="1398" y="1806"/>
                  </a:lnTo>
                  <a:lnTo>
                    <a:pt x="1411" y="1802"/>
                  </a:lnTo>
                  <a:lnTo>
                    <a:pt x="1424" y="1799"/>
                  </a:lnTo>
                  <a:lnTo>
                    <a:pt x="1437" y="1795"/>
                  </a:lnTo>
                  <a:lnTo>
                    <a:pt x="1449" y="1791"/>
                  </a:lnTo>
                  <a:lnTo>
                    <a:pt x="1462" y="1787"/>
                  </a:lnTo>
                  <a:lnTo>
                    <a:pt x="1474" y="1782"/>
                  </a:lnTo>
                  <a:lnTo>
                    <a:pt x="1486" y="1777"/>
                  </a:lnTo>
                  <a:lnTo>
                    <a:pt x="1498" y="1772"/>
                  </a:lnTo>
                  <a:lnTo>
                    <a:pt x="1510" y="1766"/>
                  </a:lnTo>
                  <a:lnTo>
                    <a:pt x="1522" y="1761"/>
                  </a:lnTo>
                  <a:lnTo>
                    <a:pt x="1533" y="1754"/>
                  </a:lnTo>
                  <a:lnTo>
                    <a:pt x="1545" y="1748"/>
                  </a:lnTo>
                  <a:lnTo>
                    <a:pt x="1556" y="1742"/>
                  </a:lnTo>
                  <a:lnTo>
                    <a:pt x="1567" y="1735"/>
                  </a:lnTo>
                  <a:lnTo>
                    <a:pt x="1578" y="1728"/>
                  </a:lnTo>
                  <a:lnTo>
                    <a:pt x="1599" y="1713"/>
                  </a:lnTo>
                  <a:lnTo>
                    <a:pt x="1619" y="1697"/>
                  </a:lnTo>
                  <a:lnTo>
                    <a:pt x="1639" y="1680"/>
                  </a:lnTo>
                  <a:lnTo>
                    <a:pt x="1657" y="1662"/>
                  </a:lnTo>
                  <a:lnTo>
                    <a:pt x="1675" y="1643"/>
                  </a:lnTo>
                  <a:lnTo>
                    <a:pt x="1692" y="1624"/>
                  </a:lnTo>
                  <a:lnTo>
                    <a:pt x="1708" y="1603"/>
                  </a:lnTo>
                  <a:lnTo>
                    <a:pt x="1723" y="1582"/>
                  </a:lnTo>
                  <a:lnTo>
                    <a:pt x="1730" y="1571"/>
                  </a:lnTo>
                  <a:lnTo>
                    <a:pt x="1737" y="1560"/>
                  </a:lnTo>
                  <a:lnTo>
                    <a:pt x="1744" y="1549"/>
                  </a:lnTo>
                  <a:lnTo>
                    <a:pt x="1750" y="1538"/>
                  </a:lnTo>
                  <a:lnTo>
                    <a:pt x="1756" y="1526"/>
                  </a:lnTo>
                  <a:lnTo>
                    <a:pt x="1762" y="1515"/>
                  </a:lnTo>
                  <a:lnTo>
                    <a:pt x="1767" y="1503"/>
                  </a:lnTo>
                  <a:lnTo>
                    <a:pt x="1773" y="1491"/>
                  </a:lnTo>
                  <a:lnTo>
                    <a:pt x="1778" y="1479"/>
                  </a:lnTo>
                  <a:lnTo>
                    <a:pt x="1782" y="1466"/>
                  </a:lnTo>
                  <a:lnTo>
                    <a:pt x="1787" y="1454"/>
                  </a:lnTo>
                  <a:lnTo>
                    <a:pt x="1791" y="1441"/>
                  </a:lnTo>
                  <a:lnTo>
                    <a:pt x="1795" y="1429"/>
                  </a:lnTo>
                  <a:lnTo>
                    <a:pt x="1798" y="1416"/>
                  </a:lnTo>
                  <a:lnTo>
                    <a:pt x="1801" y="1403"/>
                  </a:lnTo>
                  <a:lnTo>
                    <a:pt x="1804" y="1390"/>
                  </a:lnTo>
                  <a:lnTo>
                    <a:pt x="1807" y="1377"/>
                  </a:lnTo>
                  <a:lnTo>
                    <a:pt x="1809" y="1363"/>
                  </a:lnTo>
                  <a:lnTo>
                    <a:pt x="1811" y="1350"/>
                  </a:lnTo>
                  <a:lnTo>
                    <a:pt x="1812" y="1336"/>
                  </a:lnTo>
                  <a:lnTo>
                    <a:pt x="1813" y="1323"/>
                  </a:lnTo>
                  <a:lnTo>
                    <a:pt x="1814" y="1309"/>
                  </a:lnTo>
                  <a:lnTo>
                    <a:pt x="1815" y="1295"/>
                  </a:lnTo>
                  <a:lnTo>
                    <a:pt x="1815" y="1281"/>
                  </a:lnTo>
                  <a:lnTo>
                    <a:pt x="1815" y="1267"/>
                  </a:lnTo>
                  <a:lnTo>
                    <a:pt x="1814" y="1254"/>
                  </a:lnTo>
                  <a:lnTo>
                    <a:pt x="1813" y="1240"/>
                  </a:lnTo>
                  <a:lnTo>
                    <a:pt x="1812" y="1226"/>
                  </a:lnTo>
                  <a:lnTo>
                    <a:pt x="1811" y="1213"/>
                  </a:lnTo>
                  <a:lnTo>
                    <a:pt x="1809" y="1199"/>
                  </a:lnTo>
                  <a:lnTo>
                    <a:pt x="1807" y="1186"/>
                  </a:lnTo>
                  <a:lnTo>
                    <a:pt x="1804" y="1173"/>
                  </a:lnTo>
                  <a:lnTo>
                    <a:pt x="1801" y="1160"/>
                  </a:lnTo>
                  <a:lnTo>
                    <a:pt x="1798" y="1147"/>
                  </a:lnTo>
                  <a:lnTo>
                    <a:pt x="1795" y="1134"/>
                  </a:lnTo>
                  <a:lnTo>
                    <a:pt x="1791" y="1121"/>
                  </a:lnTo>
                  <a:lnTo>
                    <a:pt x="1787" y="1109"/>
                  </a:lnTo>
                  <a:lnTo>
                    <a:pt x="1782" y="1096"/>
                  </a:lnTo>
                  <a:lnTo>
                    <a:pt x="1778" y="1084"/>
                  </a:lnTo>
                  <a:lnTo>
                    <a:pt x="1773" y="1072"/>
                  </a:lnTo>
                  <a:lnTo>
                    <a:pt x="1767" y="1060"/>
                  </a:lnTo>
                  <a:lnTo>
                    <a:pt x="1762" y="1048"/>
                  </a:lnTo>
                  <a:lnTo>
                    <a:pt x="1756" y="1036"/>
                  </a:lnTo>
                  <a:lnTo>
                    <a:pt x="1750" y="1025"/>
                  </a:lnTo>
                  <a:lnTo>
                    <a:pt x="1744" y="1013"/>
                  </a:lnTo>
                  <a:lnTo>
                    <a:pt x="1737" y="1002"/>
                  </a:lnTo>
                  <a:lnTo>
                    <a:pt x="1730" y="991"/>
                  </a:lnTo>
                  <a:lnTo>
                    <a:pt x="1723" y="980"/>
                  </a:lnTo>
                  <a:lnTo>
                    <a:pt x="1708" y="959"/>
                  </a:lnTo>
                  <a:lnTo>
                    <a:pt x="1692" y="939"/>
                  </a:lnTo>
                  <a:lnTo>
                    <a:pt x="1675" y="920"/>
                  </a:lnTo>
                  <a:lnTo>
                    <a:pt x="1657" y="901"/>
                  </a:lnTo>
                  <a:lnTo>
                    <a:pt x="1639" y="883"/>
                  </a:lnTo>
                  <a:lnTo>
                    <a:pt x="1619" y="866"/>
                  </a:lnTo>
                  <a:lnTo>
                    <a:pt x="1599" y="850"/>
                  </a:lnTo>
                  <a:lnTo>
                    <a:pt x="1578" y="835"/>
                  </a:lnTo>
                  <a:lnTo>
                    <a:pt x="1567" y="828"/>
                  </a:lnTo>
                  <a:lnTo>
                    <a:pt x="1556" y="821"/>
                  </a:lnTo>
                  <a:lnTo>
                    <a:pt x="1545" y="815"/>
                  </a:lnTo>
                  <a:lnTo>
                    <a:pt x="1533" y="808"/>
                  </a:lnTo>
                  <a:lnTo>
                    <a:pt x="1522" y="802"/>
                  </a:lnTo>
                  <a:lnTo>
                    <a:pt x="1510" y="796"/>
                  </a:lnTo>
                  <a:lnTo>
                    <a:pt x="1498" y="791"/>
                  </a:lnTo>
                  <a:lnTo>
                    <a:pt x="1486" y="786"/>
                  </a:lnTo>
                  <a:lnTo>
                    <a:pt x="1474" y="781"/>
                  </a:lnTo>
                  <a:lnTo>
                    <a:pt x="1462" y="776"/>
                  </a:lnTo>
                  <a:lnTo>
                    <a:pt x="1449" y="772"/>
                  </a:lnTo>
                  <a:lnTo>
                    <a:pt x="1437" y="767"/>
                  </a:lnTo>
                  <a:lnTo>
                    <a:pt x="1424" y="764"/>
                  </a:lnTo>
                  <a:lnTo>
                    <a:pt x="1411" y="760"/>
                  </a:lnTo>
                  <a:lnTo>
                    <a:pt x="1398" y="757"/>
                  </a:lnTo>
                  <a:lnTo>
                    <a:pt x="1385" y="754"/>
                  </a:lnTo>
                  <a:lnTo>
                    <a:pt x="1372" y="752"/>
                  </a:lnTo>
                  <a:lnTo>
                    <a:pt x="1359" y="749"/>
                  </a:lnTo>
                  <a:lnTo>
                    <a:pt x="1345" y="748"/>
                  </a:lnTo>
                  <a:lnTo>
                    <a:pt x="1332" y="746"/>
                  </a:lnTo>
                  <a:lnTo>
                    <a:pt x="1318" y="745"/>
                  </a:lnTo>
                  <a:lnTo>
                    <a:pt x="1305" y="744"/>
                  </a:lnTo>
                  <a:lnTo>
                    <a:pt x="1291" y="743"/>
                  </a:lnTo>
                  <a:lnTo>
                    <a:pt x="1277" y="743"/>
                  </a:lnTo>
                  <a:close/>
                </a:path>
              </a:pathLst>
            </a:custGeom>
            <a:solidFill>
              <a:schemeClr val="bg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330" dirty="0">
                  <a:solidFill>
                    <a:schemeClr val="bg2"/>
                  </a:solidFill>
                </a:rPr>
                <a:t>                 </a:t>
              </a:r>
              <a:r>
                <a:rPr lang="en-US" sz="1600" b="1" dirty="0">
                  <a:solidFill>
                    <a:schemeClr val="bg2"/>
                  </a:solidFill>
                </a:rPr>
                <a:t>Schemes - Examples</a:t>
              </a:r>
              <a:endParaRPr lang="en-US" sz="1330" b="1" dirty="0">
                <a:solidFill>
                  <a:schemeClr val="bg2"/>
                </a:solidFill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xmlns="" id="{6BE1D9D0-8804-4478-B492-E677C4831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2001"/>
              <a:ext cx="476" cy="362"/>
            </a:xfrm>
            <a:custGeom>
              <a:avLst/>
              <a:gdLst>
                <a:gd name="T0" fmla="*/ 0 w 1325"/>
                <a:gd name="T1" fmla="*/ 1 h 1008"/>
                <a:gd name="T2" fmla="*/ 1 w 1325"/>
                <a:gd name="T3" fmla="*/ 1 h 1008"/>
                <a:gd name="T4" fmla="*/ 2 w 1325"/>
                <a:gd name="T5" fmla="*/ 0 h 1008"/>
                <a:gd name="T6" fmla="*/ 3 w 1325"/>
                <a:gd name="T7" fmla="*/ 0 h 1008"/>
                <a:gd name="T8" fmla="*/ 5 w 1325"/>
                <a:gd name="T9" fmla="*/ 0 h 1008"/>
                <a:gd name="T10" fmla="*/ 5 w 1325"/>
                <a:gd name="T11" fmla="*/ 0 h 1008"/>
                <a:gd name="T12" fmla="*/ 6 w 1325"/>
                <a:gd name="T13" fmla="*/ 0 h 1008"/>
                <a:gd name="T14" fmla="*/ 7 w 1325"/>
                <a:gd name="T15" fmla="*/ 0 h 1008"/>
                <a:gd name="T16" fmla="*/ 8 w 1325"/>
                <a:gd name="T17" fmla="*/ 0 h 1008"/>
                <a:gd name="T18" fmla="*/ 9 w 1325"/>
                <a:gd name="T19" fmla="*/ 0 h 1008"/>
                <a:gd name="T20" fmla="*/ 10 w 1325"/>
                <a:gd name="T21" fmla="*/ 0 h 1008"/>
                <a:gd name="T22" fmla="*/ 11 w 1325"/>
                <a:gd name="T23" fmla="*/ 1 h 1008"/>
                <a:gd name="T24" fmla="*/ 12 w 1325"/>
                <a:gd name="T25" fmla="*/ 1 h 1008"/>
                <a:gd name="T26" fmla="*/ 13 w 1325"/>
                <a:gd name="T27" fmla="*/ 1 h 1008"/>
                <a:gd name="T28" fmla="*/ 14 w 1325"/>
                <a:gd name="T29" fmla="*/ 2 h 1008"/>
                <a:gd name="T30" fmla="*/ 15 w 1325"/>
                <a:gd name="T31" fmla="*/ 3 h 1008"/>
                <a:gd name="T32" fmla="*/ 15 w 1325"/>
                <a:gd name="T33" fmla="*/ 3 h 1008"/>
                <a:gd name="T34" fmla="*/ 16 w 1325"/>
                <a:gd name="T35" fmla="*/ 3 h 1008"/>
                <a:gd name="T36" fmla="*/ 16 w 1325"/>
                <a:gd name="T37" fmla="*/ 4 h 1008"/>
                <a:gd name="T38" fmla="*/ 17 w 1325"/>
                <a:gd name="T39" fmla="*/ 4 h 1008"/>
                <a:gd name="T40" fmla="*/ 17 w 1325"/>
                <a:gd name="T41" fmla="*/ 4 h 1008"/>
                <a:gd name="T42" fmla="*/ 17 w 1325"/>
                <a:gd name="T43" fmla="*/ 5 h 1008"/>
                <a:gd name="T44" fmla="*/ 18 w 1325"/>
                <a:gd name="T45" fmla="*/ 5 h 1008"/>
                <a:gd name="T46" fmla="*/ 18 w 1325"/>
                <a:gd name="T47" fmla="*/ 6 h 1008"/>
                <a:gd name="T48" fmla="*/ 19 w 1325"/>
                <a:gd name="T49" fmla="*/ 6 h 1008"/>
                <a:gd name="T50" fmla="*/ 19 w 1325"/>
                <a:gd name="T51" fmla="*/ 7 h 1008"/>
                <a:gd name="T52" fmla="*/ 19 w 1325"/>
                <a:gd name="T53" fmla="*/ 8 h 1008"/>
                <a:gd name="T54" fmla="*/ 20 w 1325"/>
                <a:gd name="T55" fmla="*/ 8 h 1008"/>
                <a:gd name="T56" fmla="*/ 20 w 1325"/>
                <a:gd name="T57" fmla="*/ 9 h 1008"/>
                <a:gd name="T58" fmla="*/ 20 w 1325"/>
                <a:gd name="T59" fmla="*/ 10 h 1008"/>
                <a:gd name="T60" fmla="*/ 20 w 1325"/>
                <a:gd name="T61" fmla="*/ 10 h 1008"/>
                <a:gd name="T62" fmla="*/ 21 w 1325"/>
                <a:gd name="T63" fmla="*/ 11 h 1008"/>
                <a:gd name="T64" fmla="*/ 21 w 1325"/>
                <a:gd name="T65" fmla="*/ 12 h 1008"/>
                <a:gd name="T66" fmla="*/ 22 w 1325"/>
                <a:gd name="T67" fmla="*/ 14 h 1008"/>
                <a:gd name="T68" fmla="*/ 22 w 1325"/>
                <a:gd name="T69" fmla="*/ 16 h 100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325"/>
                <a:gd name="T106" fmla="*/ 0 h 1008"/>
                <a:gd name="T107" fmla="*/ 1325 w 1325"/>
                <a:gd name="T108" fmla="*/ 1008 h 100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325" h="1008">
                  <a:moveTo>
                    <a:pt x="0" y="49"/>
                  </a:moveTo>
                  <a:lnTo>
                    <a:pt x="13" y="45"/>
                  </a:lnTo>
                  <a:lnTo>
                    <a:pt x="29" y="41"/>
                  </a:lnTo>
                  <a:lnTo>
                    <a:pt x="50" y="36"/>
                  </a:lnTo>
                  <a:lnTo>
                    <a:pt x="76" y="30"/>
                  </a:lnTo>
                  <a:lnTo>
                    <a:pt x="108" y="23"/>
                  </a:lnTo>
                  <a:lnTo>
                    <a:pt x="143" y="17"/>
                  </a:lnTo>
                  <a:lnTo>
                    <a:pt x="183" y="11"/>
                  </a:lnTo>
                  <a:lnTo>
                    <a:pt x="227" y="6"/>
                  </a:lnTo>
                  <a:lnTo>
                    <a:pt x="273" y="3"/>
                  </a:lnTo>
                  <a:lnTo>
                    <a:pt x="298" y="1"/>
                  </a:lnTo>
                  <a:lnTo>
                    <a:pt x="323" y="0"/>
                  </a:lnTo>
                  <a:lnTo>
                    <a:pt x="348" y="0"/>
                  </a:lnTo>
                  <a:lnTo>
                    <a:pt x="375" y="0"/>
                  </a:lnTo>
                  <a:lnTo>
                    <a:pt x="401" y="1"/>
                  </a:lnTo>
                  <a:lnTo>
                    <a:pt x="429" y="3"/>
                  </a:lnTo>
                  <a:lnTo>
                    <a:pt x="456" y="5"/>
                  </a:lnTo>
                  <a:lnTo>
                    <a:pt x="484" y="8"/>
                  </a:lnTo>
                  <a:lnTo>
                    <a:pt x="513" y="11"/>
                  </a:lnTo>
                  <a:lnTo>
                    <a:pt x="541" y="16"/>
                  </a:lnTo>
                  <a:lnTo>
                    <a:pt x="570" y="21"/>
                  </a:lnTo>
                  <a:lnTo>
                    <a:pt x="599" y="28"/>
                  </a:lnTo>
                  <a:lnTo>
                    <a:pt x="628" y="35"/>
                  </a:lnTo>
                  <a:lnTo>
                    <a:pt x="657" y="43"/>
                  </a:lnTo>
                  <a:lnTo>
                    <a:pt x="687" y="53"/>
                  </a:lnTo>
                  <a:lnTo>
                    <a:pt x="716" y="63"/>
                  </a:lnTo>
                  <a:lnTo>
                    <a:pt x="745" y="75"/>
                  </a:lnTo>
                  <a:lnTo>
                    <a:pt x="774" y="88"/>
                  </a:lnTo>
                  <a:lnTo>
                    <a:pt x="803" y="102"/>
                  </a:lnTo>
                  <a:lnTo>
                    <a:pt x="831" y="118"/>
                  </a:lnTo>
                  <a:lnTo>
                    <a:pt x="860" y="135"/>
                  </a:lnTo>
                  <a:lnTo>
                    <a:pt x="888" y="153"/>
                  </a:lnTo>
                  <a:lnTo>
                    <a:pt x="902" y="162"/>
                  </a:lnTo>
                  <a:lnTo>
                    <a:pt x="915" y="173"/>
                  </a:lnTo>
                  <a:lnTo>
                    <a:pt x="929" y="183"/>
                  </a:lnTo>
                  <a:lnTo>
                    <a:pt x="943" y="194"/>
                  </a:lnTo>
                  <a:lnTo>
                    <a:pt x="956" y="205"/>
                  </a:lnTo>
                  <a:lnTo>
                    <a:pt x="969" y="217"/>
                  </a:lnTo>
                  <a:lnTo>
                    <a:pt x="983" y="229"/>
                  </a:lnTo>
                  <a:lnTo>
                    <a:pt x="996" y="241"/>
                  </a:lnTo>
                  <a:lnTo>
                    <a:pt x="1009" y="254"/>
                  </a:lnTo>
                  <a:lnTo>
                    <a:pt x="1021" y="267"/>
                  </a:lnTo>
                  <a:lnTo>
                    <a:pt x="1034" y="281"/>
                  </a:lnTo>
                  <a:lnTo>
                    <a:pt x="1047" y="295"/>
                  </a:lnTo>
                  <a:lnTo>
                    <a:pt x="1059" y="309"/>
                  </a:lnTo>
                  <a:lnTo>
                    <a:pt x="1071" y="324"/>
                  </a:lnTo>
                  <a:lnTo>
                    <a:pt x="1083" y="340"/>
                  </a:lnTo>
                  <a:lnTo>
                    <a:pt x="1095" y="355"/>
                  </a:lnTo>
                  <a:lnTo>
                    <a:pt x="1106" y="372"/>
                  </a:lnTo>
                  <a:lnTo>
                    <a:pt x="1118" y="388"/>
                  </a:lnTo>
                  <a:lnTo>
                    <a:pt x="1129" y="406"/>
                  </a:lnTo>
                  <a:lnTo>
                    <a:pt x="1140" y="423"/>
                  </a:lnTo>
                  <a:lnTo>
                    <a:pt x="1151" y="442"/>
                  </a:lnTo>
                  <a:lnTo>
                    <a:pt x="1161" y="460"/>
                  </a:lnTo>
                  <a:lnTo>
                    <a:pt x="1171" y="480"/>
                  </a:lnTo>
                  <a:lnTo>
                    <a:pt x="1181" y="499"/>
                  </a:lnTo>
                  <a:lnTo>
                    <a:pt x="1191" y="520"/>
                  </a:lnTo>
                  <a:lnTo>
                    <a:pt x="1201" y="540"/>
                  </a:lnTo>
                  <a:lnTo>
                    <a:pt x="1210" y="561"/>
                  </a:lnTo>
                  <a:lnTo>
                    <a:pt x="1219" y="583"/>
                  </a:lnTo>
                  <a:lnTo>
                    <a:pt x="1228" y="606"/>
                  </a:lnTo>
                  <a:lnTo>
                    <a:pt x="1237" y="628"/>
                  </a:lnTo>
                  <a:lnTo>
                    <a:pt x="1245" y="652"/>
                  </a:lnTo>
                  <a:lnTo>
                    <a:pt x="1253" y="676"/>
                  </a:lnTo>
                  <a:lnTo>
                    <a:pt x="1261" y="700"/>
                  </a:lnTo>
                  <a:lnTo>
                    <a:pt x="1268" y="725"/>
                  </a:lnTo>
                  <a:lnTo>
                    <a:pt x="1282" y="777"/>
                  </a:lnTo>
                  <a:lnTo>
                    <a:pt x="1295" y="831"/>
                  </a:lnTo>
                  <a:lnTo>
                    <a:pt x="1306" y="888"/>
                  </a:lnTo>
                  <a:lnTo>
                    <a:pt x="1316" y="947"/>
                  </a:lnTo>
                  <a:lnTo>
                    <a:pt x="1325" y="100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330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4930EF20-362A-4823-A223-637BFD0D9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2093"/>
              <a:ext cx="332" cy="479"/>
            </a:xfrm>
            <a:custGeom>
              <a:avLst/>
              <a:gdLst>
                <a:gd name="T0" fmla="*/ 15 w 925"/>
                <a:gd name="T1" fmla="*/ 0 h 1332"/>
                <a:gd name="T2" fmla="*/ 15 w 925"/>
                <a:gd name="T3" fmla="*/ 1 h 1332"/>
                <a:gd name="T4" fmla="*/ 15 w 925"/>
                <a:gd name="T5" fmla="*/ 2 h 1332"/>
                <a:gd name="T6" fmla="*/ 15 w 925"/>
                <a:gd name="T7" fmla="*/ 3 h 1332"/>
                <a:gd name="T8" fmla="*/ 15 w 925"/>
                <a:gd name="T9" fmla="*/ 5 h 1332"/>
                <a:gd name="T10" fmla="*/ 15 w 925"/>
                <a:gd name="T11" fmla="*/ 5 h 1332"/>
                <a:gd name="T12" fmla="*/ 15 w 925"/>
                <a:gd name="T13" fmla="*/ 6 h 1332"/>
                <a:gd name="T14" fmla="*/ 15 w 925"/>
                <a:gd name="T15" fmla="*/ 7 h 1332"/>
                <a:gd name="T16" fmla="*/ 15 w 925"/>
                <a:gd name="T17" fmla="*/ 8 h 1332"/>
                <a:gd name="T18" fmla="*/ 15 w 925"/>
                <a:gd name="T19" fmla="*/ 9 h 1332"/>
                <a:gd name="T20" fmla="*/ 15 w 925"/>
                <a:gd name="T21" fmla="*/ 10 h 1332"/>
                <a:gd name="T22" fmla="*/ 15 w 925"/>
                <a:gd name="T23" fmla="*/ 11 h 1332"/>
                <a:gd name="T24" fmla="*/ 14 w 925"/>
                <a:gd name="T25" fmla="*/ 12 h 1332"/>
                <a:gd name="T26" fmla="*/ 14 w 925"/>
                <a:gd name="T27" fmla="*/ 13 h 1332"/>
                <a:gd name="T28" fmla="*/ 14 w 925"/>
                <a:gd name="T29" fmla="*/ 14 h 1332"/>
                <a:gd name="T30" fmla="*/ 13 w 925"/>
                <a:gd name="T31" fmla="*/ 15 h 1332"/>
                <a:gd name="T32" fmla="*/ 13 w 925"/>
                <a:gd name="T33" fmla="*/ 16 h 1332"/>
                <a:gd name="T34" fmla="*/ 12 w 925"/>
                <a:gd name="T35" fmla="*/ 16 h 1332"/>
                <a:gd name="T36" fmla="*/ 12 w 925"/>
                <a:gd name="T37" fmla="*/ 17 h 1332"/>
                <a:gd name="T38" fmla="*/ 11 w 925"/>
                <a:gd name="T39" fmla="*/ 17 h 1332"/>
                <a:gd name="T40" fmla="*/ 11 w 925"/>
                <a:gd name="T41" fmla="*/ 18 h 1332"/>
                <a:gd name="T42" fmla="*/ 10 w 925"/>
                <a:gd name="T43" fmla="*/ 18 h 1332"/>
                <a:gd name="T44" fmla="*/ 10 w 925"/>
                <a:gd name="T45" fmla="*/ 18 h 1332"/>
                <a:gd name="T46" fmla="*/ 10 w 925"/>
                <a:gd name="T47" fmla="*/ 19 h 1332"/>
                <a:gd name="T48" fmla="*/ 9 w 925"/>
                <a:gd name="T49" fmla="*/ 19 h 1332"/>
                <a:gd name="T50" fmla="*/ 8 w 925"/>
                <a:gd name="T51" fmla="*/ 19 h 1332"/>
                <a:gd name="T52" fmla="*/ 8 w 925"/>
                <a:gd name="T53" fmla="*/ 20 h 1332"/>
                <a:gd name="T54" fmla="*/ 7 w 925"/>
                <a:gd name="T55" fmla="*/ 20 h 1332"/>
                <a:gd name="T56" fmla="*/ 6 w 925"/>
                <a:gd name="T57" fmla="*/ 20 h 1332"/>
                <a:gd name="T58" fmla="*/ 6 w 925"/>
                <a:gd name="T59" fmla="*/ 21 h 1332"/>
                <a:gd name="T60" fmla="*/ 5 w 925"/>
                <a:gd name="T61" fmla="*/ 21 h 1332"/>
                <a:gd name="T62" fmla="*/ 4 w 925"/>
                <a:gd name="T63" fmla="*/ 21 h 1332"/>
                <a:gd name="T64" fmla="*/ 4 w 925"/>
                <a:gd name="T65" fmla="*/ 22 h 1332"/>
                <a:gd name="T66" fmla="*/ 2 w 925"/>
                <a:gd name="T67" fmla="*/ 22 h 1332"/>
                <a:gd name="T68" fmla="*/ 0 w 925"/>
                <a:gd name="T69" fmla="*/ 22 h 133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925"/>
                <a:gd name="T106" fmla="*/ 0 h 1332"/>
                <a:gd name="T107" fmla="*/ 925 w 925"/>
                <a:gd name="T108" fmla="*/ 1332 h 133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925" h="1332">
                  <a:moveTo>
                    <a:pt x="875" y="0"/>
                  </a:moveTo>
                  <a:lnTo>
                    <a:pt x="879" y="13"/>
                  </a:lnTo>
                  <a:lnTo>
                    <a:pt x="883" y="28"/>
                  </a:lnTo>
                  <a:lnTo>
                    <a:pt x="888" y="49"/>
                  </a:lnTo>
                  <a:lnTo>
                    <a:pt x="894" y="75"/>
                  </a:lnTo>
                  <a:lnTo>
                    <a:pt x="901" y="106"/>
                  </a:lnTo>
                  <a:lnTo>
                    <a:pt x="907" y="141"/>
                  </a:lnTo>
                  <a:lnTo>
                    <a:pt x="913" y="181"/>
                  </a:lnTo>
                  <a:lnTo>
                    <a:pt x="918" y="224"/>
                  </a:lnTo>
                  <a:lnTo>
                    <a:pt x="922" y="270"/>
                  </a:lnTo>
                  <a:lnTo>
                    <a:pt x="923" y="294"/>
                  </a:lnTo>
                  <a:lnTo>
                    <a:pt x="925" y="319"/>
                  </a:lnTo>
                  <a:lnTo>
                    <a:pt x="925" y="344"/>
                  </a:lnTo>
                  <a:lnTo>
                    <a:pt x="925" y="370"/>
                  </a:lnTo>
                  <a:lnTo>
                    <a:pt x="925" y="397"/>
                  </a:lnTo>
                  <a:lnTo>
                    <a:pt x="924" y="424"/>
                  </a:lnTo>
                  <a:lnTo>
                    <a:pt x="922" y="451"/>
                  </a:lnTo>
                  <a:lnTo>
                    <a:pt x="920" y="479"/>
                  </a:lnTo>
                  <a:lnTo>
                    <a:pt x="917" y="507"/>
                  </a:lnTo>
                  <a:lnTo>
                    <a:pt x="913" y="536"/>
                  </a:lnTo>
                  <a:lnTo>
                    <a:pt x="908" y="564"/>
                  </a:lnTo>
                  <a:lnTo>
                    <a:pt x="903" y="593"/>
                  </a:lnTo>
                  <a:lnTo>
                    <a:pt x="896" y="622"/>
                  </a:lnTo>
                  <a:lnTo>
                    <a:pt x="889" y="651"/>
                  </a:lnTo>
                  <a:lnTo>
                    <a:pt x="881" y="680"/>
                  </a:lnTo>
                  <a:lnTo>
                    <a:pt x="871" y="709"/>
                  </a:lnTo>
                  <a:lnTo>
                    <a:pt x="861" y="739"/>
                  </a:lnTo>
                  <a:lnTo>
                    <a:pt x="849" y="768"/>
                  </a:lnTo>
                  <a:lnTo>
                    <a:pt x="836" y="796"/>
                  </a:lnTo>
                  <a:lnTo>
                    <a:pt x="822" y="825"/>
                  </a:lnTo>
                  <a:lnTo>
                    <a:pt x="807" y="854"/>
                  </a:lnTo>
                  <a:lnTo>
                    <a:pt x="790" y="882"/>
                  </a:lnTo>
                  <a:lnTo>
                    <a:pt x="772" y="909"/>
                  </a:lnTo>
                  <a:lnTo>
                    <a:pt x="753" y="937"/>
                  </a:lnTo>
                  <a:lnTo>
                    <a:pt x="743" y="950"/>
                  </a:lnTo>
                  <a:lnTo>
                    <a:pt x="732" y="964"/>
                  </a:lnTo>
                  <a:lnTo>
                    <a:pt x="721" y="977"/>
                  </a:lnTo>
                  <a:lnTo>
                    <a:pt x="710" y="990"/>
                  </a:lnTo>
                  <a:lnTo>
                    <a:pt x="698" y="1003"/>
                  </a:lnTo>
                  <a:lnTo>
                    <a:pt x="686" y="1016"/>
                  </a:lnTo>
                  <a:lnTo>
                    <a:pt x="673" y="1029"/>
                  </a:lnTo>
                  <a:lnTo>
                    <a:pt x="660" y="1042"/>
                  </a:lnTo>
                  <a:lnTo>
                    <a:pt x="647" y="1054"/>
                  </a:lnTo>
                  <a:lnTo>
                    <a:pt x="633" y="1067"/>
                  </a:lnTo>
                  <a:lnTo>
                    <a:pt x="619" y="1079"/>
                  </a:lnTo>
                  <a:lnTo>
                    <a:pt x="604" y="1091"/>
                  </a:lnTo>
                  <a:lnTo>
                    <a:pt x="589" y="1103"/>
                  </a:lnTo>
                  <a:lnTo>
                    <a:pt x="574" y="1114"/>
                  </a:lnTo>
                  <a:lnTo>
                    <a:pt x="558" y="1126"/>
                  </a:lnTo>
                  <a:lnTo>
                    <a:pt x="542" y="1137"/>
                  </a:lnTo>
                  <a:lnTo>
                    <a:pt x="525" y="1148"/>
                  </a:lnTo>
                  <a:lnTo>
                    <a:pt x="508" y="1159"/>
                  </a:lnTo>
                  <a:lnTo>
                    <a:pt x="490" y="1169"/>
                  </a:lnTo>
                  <a:lnTo>
                    <a:pt x="472" y="1180"/>
                  </a:lnTo>
                  <a:lnTo>
                    <a:pt x="453" y="1190"/>
                  </a:lnTo>
                  <a:lnTo>
                    <a:pt x="434" y="1200"/>
                  </a:lnTo>
                  <a:lnTo>
                    <a:pt x="414" y="1209"/>
                  </a:lnTo>
                  <a:lnTo>
                    <a:pt x="394" y="1219"/>
                  </a:lnTo>
                  <a:lnTo>
                    <a:pt x="373" y="1228"/>
                  </a:lnTo>
                  <a:lnTo>
                    <a:pt x="352" y="1237"/>
                  </a:lnTo>
                  <a:lnTo>
                    <a:pt x="331" y="1246"/>
                  </a:lnTo>
                  <a:lnTo>
                    <a:pt x="309" y="1254"/>
                  </a:lnTo>
                  <a:lnTo>
                    <a:pt x="286" y="1262"/>
                  </a:lnTo>
                  <a:lnTo>
                    <a:pt x="263" y="1270"/>
                  </a:lnTo>
                  <a:lnTo>
                    <a:pt x="239" y="1278"/>
                  </a:lnTo>
                  <a:lnTo>
                    <a:pt x="215" y="1285"/>
                  </a:lnTo>
                  <a:lnTo>
                    <a:pt x="164" y="1299"/>
                  </a:lnTo>
                  <a:lnTo>
                    <a:pt x="112" y="1311"/>
                  </a:lnTo>
                  <a:lnTo>
                    <a:pt x="57" y="1322"/>
                  </a:lnTo>
                  <a:lnTo>
                    <a:pt x="0" y="133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330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xmlns="" id="{BAA430D7-2E67-467C-92A3-9FCB44C25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" y="2352"/>
              <a:ext cx="465" cy="403"/>
            </a:xfrm>
            <a:custGeom>
              <a:avLst/>
              <a:gdLst>
                <a:gd name="T0" fmla="*/ 21 w 1297"/>
                <a:gd name="T1" fmla="*/ 18 h 1120"/>
                <a:gd name="T2" fmla="*/ 20 w 1297"/>
                <a:gd name="T3" fmla="*/ 19 h 1120"/>
                <a:gd name="T4" fmla="*/ 19 w 1297"/>
                <a:gd name="T5" fmla="*/ 19 h 1120"/>
                <a:gd name="T6" fmla="*/ 18 w 1297"/>
                <a:gd name="T7" fmla="*/ 19 h 1120"/>
                <a:gd name="T8" fmla="*/ 16 w 1297"/>
                <a:gd name="T9" fmla="*/ 19 h 1120"/>
                <a:gd name="T10" fmla="*/ 15 w 1297"/>
                <a:gd name="T11" fmla="*/ 19 h 1120"/>
                <a:gd name="T12" fmla="*/ 15 w 1297"/>
                <a:gd name="T13" fmla="*/ 19 h 1120"/>
                <a:gd name="T14" fmla="*/ 14 w 1297"/>
                <a:gd name="T15" fmla="*/ 18 h 1120"/>
                <a:gd name="T16" fmla="*/ 13 w 1297"/>
                <a:gd name="T17" fmla="*/ 18 h 1120"/>
                <a:gd name="T18" fmla="*/ 11 w 1297"/>
                <a:gd name="T19" fmla="*/ 18 h 1120"/>
                <a:gd name="T20" fmla="*/ 10 w 1297"/>
                <a:gd name="T21" fmla="*/ 18 h 1120"/>
                <a:gd name="T22" fmla="*/ 10 w 1297"/>
                <a:gd name="T23" fmla="*/ 17 h 1120"/>
                <a:gd name="T24" fmla="*/ 9 w 1297"/>
                <a:gd name="T25" fmla="*/ 17 h 1120"/>
                <a:gd name="T26" fmla="*/ 8 w 1297"/>
                <a:gd name="T27" fmla="*/ 17 h 1120"/>
                <a:gd name="T28" fmla="*/ 6 w 1297"/>
                <a:gd name="T29" fmla="*/ 16 h 1120"/>
                <a:gd name="T30" fmla="*/ 6 w 1297"/>
                <a:gd name="T31" fmla="*/ 15 h 1120"/>
                <a:gd name="T32" fmla="*/ 5 w 1297"/>
                <a:gd name="T33" fmla="*/ 15 h 1120"/>
                <a:gd name="T34" fmla="*/ 5 w 1297"/>
                <a:gd name="T35" fmla="*/ 14 h 1120"/>
                <a:gd name="T36" fmla="*/ 5 w 1297"/>
                <a:gd name="T37" fmla="*/ 14 h 1120"/>
                <a:gd name="T38" fmla="*/ 4 w 1297"/>
                <a:gd name="T39" fmla="*/ 14 h 1120"/>
                <a:gd name="T40" fmla="*/ 4 w 1297"/>
                <a:gd name="T41" fmla="*/ 13 h 1120"/>
                <a:gd name="T42" fmla="*/ 3 w 1297"/>
                <a:gd name="T43" fmla="*/ 13 h 1120"/>
                <a:gd name="T44" fmla="*/ 3 w 1297"/>
                <a:gd name="T45" fmla="*/ 12 h 1120"/>
                <a:gd name="T46" fmla="*/ 3 w 1297"/>
                <a:gd name="T47" fmla="*/ 12 h 1120"/>
                <a:gd name="T48" fmla="*/ 2 w 1297"/>
                <a:gd name="T49" fmla="*/ 11 h 1120"/>
                <a:gd name="T50" fmla="*/ 2 w 1297"/>
                <a:gd name="T51" fmla="*/ 10 h 1120"/>
                <a:gd name="T52" fmla="*/ 2 w 1297"/>
                <a:gd name="T53" fmla="*/ 10 h 1120"/>
                <a:gd name="T54" fmla="*/ 1 w 1297"/>
                <a:gd name="T55" fmla="*/ 9 h 1120"/>
                <a:gd name="T56" fmla="*/ 1 w 1297"/>
                <a:gd name="T57" fmla="*/ 8 h 1120"/>
                <a:gd name="T58" fmla="*/ 1 w 1297"/>
                <a:gd name="T59" fmla="*/ 8 h 1120"/>
                <a:gd name="T60" fmla="*/ 1 w 1297"/>
                <a:gd name="T61" fmla="*/ 7 h 1120"/>
                <a:gd name="T62" fmla="*/ 0 w 1297"/>
                <a:gd name="T63" fmla="*/ 6 h 1120"/>
                <a:gd name="T64" fmla="*/ 0 w 1297"/>
                <a:gd name="T65" fmla="*/ 5 h 1120"/>
                <a:gd name="T66" fmla="*/ 0 w 1297"/>
                <a:gd name="T67" fmla="*/ 4 h 1120"/>
                <a:gd name="T68" fmla="*/ 0 w 1297"/>
                <a:gd name="T69" fmla="*/ 4 h 1120"/>
                <a:gd name="T70" fmla="*/ 0 w 1297"/>
                <a:gd name="T71" fmla="*/ 3 h 1120"/>
                <a:gd name="T72" fmla="*/ 0 w 1297"/>
                <a:gd name="T73" fmla="*/ 1 h 1120"/>
                <a:gd name="T74" fmla="*/ 0 w 1297"/>
                <a:gd name="T75" fmla="*/ 0 h 112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297"/>
                <a:gd name="T115" fmla="*/ 0 h 1120"/>
                <a:gd name="T116" fmla="*/ 1297 w 1297"/>
                <a:gd name="T117" fmla="*/ 1120 h 112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297" h="1120">
                  <a:moveTo>
                    <a:pt x="1297" y="1103"/>
                  </a:moveTo>
                  <a:lnTo>
                    <a:pt x="1282" y="1106"/>
                  </a:lnTo>
                  <a:lnTo>
                    <a:pt x="1265" y="1108"/>
                  </a:lnTo>
                  <a:lnTo>
                    <a:pt x="1240" y="1111"/>
                  </a:lnTo>
                  <a:lnTo>
                    <a:pt x="1210" y="1114"/>
                  </a:lnTo>
                  <a:lnTo>
                    <a:pt x="1175" y="1117"/>
                  </a:lnTo>
                  <a:lnTo>
                    <a:pt x="1135" y="1119"/>
                  </a:lnTo>
                  <a:lnTo>
                    <a:pt x="1090" y="1120"/>
                  </a:lnTo>
                  <a:lnTo>
                    <a:pt x="1042" y="1120"/>
                  </a:lnTo>
                  <a:lnTo>
                    <a:pt x="990" y="1119"/>
                  </a:lnTo>
                  <a:lnTo>
                    <a:pt x="963" y="1117"/>
                  </a:lnTo>
                  <a:lnTo>
                    <a:pt x="936" y="1115"/>
                  </a:lnTo>
                  <a:lnTo>
                    <a:pt x="907" y="1113"/>
                  </a:lnTo>
                  <a:lnTo>
                    <a:pt x="879" y="1110"/>
                  </a:lnTo>
                  <a:lnTo>
                    <a:pt x="850" y="1106"/>
                  </a:lnTo>
                  <a:lnTo>
                    <a:pt x="820" y="1101"/>
                  </a:lnTo>
                  <a:lnTo>
                    <a:pt x="790" y="1096"/>
                  </a:lnTo>
                  <a:lnTo>
                    <a:pt x="760" y="1090"/>
                  </a:lnTo>
                  <a:lnTo>
                    <a:pt x="729" y="1083"/>
                  </a:lnTo>
                  <a:lnTo>
                    <a:pt x="699" y="1075"/>
                  </a:lnTo>
                  <a:lnTo>
                    <a:pt x="668" y="1067"/>
                  </a:lnTo>
                  <a:lnTo>
                    <a:pt x="637" y="1057"/>
                  </a:lnTo>
                  <a:lnTo>
                    <a:pt x="606" y="1047"/>
                  </a:lnTo>
                  <a:lnTo>
                    <a:pt x="576" y="1035"/>
                  </a:lnTo>
                  <a:lnTo>
                    <a:pt x="545" y="1022"/>
                  </a:lnTo>
                  <a:lnTo>
                    <a:pt x="515" y="1009"/>
                  </a:lnTo>
                  <a:lnTo>
                    <a:pt x="485" y="994"/>
                  </a:lnTo>
                  <a:lnTo>
                    <a:pt x="455" y="978"/>
                  </a:lnTo>
                  <a:lnTo>
                    <a:pt x="426" y="960"/>
                  </a:lnTo>
                  <a:lnTo>
                    <a:pt x="397" y="942"/>
                  </a:lnTo>
                  <a:lnTo>
                    <a:pt x="369" y="922"/>
                  </a:lnTo>
                  <a:lnTo>
                    <a:pt x="355" y="911"/>
                  </a:lnTo>
                  <a:lnTo>
                    <a:pt x="341" y="900"/>
                  </a:lnTo>
                  <a:lnTo>
                    <a:pt x="327" y="889"/>
                  </a:lnTo>
                  <a:lnTo>
                    <a:pt x="314" y="878"/>
                  </a:lnTo>
                  <a:lnTo>
                    <a:pt x="300" y="866"/>
                  </a:lnTo>
                  <a:lnTo>
                    <a:pt x="287" y="853"/>
                  </a:lnTo>
                  <a:lnTo>
                    <a:pt x="274" y="841"/>
                  </a:lnTo>
                  <a:lnTo>
                    <a:pt x="262" y="828"/>
                  </a:lnTo>
                  <a:lnTo>
                    <a:pt x="249" y="814"/>
                  </a:lnTo>
                  <a:lnTo>
                    <a:pt x="237" y="800"/>
                  </a:lnTo>
                  <a:lnTo>
                    <a:pt x="225" y="786"/>
                  </a:lnTo>
                  <a:lnTo>
                    <a:pt x="213" y="772"/>
                  </a:lnTo>
                  <a:lnTo>
                    <a:pt x="201" y="757"/>
                  </a:lnTo>
                  <a:lnTo>
                    <a:pt x="190" y="741"/>
                  </a:lnTo>
                  <a:lnTo>
                    <a:pt x="179" y="725"/>
                  </a:lnTo>
                  <a:lnTo>
                    <a:pt x="168" y="709"/>
                  </a:lnTo>
                  <a:lnTo>
                    <a:pt x="157" y="692"/>
                  </a:lnTo>
                  <a:lnTo>
                    <a:pt x="147" y="675"/>
                  </a:lnTo>
                  <a:lnTo>
                    <a:pt x="137" y="658"/>
                  </a:lnTo>
                  <a:lnTo>
                    <a:pt x="127" y="640"/>
                  </a:lnTo>
                  <a:lnTo>
                    <a:pt x="117" y="621"/>
                  </a:lnTo>
                  <a:lnTo>
                    <a:pt x="108" y="603"/>
                  </a:lnTo>
                  <a:lnTo>
                    <a:pt x="99" y="583"/>
                  </a:lnTo>
                  <a:lnTo>
                    <a:pt x="91" y="563"/>
                  </a:lnTo>
                  <a:lnTo>
                    <a:pt x="83" y="543"/>
                  </a:lnTo>
                  <a:lnTo>
                    <a:pt x="75" y="522"/>
                  </a:lnTo>
                  <a:lnTo>
                    <a:pt x="67" y="501"/>
                  </a:lnTo>
                  <a:lnTo>
                    <a:pt x="60" y="479"/>
                  </a:lnTo>
                  <a:lnTo>
                    <a:pt x="53" y="457"/>
                  </a:lnTo>
                  <a:lnTo>
                    <a:pt x="47" y="435"/>
                  </a:lnTo>
                  <a:lnTo>
                    <a:pt x="41" y="411"/>
                  </a:lnTo>
                  <a:lnTo>
                    <a:pt x="35" y="388"/>
                  </a:lnTo>
                  <a:lnTo>
                    <a:pt x="30" y="364"/>
                  </a:lnTo>
                  <a:lnTo>
                    <a:pt x="25" y="339"/>
                  </a:lnTo>
                  <a:lnTo>
                    <a:pt x="20" y="314"/>
                  </a:lnTo>
                  <a:lnTo>
                    <a:pt x="16" y="288"/>
                  </a:lnTo>
                  <a:lnTo>
                    <a:pt x="13" y="262"/>
                  </a:lnTo>
                  <a:lnTo>
                    <a:pt x="9" y="235"/>
                  </a:lnTo>
                  <a:lnTo>
                    <a:pt x="7" y="207"/>
                  </a:lnTo>
                  <a:lnTo>
                    <a:pt x="4" y="179"/>
                  </a:lnTo>
                  <a:lnTo>
                    <a:pt x="2" y="151"/>
                  </a:lnTo>
                  <a:lnTo>
                    <a:pt x="1" y="122"/>
                  </a:lnTo>
                  <a:lnTo>
                    <a:pt x="0" y="92"/>
                  </a:lnTo>
                  <a:lnTo>
                    <a:pt x="0" y="62"/>
                  </a:lnTo>
                  <a:lnTo>
                    <a:pt x="0" y="3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330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xmlns="" id="{A6A56063-2EB9-4C7E-B143-964526358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2192"/>
              <a:ext cx="336" cy="466"/>
            </a:xfrm>
            <a:custGeom>
              <a:avLst/>
              <a:gdLst>
                <a:gd name="T0" fmla="*/ 1 w 936"/>
                <a:gd name="T1" fmla="*/ 22 h 1297"/>
                <a:gd name="T2" fmla="*/ 1 w 936"/>
                <a:gd name="T3" fmla="*/ 22 h 1297"/>
                <a:gd name="T4" fmla="*/ 1 w 936"/>
                <a:gd name="T5" fmla="*/ 21 h 1297"/>
                <a:gd name="T6" fmla="*/ 0 w 936"/>
                <a:gd name="T7" fmla="*/ 21 h 1297"/>
                <a:gd name="T8" fmla="*/ 0 w 936"/>
                <a:gd name="T9" fmla="*/ 20 h 1297"/>
                <a:gd name="T10" fmla="*/ 0 w 936"/>
                <a:gd name="T11" fmla="*/ 20 h 1297"/>
                <a:gd name="T12" fmla="*/ 0 w 936"/>
                <a:gd name="T13" fmla="*/ 19 h 1297"/>
                <a:gd name="T14" fmla="*/ 0 w 936"/>
                <a:gd name="T15" fmla="*/ 19 h 1297"/>
                <a:gd name="T16" fmla="*/ 0 w 936"/>
                <a:gd name="T17" fmla="*/ 18 h 1297"/>
                <a:gd name="T18" fmla="*/ 0 w 936"/>
                <a:gd name="T19" fmla="*/ 18 h 1297"/>
                <a:gd name="T20" fmla="*/ 0 w 936"/>
                <a:gd name="T21" fmla="*/ 17 h 1297"/>
                <a:gd name="T22" fmla="*/ 0 w 936"/>
                <a:gd name="T23" fmla="*/ 17 h 1297"/>
                <a:gd name="T24" fmla="*/ 0 w 936"/>
                <a:gd name="T25" fmla="*/ 16 h 1297"/>
                <a:gd name="T26" fmla="*/ 0 w 936"/>
                <a:gd name="T27" fmla="*/ 16 h 1297"/>
                <a:gd name="T28" fmla="*/ 0 w 936"/>
                <a:gd name="T29" fmla="*/ 15 h 1297"/>
                <a:gd name="T30" fmla="*/ 0 w 936"/>
                <a:gd name="T31" fmla="*/ 15 h 1297"/>
                <a:gd name="T32" fmla="*/ 0 w 936"/>
                <a:gd name="T33" fmla="*/ 15 h 1297"/>
                <a:gd name="T34" fmla="*/ 0 w 936"/>
                <a:gd name="T35" fmla="*/ 14 h 1297"/>
                <a:gd name="T36" fmla="*/ 0 w 936"/>
                <a:gd name="T37" fmla="*/ 14 h 1297"/>
                <a:gd name="T38" fmla="*/ 0 w 936"/>
                <a:gd name="T39" fmla="*/ 13 h 1297"/>
                <a:gd name="T40" fmla="*/ 0 w 936"/>
                <a:gd name="T41" fmla="*/ 13 h 1297"/>
                <a:gd name="T42" fmla="*/ 0 w 936"/>
                <a:gd name="T43" fmla="*/ 12 h 1297"/>
                <a:gd name="T44" fmla="*/ 0 w 936"/>
                <a:gd name="T45" fmla="*/ 12 h 1297"/>
                <a:gd name="T46" fmla="*/ 1 w 936"/>
                <a:gd name="T47" fmla="*/ 11 h 1297"/>
                <a:gd name="T48" fmla="*/ 1 w 936"/>
                <a:gd name="T49" fmla="*/ 11 h 1297"/>
                <a:gd name="T50" fmla="*/ 1 w 936"/>
                <a:gd name="T51" fmla="*/ 10 h 1297"/>
                <a:gd name="T52" fmla="*/ 1 w 936"/>
                <a:gd name="T53" fmla="*/ 10 h 1297"/>
                <a:gd name="T54" fmla="*/ 1 w 936"/>
                <a:gd name="T55" fmla="*/ 10 h 1297"/>
                <a:gd name="T56" fmla="*/ 1 w 936"/>
                <a:gd name="T57" fmla="*/ 9 h 1297"/>
                <a:gd name="T58" fmla="*/ 2 w 936"/>
                <a:gd name="T59" fmla="*/ 9 h 1297"/>
                <a:gd name="T60" fmla="*/ 2 w 936"/>
                <a:gd name="T61" fmla="*/ 8 h 1297"/>
                <a:gd name="T62" fmla="*/ 2 w 936"/>
                <a:gd name="T63" fmla="*/ 8 h 1297"/>
                <a:gd name="T64" fmla="*/ 3 w 936"/>
                <a:gd name="T65" fmla="*/ 7 h 1297"/>
                <a:gd name="T66" fmla="*/ 3 w 936"/>
                <a:gd name="T67" fmla="*/ 7 h 1297"/>
                <a:gd name="T68" fmla="*/ 3 w 936"/>
                <a:gd name="T69" fmla="*/ 6 h 1297"/>
                <a:gd name="T70" fmla="*/ 4 w 936"/>
                <a:gd name="T71" fmla="*/ 6 h 1297"/>
                <a:gd name="T72" fmla="*/ 4 w 936"/>
                <a:gd name="T73" fmla="*/ 5 h 1297"/>
                <a:gd name="T74" fmla="*/ 5 w 936"/>
                <a:gd name="T75" fmla="*/ 5 h 1297"/>
                <a:gd name="T76" fmla="*/ 5 w 936"/>
                <a:gd name="T77" fmla="*/ 5 h 1297"/>
                <a:gd name="T78" fmla="*/ 5 w 936"/>
                <a:gd name="T79" fmla="*/ 4 h 1297"/>
                <a:gd name="T80" fmla="*/ 6 w 936"/>
                <a:gd name="T81" fmla="*/ 4 h 1297"/>
                <a:gd name="T82" fmla="*/ 6 w 936"/>
                <a:gd name="T83" fmla="*/ 4 h 1297"/>
                <a:gd name="T84" fmla="*/ 7 w 936"/>
                <a:gd name="T85" fmla="*/ 3 h 1297"/>
                <a:gd name="T86" fmla="*/ 8 w 936"/>
                <a:gd name="T87" fmla="*/ 3 h 1297"/>
                <a:gd name="T88" fmla="*/ 8 w 936"/>
                <a:gd name="T89" fmla="*/ 3 h 1297"/>
                <a:gd name="T90" fmla="*/ 9 w 936"/>
                <a:gd name="T91" fmla="*/ 2 h 1297"/>
                <a:gd name="T92" fmla="*/ 10 w 936"/>
                <a:gd name="T93" fmla="*/ 2 h 1297"/>
                <a:gd name="T94" fmla="*/ 10 w 936"/>
                <a:gd name="T95" fmla="*/ 1 h 1297"/>
                <a:gd name="T96" fmla="*/ 11 w 936"/>
                <a:gd name="T97" fmla="*/ 1 h 1297"/>
                <a:gd name="T98" fmla="*/ 12 w 936"/>
                <a:gd name="T99" fmla="*/ 1 h 1297"/>
                <a:gd name="T100" fmla="*/ 13 w 936"/>
                <a:gd name="T101" fmla="*/ 1 h 1297"/>
                <a:gd name="T102" fmla="*/ 14 w 936"/>
                <a:gd name="T103" fmla="*/ 0 h 1297"/>
                <a:gd name="T104" fmla="*/ 15 w 936"/>
                <a:gd name="T105" fmla="*/ 0 h 1297"/>
                <a:gd name="T106" fmla="*/ 15 w 936"/>
                <a:gd name="T107" fmla="*/ 0 h 129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936"/>
                <a:gd name="T163" fmla="*/ 0 h 1297"/>
                <a:gd name="T164" fmla="*/ 936 w 936"/>
                <a:gd name="T165" fmla="*/ 1297 h 1297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936" h="1297">
                  <a:moveTo>
                    <a:pt x="45" y="1297"/>
                  </a:moveTo>
                  <a:lnTo>
                    <a:pt x="41" y="1285"/>
                  </a:lnTo>
                  <a:lnTo>
                    <a:pt x="37" y="1271"/>
                  </a:lnTo>
                  <a:lnTo>
                    <a:pt x="32" y="1251"/>
                  </a:lnTo>
                  <a:lnTo>
                    <a:pt x="27" y="1227"/>
                  </a:lnTo>
                  <a:lnTo>
                    <a:pt x="21" y="1199"/>
                  </a:lnTo>
                  <a:lnTo>
                    <a:pt x="15" y="1166"/>
                  </a:lnTo>
                  <a:lnTo>
                    <a:pt x="10" y="1130"/>
                  </a:lnTo>
                  <a:lnTo>
                    <a:pt x="5" y="1091"/>
                  </a:lnTo>
                  <a:lnTo>
                    <a:pt x="2" y="1048"/>
                  </a:lnTo>
                  <a:lnTo>
                    <a:pt x="1" y="1025"/>
                  </a:lnTo>
                  <a:lnTo>
                    <a:pt x="0" y="1002"/>
                  </a:lnTo>
                  <a:lnTo>
                    <a:pt x="0" y="978"/>
                  </a:lnTo>
                  <a:lnTo>
                    <a:pt x="0" y="954"/>
                  </a:lnTo>
                  <a:lnTo>
                    <a:pt x="1" y="929"/>
                  </a:lnTo>
                  <a:lnTo>
                    <a:pt x="2" y="904"/>
                  </a:lnTo>
                  <a:lnTo>
                    <a:pt x="4" y="878"/>
                  </a:lnTo>
                  <a:lnTo>
                    <a:pt x="7" y="852"/>
                  </a:lnTo>
                  <a:lnTo>
                    <a:pt x="11" y="826"/>
                  </a:lnTo>
                  <a:lnTo>
                    <a:pt x="15" y="799"/>
                  </a:lnTo>
                  <a:lnTo>
                    <a:pt x="20" y="772"/>
                  </a:lnTo>
                  <a:lnTo>
                    <a:pt x="26" y="745"/>
                  </a:lnTo>
                  <a:lnTo>
                    <a:pt x="33" y="717"/>
                  </a:lnTo>
                  <a:lnTo>
                    <a:pt x="40" y="690"/>
                  </a:lnTo>
                  <a:lnTo>
                    <a:pt x="49" y="662"/>
                  </a:lnTo>
                  <a:lnTo>
                    <a:pt x="59" y="634"/>
                  </a:lnTo>
                  <a:lnTo>
                    <a:pt x="70" y="606"/>
                  </a:lnTo>
                  <a:lnTo>
                    <a:pt x="82" y="579"/>
                  </a:lnTo>
                  <a:lnTo>
                    <a:pt x="95" y="551"/>
                  </a:lnTo>
                  <a:lnTo>
                    <a:pt x="110" y="523"/>
                  </a:lnTo>
                  <a:lnTo>
                    <a:pt x="125" y="496"/>
                  </a:lnTo>
                  <a:lnTo>
                    <a:pt x="142" y="469"/>
                  </a:lnTo>
                  <a:lnTo>
                    <a:pt x="161" y="441"/>
                  </a:lnTo>
                  <a:lnTo>
                    <a:pt x="180" y="415"/>
                  </a:lnTo>
                  <a:lnTo>
                    <a:pt x="202" y="388"/>
                  </a:lnTo>
                  <a:lnTo>
                    <a:pt x="224" y="362"/>
                  </a:lnTo>
                  <a:lnTo>
                    <a:pt x="248" y="336"/>
                  </a:lnTo>
                  <a:lnTo>
                    <a:pt x="274" y="311"/>
                  </a:lnTo>
                  <a:lnTo>
                    <a:pt x="302" y="286"/>
                  </a:lnTo>
                  <a:lnTo>
                    <a:pt x="331" y="262"/>
                  </a:lnTo>
                  <a:lnTo>
                    <a:pt x="361" y="238"/>
                  </a:lnTo>
                  <a:lnTo>
                    <a:pt x="394" y="215"/>
                  </a:lnTo>
                  <a:lnTo>
                    <a:pt x="428" y="193"/>
                  </a:lnTo>
                  <a:lnTo>
                    <a:pt x="464" y="171"/>
                  </a:lnTo>
                  <a:lnTo>
                    <a:pt x="502" y="150"/>
                  </a:lnTo>
                  <a:lnTo>
                    <a:pt x="542" y="129"/>
                  </a:lnTo>
                  <a:lnTo>
                    <a:pt x="584" y="110"/>
                  </a:lnTo>
                  <a:lnTo>
                    <a:pt x="628" y="91"/>
                  </a:lnTo>
                  <a:lnTo>
                    <a:pt x="674" y="74"/>
                  </a:lnTo>
                  <a:lnTo>
                    <a:pt x="722" y="57"/>
                  </a:lnTo>
                  <a:lnTo>
                    <a:pt x="772" y="41"/>
                  </a:lnTo>
                  <a:lnTo>
                    <a:pt x="825" y="26"/>
                  </a:lnTo>
                  <a:lnTo>
                    <a:pt x="879" y="12"/>
                  </a:lnTo>
                  <a:lnTo>
                    <a:pt x="93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33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8C866E3F-B642-4E44-92C8-60328C593A47}"/>
              </a:ext>
            </a:extLst>
          </p:cNvPr>
          <p:cNvSpPr/>
          <p:nvPr/>
        </p:nvSpPr>
        <p:spPr>
          <a:xfrm>
            <a:off x="7160850" y="3385546"/>
            <a:ext cx="1368152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rgbClr val="CCFF6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>
                <a:solidFill>
                  <a:schemeClr val="lt1"/>
                </a:solidFill>
                <a:uFillTx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prstClr val="black"/>
                </a:solidFill>
                <a:latin typeface="Calibri Light" pitchFamily="34" charset="0"/>
                <a:cs typeface="Calibri Light" pitchFamily="34" charset="0"/>
              </a:rPr>
              <a:t>Crop Survey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0B8FBF22-6B33-4E6C-BD95-FC6C5114C265}"/>
              </a:ext>
            </a:extLst>
          </p:cNvPr>
          <p:cNvSpPr/>
          <p:nvPr/>
        </p:nvSpPr>
        <p:spPr>
          <a:xfrm>
            <a:off x="5544185" y="3385546"/>
            <a:ext cx="1368152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rgbClr val="CCFF6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>
                <a:solidFill>
                  <a:schemeClr val="lt1"/>
                </a:solidFill>
                <a:uFillTx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prstClr val="black"/>
                </a:solidFill>
                <a:latin typeface="Calibri Light" pitchFamily="34" charset="0"/>
                <a:cs typeface="Calibri Light" pitchFamily="34" charset="0"/>
              </a:rPr>
              <a:t>Natural Farming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ACCD4C39-ED71-4080-AC7F-175231249FA4}"/>
              </a:ext>
            </a:extLst>
          </p:cNvPr>
          <p:cNvSpPr/>
          <p:nvPr/>
        </p:nvSpPr>
        <p:spPr>
          <a:xfrm>
            <a:off x="5544185" y="3845033"/>
            <a:ext cx="1368152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rgbClr val="CCFF6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>
                <a:solidFill>
                  <a:schemeClr val="lt1"/>
                </a:solidFill>
                <a:uFillTx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prstClr val="black"/>
                </a:solidFill>
                <a:latin typeface="Calibri Light" pitchFamily="34" charset="0"/>
                <a:cs typeface="Calibri Light" pitchFamily="34" charset="0"/>
              </a:rPr>
              <a:t>Insurance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2938CF8A-EF4C-4E3A-AE40-0612E0C97713}"/>
              </a:ext>
            </a:extLst>
          </p:cNvPr>
          <p:cNvSpPr/>
          <p:nvPr/>
        </p:nvSpPr>
        <p:spPr>
          <a:xfrm>
            <a:off x="7160850" y="3841340"/>
            <a:ext cx="1368152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rgbClr val="CCFF6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>
                <a:solidFill>
                  <a:schemeClr val="lt1"/>
                </a:solidFill>
                <a:uFillTx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prstClr val="black"/>
                </a:solidFill>
                <a:latin typeface="Calibri Light" pitchFamily="34" charset="0"/>
                <a:cs typeface="Calibri Light" pitchFamily="34" charset="0"/>
              </a:rPr>
              <a:t>NFSM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99289D88-4496-4D8F-BF9B-56AEFB8A645B}"/>
              </a:ext>
            </a:extLst>
          </p:cNvPr>
          <p:cNvSpPr/>
          <p:nvPr/>
        </p:nvSpPr>
        <p:spPr>
          <a:xfrm>
            <a:off x="6359255" y="4308599"/>
            <a:ext cx="1368152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rgbClr val="CCFF6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>
                <a:solidFill>
                  <a:schemeClr val="lt1"/>
                </a:solidFill>
                <a:uFillTx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uFillTx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prstClr val="black"/>
                </a:solidFill>
                <a:latin typeface="Calibri Light" pitchFamily="34" charset="0"/>
                <a:cs typeface="Calibri Light" pitchFamily="34" charset="0"/>
              </a:rPr>
              <a:t>Seed Production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xmlns="" id="{ADF37644-412A-484B-BC36-F3E1DAB71E19}"/>
              </a:ext>
            </a:extLst>
          </p:cNvPr>
          <p:cNvCxnSpPr>
            <a:stCxn id="30" idx="1"/>
            <a:endCxn id="1032" idx="3"/>
          </p:cNvCxnSpPr>
          <p:nvPr/>
        </p:nvCxnSpPr>
        <p:spPr>
          <a:xfrm rot="10800000" flipV="1">
            <a:off x="4968305" y="3565545"/>
            <a:ext cx="575880" cy="1272399"/>
          </a:xfrm>
          <a:prstGeom prst="bentConnector3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1A051E7C-F984-4C0C-8F79-B3C9634AD49A}"/>
              </a:ext>
            </a:extLst>
          </p:cNvPr>
          <p:cNvCxnSpPr>
            <a:cxnSpLocks/>
          </p:cNvCxnSpPr>
          <p:nvPr/>
        </p:nvCxnSpPr>
        <p:spPr>
          <a:xfrm flipH="1">
            <a:off x="5279569" y="4025033"/>
            <a:ext cx="242844" cy="0"/>
          </a:xfrm>
          <a:prstGeom prst="line">
            <a:avLst/>
          </a:prstGeom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xmlns="" id="{CEFBB951-DCA7-485F-AF7B-0E3B73F0C8E3}"/>
              </a:ext>
            </a:extLst>
          </p:cNvPr>
          <p:cNvCxnSpPr>
            <a:cxnSpLocks/>
          </p:cNvCxnSpPr>
          <p:nvPr/>
        </p:nvCxnSpPr>
        <p:spPr>
          <a:xfrm flipH="1">
            <a:off x="5268683" y="3565546"/>
            <a:ext cx="3249433" cy="1385776"/>
          </a:xfrm>
          <a:prstGeom prst="bentConnector3">
            <a:avLst>
              <a:gd name="adj1" fmla="val -7035"/>
            </a:avLst>
          </a:prstGeom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xmlns="" id="{2475C8CD-DAD1-44A8-BFC6-AB9FBA3F4636}"/>
              </a:ext>
            </a:extLst>
          </p:cNvPr>
          <p:cNvCxnSpPr>
            <a:stCxn id="32" idx="3"/>
          </p:cNvCxnSpPr>
          <p:nvPr/>
        </p:nvCxnSpPr>
        <p:spPr>
          <a:xfrm>
            <a:off x="8529002" y="4021340"/>
            <a:ext cx="233998" cy="0"/>
          </a:xfrm>
          <a:prstGeom prst="line">
            <a:avLst/>
          </a:prstGeom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769DDF2E-5EA2-4AA4-8BFA-DDF4987D5615}"/>
              </a:ext>
            </a:extLst>
          </p:cNvPr>
          <p:cNvCxnSpPr>
            <a:stCxn id="1032" idx="1"/>
          </p:cNvCxnSpPr>
          <p:nvPr/>
        </p:nvCxnSpPr>
        <p:spPr>
          <a:xfrm flipH="1">
            <a:off x="2625655" y="4837945"/>
            <a:ext cx="678524" cy="113377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1CF4ED55-3F29-41D9-8FB1-84882FFF861C}"/>
              </a:ext>
            </a:extLst>
          </p:cNvPr>
          <p:cNvSpPr txBox="1"/>
          <p:nvPr/>
        </p:nvSpPr>
        <p:spPr>
          <a:xfrm>
            <a:off x="5045336" y="5584546"/>
            <a:ext cx="65370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accent6"/>
                </a:solidFill>
              </a:rPr>
              <a:t>Unified data gathering at the field level across seasons, across schemes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xmlns="" id="{EA1A97B2-B31C-411C-9CF0-D6EE6D57C09D}"/>
              </a:ext>
            </a:extLst>
          </p:cNvPr>
          <p:cNvCxnSpPr/>
          <p:nvPr/>
        </p:nvCxnSpPr>
        <p:spPr>
          <a:xfrm>
            <a:off x="7108917" y="4668599"/>
            <a:ext cx="0" cy="282723"/>
          </a:xfrm>
          <a:prstGeom prst="line">
            <a:avLst/>
          </a:prstGeom>
          <a:ln w="28575">
            <a:solidFill>
              <a:schemeClr val="accent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231302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0E15DF-D8CC-47A6-AD98-EE09F256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accent6"/>
                </a:solidFill>
              </a:rPr>
              <a:t>Overview of Krishi </a:t>
            </a:r>
            <a:r>
              <a:rPr lang="en-IN" sz="2800" b="1" dirty="0" err="1">
                <a:solidFill>
                  <a:schemeClr val="accent6"/>
                </a:solidFill>
              </a:rPr>
              <a:t>MApper</a:t>
            </a:r>
            <a:endParaRPr lang="en-IN" sz="2800" b="1" dirty="0">
              <a:solidFill>
                <a:schemeClr val="accent6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7B0931C-4309-472E-8FDE-7005D0ADA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2" y="997373"/>
            <a:ext cx="10972800" cy="556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75682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ACEA3DA-51A5-41A5-97DA-1C5B11521C04}"/>
              </a:ext>
            </a:extLst>
          </p:cNvPr>
          <p:cNvSpPr/>
          <p:nvPr/>
        </p:nvSpPr>
        <p:spPr>
          <a:xfrm>
            <a:off x="1304465" y="2771167"/>
            <a:ext cx="9583072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anose="020B0604020202020204" pitchFamily="34" charset="0"/>
              </a:rPr>
              <a:t>National e-Governance Plan in Agriculture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200" b="1" dirty="0">
                <a:solidFill>
                  <a:schemeClr val="accent6"/>
                </a:solidFill>
                <a:latin typeface="EYInterstate Light" panose="02000506000000020004" pitchFamily="2" charset="0"/>
                <a:ea typeface="+mj-ea"/>
                <a:cs typeface="Arial" panose="020B0604020202020204" pitchFamily="34" charset="0"/>
              </a:rPr>
              <a:t>(NeGPA)</a:t>
            </a:r>
            <a:endParaRPr kumimoji="0" lang="en-US" sz="4200" b="1" i="0" u="none" strike="noStrike" kern="1200" cap="none" spc="0" normalizeH="0" baseline="0" noProof="0" dirty="0">
              <a:ln w="0"/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EYInterstate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3921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Placeholder 2">
            <a:extLst>
              <a:ext uri="{FF2B5EF4-FFF2-40B4-BE49-F238E27FC236}">
                <a16:creationId xmlns:a16="http://schemas.microsoft.com/office/drawing/2014/main" xmlns="" id="{AB30DB4B-1E78-4FFE-AD48-ED7A2D57AA21}"/>
              </a:ext>
            </a:extLst>
          </p:cNvPr>
          <p:cNvSpPr txBox="1">
            <a:spLocks/>
          </p:cNvSpPr>
          <p:nvPr/>
        </p:nvSpPr>
        <p:spPr>
          <a:xfrm>
            <a:off x="572768" y="1067670"/>
            <a:ext cx="11009634" cy="5126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just" defTabSz="913943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FFE600"/>
              </a:buClr>
              <a:buSzPct val="100000"/>
              <a:buNone/>
              <a:tabLst>
                <a:tab pos="515680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Under the scheme, funds are released to the States/Union Territories for the projects involving the use of modern digital &amp; emerging technologies on Agriculture. </a:t>
            </a:r>
          </a:p>
          <a:p>
            <a:pPr marL="0" marR="0" lvl="1" indent="0" algn="just" defTabSz="913943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>
                <a:srgbClr val="FFE600"/>
              </a:buClr>
              <a:buSzPct val="100000"/>
              <a:buNone/>
              <a:tabLst>
                <a:tab pos="515680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Funds were released to 10 States in 2020-21, 10 States in 2021-22, and 3 States in 2022-23.</a:t>
            </a:r>
          </a:p>
          <a:p>
            <a:pPr marL="356438" marR="0" lvl="1" indent="-356438" algn="just" defTabSz="913943" rtl="0" eaLnBrk="1" fontAlgn="auto" latinLnBrk="0" hangingPunct="1">
              <a:lnSpc>
                <a:spcPct val="150000"/>
              </a:lnSpc>
              <a:spcBef>
                <a:spcPts val="1199"/>
              </a:spcBef>
              <a:spcAft>
                <a:spcPts val="0"/>
              </a:spcAft>
              <a:buClr>
                <a:srgbClr val="FFE600"/>
              </a:buClr>
              <a:buSzPct val="100000"/>
              <a:buFont typeface="Arial" pitchFamily="34" charset="0"/>
              <a:buChar char="►"/>
              <a:tabLst>
                <a:tab pos="515680" algn="l"/>
              </a:tabLst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xmlns="" id="{3EAAEDEA-CE5E-4012-A7F1-0181AFE0B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95212846"/>
              </p:ext>
            </p:extLst>
          </p:nvPr>
        </p:nvGraphicFramePr>
        <p:xfrm>
          <a:off x="572768" y="2176292"/>
          <a:ext cx="11009634" cy="3872962"/>
        </p:xfrm>
        <a:graphic>
          <a:graphicData uri="http://schemas.openxmlformats.org/drawingml/2006/table">
            <a:tbl>
              <a:tblPr firstRow="1" bandRow="1"/>
              <a:tblGrid>
                <a:gridCol w="46346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749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8189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Technology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Probable use cases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53138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254125" indent="-1254125">
                        <a:tabLst>
                          <a:tab pos="1797050" algn="l"/>
                        </a:tabLst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                        Remote Sensing &amp; GIS</a:t>
                      </a: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Digital crop survey, Crop advisories, Mapping all data to Land, Yield assessment</a:t>
                      </a: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8089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tabLst>
                          <a:tab pos="1254125" algn="l"/>
                          <a:tab pos="2147888" algn="l"/>
                        </a:tabLst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                        Data Analytics</a:t>
                      </a: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Monitoring, Real time Information system, Planning</a:t>
                      </a: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8089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rgbClr val="000000"/>
                          </a:solidFill>
                          <a:latin typeface="Calibri" panose="020F0502020204030204"/>
                          <a:ea typeface="+mn-ea"/>
                          <a:cs typeface="Arial" panose="020B0604020202020204" pitchFamily="34" charset="0"/>
                        </a:rPr>
                        <a:t>                           </a:t>
                      </a:r>
                      <a:r>
                        <a:rPr lang="en-IN" sz="1600" kern="1200" dirty="0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AI, Machine </a:t>
                      </a:r>
                      <a:r>
                        <a:rPr lang="en-IN" sz="1600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Learning</a:t>
                      </a:r>
                      <a:r>
                        <a:rPr lang="en-IN" sz="1600" kern="12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lang="en-US" sz="1600" kern="12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libri" panose="020F0502020204030204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Pest surveillance, Pest Detection</a:t>
                      </a: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8089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kern="1200" dirty="0">
                          <a:solidFill>
                            <a:srgbClr val="000000"/>
                          </a:solidFill>
                          <a:latin typeface="Calibri" panose="020F0502020204030204"/>
                          <a:ea typeface="+mn-ea"/>
                          <a:cs typeface="Arial" panose="020B0604020202020204" pitchFamily="34" charset="0"/>
                        </a:rPr>
                        <a:t>                           </a:t>
                      </a:r>
                      <a:r>
                        <a:rPr lang="en-IN" sz="1600" kern="1200" dirty="0">
                          <a:solidFill>
                            <a:srgbClr val="000000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Internet of Things &amp; Sensors</a:t>
                      </a:r>
                      <a:endParaRPr lang="en-US" sz="1600" kern="1200" dirty="0">
                        <a:solidFill>
                          <a:srgbClr val="000000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Soil health, Soil moisture, Pest surveillance</a:t>
                      </a:r>
                      <a:endParaRPr lang="en-US" sz="160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0466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                        Robotics</a:t>
                      </a: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Weeding Robots, Seeding Robots, Autonomous farm machineries</a:t>
                      </a: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9003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254125" indent="-1254125"/>
                      <a:r>
                        <a:rPr lang="en-US" sz="160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                        Drones</a:t>
                      </a: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Pesticide spraying, Crop health monitoring, Yield assessment</a:t>
                      </a:r>
                    </a:p>
                  </a:txBody>
                  <a:tcPr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grpSp>
        <p:nvGrpSpPr>
          <p:cNvPr id="96" name="bcgIcons_OpportunityMapping">
            <a:extLst>
              <a:ext uri="{FF2B5EF4-FFF2-40B4-BE49-F238E27FC236}">
                <a16:creationId xmlns:a16="http://schemas.microsoft.com/office/drawing/2014/main" xmlns="" id="{4224E965-06F2-426A-9B89-A669E779999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31128" y="2613294"/>
            <a:ext cx="633413" cy="635000"/>
            <a:chOff x="1682" y="0"/>
            <a:chExt cx="4316" cy="4320"/>
          </a:xfrm>
        </p:grpSpPr>
        <p:sp>
          <p:nvSpPr>
            <p:cNvPr id="97" name="AutoShape 13">
              <a:extLst>
                <a:ext uri="{FF2B5EF4-FFF2-40B4-BE49-F238E27FC236}">
                  <a16:creationId xmlns:a16="http://schemas.microsoft.com/office/drawing/2014/main" xmlns="" id="{ECEAF46E-BE3F-4033-8D12-1E10486190B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82" y="0"/>
              <a:ext cx="4316" cy="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15">
              <a:extLst>
                <a:ext uri="{FF2B5EF4-FFF2-40B4-BE49-F238E27FC236}">
                  <a16:creationId xmlns:a16="http://schemas.microsoft.com/office/drawing/2014/main" xmlns="" id="{C2E141A7-B288-47D3-8BD5-13757BC54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4" y="877"/>
              <a:ext cx="2493" cy="1855"/>
            </a:xfrm>
            <a:custGeom>
              <a:avLst/>
              <a:gdLst>
                <a:gd name="T0" fmla="*/ 1053 w 1331"/>
                <a:gd name="T1" fmla="*/ 11 h 989"/>
                <a:gd name="T2" fmla="*/ 0 w 1331"/>
                <a:gd name="T3" fmla="*/ 1090 h 989"/>
                <a:gd name="T4" fmla="*/ 1032 w 1331"/>
                <a:gd name="T5" fmla="*/ 3462 h 989"/>
                <a:gd name="T6" fmla="*/ 1073 w 1331"/>
                <a:gd name="T7" fmla="*/ 3462 h 989"/>
                <a:gd name="T8" fmla="*/ 2094 w 1331"/>
                <a:gd name="T9" fmla="*/ 1090 h 989"/>
                <a:gd name="T10" fmla="*/ 1053 w 1331"/>
                <a:gd name="T11" fmla="*/ 11 h 989"/>
                <a:gd name="T12" fmla="*/ 1470 w 1331"/>
                <a:gd name="T13" fmla="*/ 795 h 989"/>
                <a:gd name="T14" fmla="*/ 1277 w 1331"/>
                <a:gd name="T15" fmla="*/ 981 h 989"/>
                <a:gd name="T16" fmla="*/ 1270 w 1331"/>
                <a:gd name="T17" fmla="*/ 1000 h 989"/>
                <a:gd name="T18" fmla="*/ 1313 w 1331"/>
                <a:gd name="T19" fmla="*/ 1262 h 989"/>
                <a:gd name="T20" fmla="*/ 1287 w 1331"/>
                <a:gd name="T21" fmla="*/ 1281 h 989"/>
                <a:gd name="T22" fmla="*/ 1053 w 1331"/>
                <a:gd name="T23" fmla="*/ 1154 h 989"/>
                <a:gd name="T24" fmla="*/ 1036 w 1331"/>
                <a:gd name="T25" fmla="*/ 1154 h 989"/>
                <a:gd name="T26" fmla="*/ 800 w 1331"/>
                <a:gd name="T27" fmla="*/ 1277 h 989"/>
                <a:gd name="T28" fmla="*/ 772 w 1331"/>
                <a:gd name="T29" fmla="*/ 1257 h 989"/>
                <a:gd name="T30" fmla="*/ 820 w 1331"/>
                <a:gd name="T31" fmla="*/ 992 h 989"/>
                <a:gd name="T32" fmla="*/ 815 w 1331"/>
                <a:gd name="T33" fmla="*/ 975 h 989"/>
                <a:gd name="T34" fmla="*/ 627 w 1331"/>
                <a:gd name="T35" fmla="*/ 788 h 989"/>
                <a:gd name="T36" fmla="*/ 639 w 1331"/>
                <a:gd name="T37" fmla="*/ 756 h 989"/>
                <a:gd name="T38" fmla="*/ 897 w 1331"/>
                <a:gd name="T39" fmla="*/ 718 h 989"/>
                <a:gd name="T40" fmla="*/ 916 w 1331"/>
                <a:gd name="T41" fmla="*/ 711 h 989"/>
                <a:gd name="T42" fmla="*/ 1036 w 1331"/>
                <a:gd name="T43" fmla="*/ 471 h 989"/>
                <a:gd name="T44" fmla="*/ 1066 w 1331"/>
                <a:gd name="T45" fmla="*/ 471 h 989"/>
                <a:gd name="T46" fmla="*/ 1182 w 1331"/>
                <a:gd name="T47" fmla="*/ 711 h 989"/>
                <a:gd name="T48" fmla="*/ 1197 w 1331"/>
                <a:gd name="T49" fmla="*/ 724 h 989"/>
                <a:gd name="T50" fmla="*/ 1459 w 1331"/>
                <a:gd name="T51" fmla="*/ 763 h 989"/>
                <a:gd name="T52" fmla="*/ 1470 w 1331"/>
                <a:gd name="T53" fmla="*/ 795 h 989"/>
                <a:gd name="T54" fmla="*/ 4020 w 1331"/>
                <a:gd name="T55" fmla="*/ 0 h 989"/>
                <a:gd name="T56" fmla="*/ 3360 w 1331"/>
                <a:gd name="T57" fmla="*/ 675 h 989"/>
                <a:gd name="T58" fmla="*/ 4006 w 1331"/>
                <a:gd name="T59" fmla="*/ 2157 h 989"/>
                <a:gd name="T60" fmla="*/ 4031 w 1331"/>
                <a:gd name="T61" fmla="*/ 2157 h 989"/>
                <a:gd name="T62" fmla="*/ 4669 w 1331"/>
                <a:gd name="T63" fmla="*/ 675 h 989"/>
                <a:gd name="T64" fmla="*/ 4020 w 1331"/>
                <a:gd name="T65" fmla="*/ 0 h 989"/>
                <a:gd name="T66" fmla="*/ 4280 w 1331"/>
                <a:gd name="T67" fmla="*/ 546 h 989"/>
                <a:gd name="T68" fmla="*/ 4160 w 1331"/>
                <a:gd name="T69" fmla="*/ 662 h 989"/>
                <a:gd name="T70" fmla="*/ 4158 w 1331"/>
                <a:gd name="T71" fmla="*/ 671 h 989"/>
                <a:gd name="T72" fmla="*/ 4182 w 1331"/>
                <a:gd name="T73" fmla="*/ 837 h 989"/>
                <a:gd name="T74" fmla="*/ 4164 w 1331"/>
                <a:gd name="T75" fmla="*/ 848 h 989"/>
                <a:gd name="T76" fmla="*/ 4020 w 1331"/>
                <a:gd name="T77" fmla="*/ 771 h 989"/>
                <a:gd name="T78" fmla="*/ 4010 w 1331"/>
                <a:gd name="T79" fmla="*/ 767 h 989"/>
                <a:gd name="T80" fmla="*/ 3862 w 1331"/>
                <a:gd name="T81" fmla="*/ 844 h 989"/>
                <a:gd name="T82" fmla="*/ 3845 w 1331"/>
                <a:gd name="T83" fmla="*/ 835 h 989"/>
                <a:gd name="T84" fmla="*/ 3873 w 1331"/>
                <a:gd name="T85" fmla="*/ 668 h 989"/>
                <a:gd name="T86" fmla="*/ 3870 w 1331"/>
                <a:gd name="T87" fmla="*/ 658 h 989"/>
                <a:gd name="T88" fmla="*/ 3754 w 1331"/>
                <a:gd name="T89" fmla="*/ 538 h 989"/>
                <a:gd name="T90" fmla="*/ 3761 w 1331"/>
                <a:gd name="T91" fmla="*/ 521 h 989"/>
                <a:gd name="T92" fmla="*/ 3922 w 1331"/>
                <a:gd name="T93" fmla="*/ 495 h 989"/>
                <a:gd name="T94" fmla="*/ 3933 w 1331"/>
                <a:gd name="T95" fmla="*/ 490 h 989"/>
                <a:gd name="T96" fmla="*/ 4006 w 1331"/>
                <a:gd name="T97" fmla="*/ 341 h 989"/>
                <a:gd name="T98" fmla="*/ 4031 w 1331"/>
                <a:gd name="T99" fmla="*/ 341 h 989"/>
                <a:gd name="T100" fmla="*/ 4102 w 1331"/>
                <a:gd name="T101" fmla="*/ 493 h 989"/>
                <a:gd name="T102" fmla="*/ 4108 w 1331"/>
                <a:gd name="T103" fmla="*/ 499 h 989"/>
                <a:gd name="T104" fmla="*/ 4272 w 1331"/>
                <a:gd name="T105" fmla="*/ 523 h 989"/>
                <a:gd name="T106" fmla="*/ 4280 w 1331"/>
                <a:gd name="T107" fmla="*/ 546 h 98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331"/>
                <a:gd name="T163" fmla="*/ 0 h 989"/>
                <a:gd name="T164" fmla="*/ 1331 w 1331"/>
                <a:gd name="T165" fmla="*/ 989 h 989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331" h="989">
                  <a:moveTo>
                    <a:pt x="300" y="3"/>
                  </a:moveTo>
                  <a:cubicBezTo>
                    <a:pt x="134" y="3"/>
                    <a:pt x="0" y="142"/>
                    <a:pt x="0" y="310"/>
                  </a:cubicBezTo>
                  <a:cubicBezTo>
                    <a:pt x="0" y="465"/>
                    <a:pt x="251" y="910"/>
                    <a:pt x="294" y="984"/>
                  </a:cubicBezTo>
                  <a:cubicBezTo>
                    <a:pt x="296" y="989"/>
                    <a:pt x="303" y="989"/>
                    <a:pt x="306" y="984"/>
                  </a:cubicBezTo>
                  <a:cubicBezTo>
                    <a:pt x="348" y="910"/>
                    <a:pt x="597" y="465"/>
                    <a:pt x="597" y="310"/>
                  </a:cubicBezTo>
                  <a:cubicBezTo>
                    <a:pt x="597" y="142"/>
                    <a:pt x="466" y="3"/>
                    <a:pt x="300" y="3"/>
                  </a:cubicBezTo>
                  <a:close/>
                  <a:moveTo>
                    <a:pt x="419" y="226"/>
                  </a:moveTo>
                  <a:cubicBezTo>
                    <a:pt x="364" y="279"/>
                    <a:pt x="364" y="279"/>
                    <a:pt x="364" y="279"/>
                  </a:cubicBezTo>
                  <a:cubicBezTo>
                    <a:pt x="363" y="280"/>
                    <a:pt x="362" y="282"/>
                    <a:pt x="362" y="284"/>
                  </a:cubicBezTo>
                  <a:cubicBezTo>
                    <a:pt x="374" y="359"/>
                    <a:pt x="374" y="359"/>
                    <a:pt x="374" y="359"/>
                  </a:cubicBezTo>
                  <a:cubicBezTo>
                    <a:pt x="375" y="363"/>
                    <a:pt x="371" y="366"/>
                    <a:pt x="367" y="364"/>
                  </a:cubicBezTo>
                  <a:cubicBezTo>
                    <a:pt x="300" y="328"/>
                    <a:pt x="300" y="328"/>
                    <a:pt x="300" y="328"/>
                  </a:cubicBezTo>
                  <a:cubicBezTo>
                    <a:pt x="298" y="327"/>
                    <a:pt x="297" y="327"/>
                    <a:pt x="295" y="328"/>
                  </a:cubicBezTo>
                  <a:cubicBezTo>
                    <a:pt x="228" y="363"/>
                    <a:pt x="228" y="363"/>
                    <a:pt x="228" y="363"/>
                  </a:cubicBezTo>
                  <a:cubicBezTo>
                    <a:pt x="224" y="365"/>
                    <a:pt x="219" y="361"/>
                    <a:pt x="220" y="357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0"/>
                    <a:pt x="234" y="278"/>
                    <a:pt x="232" y="277"/>
                  </a:cubicBezTo>
                  <a:cubicBezTo>
                    <a:pt x="179" y="224"/>
                    <a:pt x="179" y="224"/>
                    <a:pt x="179" y="224"/>
                  </a:cubicBezTo>
                  <a:cubicBezTo>
                    <a:pt x="176" y="221"/>
                    <a:pt x="177" y="215"/>
                    <a:pt x="182" y="215"/>
                  </a:cubicBezTo>
                  <a:cubicBezTo>
                    <a:pt x="256" y="204"/>
                    <a:pt x="256" y="204"/>
                    <a:pt x="256" y="204"/>
                  </a:cubicBezTo>
                  <a:cubicBezTo>
                    <a:pt x="258" y="204"/>
                    <a:pt x="260" y="203"/>
                    <a:pt x="261" y="202"/>
                  </a:cubicBezTo>
                  <a:cubicBezTo>
                    <a:pt x="295" y="134"/>
                    <a:pt x="295" y="134"/>
                    <a:pt x="295" y="134"/>
                  </a:cubicBezTo>
                  <a:cubicBezTo>
                    <a:pt x="297" y="130"/>
                    <a:pt x="302" y="130"/>
                    <a:pt x="304" y="134"/>
                  </a:cubicBezTo>
                  <a:cubicBezTo>
                    <a:pt x="337" y="202"/>
                    <a:pt x="337" y="202"/>
                    <a:pt x="337" y="202"/>
                  </a:cubicBezTo>
                  <a:cubicBezTo>
                    <a:pt x="338" y="204"/>
                    <a:pt x="339" y="205"/>
                    <a:pt x="341" y="206"/>
                  </a:cubicBezTo>
                  <a:cubicBezTo>
                    <a:pt x="416" y="217"/>
                    <a:pt x="416" y="217"/>
                    <a:pt x="416" y="217"/>
                  </a:cubicBezTo>
                  <a:cubicBezTo>
                    <a:pt x="420" y="218"/>
                    <a:pt x="422" y="223"/>
                    <a:pt x="419" y="226"/>
                  </a:cubicBezTo>
                  <a:close/>
                  <a:moveTo>
                    <a:pt x="1146" y="0"/>
                  </a:moveTo>
                  <a:cubicBezTo>
                    <a:pt x="1042" y="0"/>
                    <a:pt x="958" y="87"/>
                    <a:pt x="958" y="192"/>
                  </a:cubicBezTo>
                  <a:cubicBezTo>
                    <a:pt x="958" y="289"/>
                    <a:pt x="1115" y="567"/>
                    <a:pt x="1142" y="613"/>
                  </a:cubicBezTo>
                  <a:cubicBezTo>
                    <a:pt x="1144" y="616"/>
                    <a:pt x="1148" y="616"/>
                    <a:pt x="1149" y="613"/>
                  </a:cubicBezTo>
                  <a:cubicBezTo>
                    <a:pt x="1176" y="567"/>
                    <a:pt x="1331" y="289"/>
                    <a:pt x="1331" y="192"/>
                  </a:cubicBezTo>
                  <a:cubicBezTo>
                    <a:pt x="1331" y="87"/>
                    <a:pt x="1249" y="0"/>
                    <a:pt x="1146" y="0"/>
                  </a:cubicBezTo>
                  <a:close/>
                  <a:moveTo>
                    <a:pt x="1220" y="155"/>
                  </a:moveTo>
                  <a:cubicBezTo>
                    <a:pt x="1186" y="188"/>
                    <a:pt x="1186" y="188"/>
                    <a:pt x="1186" y="188"/>
                  </a:cubicBezTo>
                  <a:cubicBezTo>
                    <a:pt x="1185" y="188"/>
                    <a:pt x="1185" y="190"/>
                    <a:pt x="1185" y="191"/>
                  </a:cubicBezTo>
                  <a:cubicBezTo>
                    <a:pt x="1192" y="238"/>
                    <a:pt x="1192" y="238"/>
                    <a:pt x="1192" y="238"/>
                  </a:cubicBezTo>
                  <a:cubicBezTo>
                    <a:pt x="1193" y="240"/>
                    <a:pt x="1190" y="242"/>
                    <a:pt x="1187" y="241"/>
                  </a:cubicBezTo>
                  <a:cubicBezTo>
                    <a:pt x="1146" y="219"/>
                    <a:pt x="1146" y="219"/>
                    <a:pt x="1146" y="219"/>
                  </a:cubicBezTo>
                  <a:cubicBezTo>
                    <a:pt x="1145" y="218"/>
                    <a:pt x="1144" y="218"/>
                    <a:pt x="1143" y="218"/>
                  </a:cubicBezTo>
                  <a:cubicBezTo>
                    <a:pt x="1101" y="240"/>
                    <a:pt x="1101" y="240"/>
                    <a:pt x="1101" y="240"/>
                  </a:cubicBezTo>
                  <a:cubicBezTo>
                    <a:pt x="1098" y="241"/>
                    <a:pt x="1095" y="239"/>
                    <a:pt x="1096" y="237"/>
                  </a:cubicBezTo>
                  <a:cubicBezTo>
                    <a:pt x="1104" y="190"/>
                    <a:pt x="1104" y="190"/>
                    <a:pt x="1104" y="190"/>
                  </a:cubicBezTo>
                  <a:cubicBezTo>
                    <a:pt x="1104" y="189"/>
                    <a:pt x="1104" y="188"/>
                    <a:pt x="1103" y="187"/>
                  </a:cubicBezTo>
                  <a:cubicBezTo>
                    <a:pt x="1070" y="153"/>
                    <a:pt x="1070" y="153"/>
                    <a:pt x="1070" y="153"/>
                  </a:cubicBezTo>
                  <a:cubicBezTo>
                    <a:pt x="1068" y="151"/>
                    <a:pt x="1069" y="148"/>
                    <a:pt x="1072" y="148"/>
                  </a:cubicBezTo>
                  <a:cubicBezTo>
                    <a:pt x="1118" y="141"/>
                    <a:pt x="1118" y="141"/>
                    <a:pt x="1118" y="141"/>
                  </a:cubicBezTo>
                  <a:cubicBezTo>
                    <a:pt x="1120" y="141"/>
                    <a:pt x="1121" y="141"/>
                    <a:pt x="1121" y="139"/>
                  </a:cubicBezTo>
                  <a:cubicBezTo>
                    <a:pt x="1142" y="97"/>
                    <a:pt x="1142" y="97"/>
                    <a:pt x="1142" y="97"/>
                  </a:cubicBezTo>
                  <a:cubicBezTo>
                    <a:pt x="1144" y="95"/>
                    <a:pt x="1147" y="95"/>
                    <a:pt x="1149" y="97"/>
                  </a:cubicBezTo>
                  <a:cubicBezTo>
                    <a:pt x="1169" y="140"/>
                    <a:pt x="1169" y="140"/>
                    <a:pt x="1169" y="140"/>
                  </a:cubicBezTo>
                  <a:cubicBezTo>
                    <a:pt x="1169" y="141"/>
                    <a:pt x="1170" y="142"/>
                    <a:pt x="1171" y="142"/>
                  </a:cubicBezTo>
                  <a:cubicBezTo>
                    <a:pt x="1218" y="149"/>
                    <a:pt x="1218" y="149"/>
                    <a:pt x="1218" y="149"/>
                  </a:cubicBezTo>
                  <a:cubicBezTo>
                    <a:pt x="1221" y="150"/>
                    <a:pt x="1222" y="153"/>
                    <a:pt x="1220" y="155"/>
                  </a:cubicBezTo>
                  <a:close/>
                </a:path>
              </a:pathLst>
            </a:custGeom>
            <a:solidFill>
              <a:srgbClr val="44546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xmlns="" id="{D120BE8A-7407-41F9-A58D-BB181C55C7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4" y="712"/>
              <a:ext cx="3956" cy="2665"/>
            </a:xfrm>
            <a:custGeom>
              <a:avLst/>
              <a:gdLst>
                <a:gd name="T0" fmla="*/ 2326 w 2112"/>
                <a:gd name="T1" fmla="*/ 4218 h 1421"/>
                <a:gd name="T2" fmla="*/ 1645 w 2112"/>
                <a:gd name="T3" fmla="*/ 2969 h 1421"/>
                <a:gd name="T4" fmla="*/ 2439 w 2112"/>
                <a:gd name="T5" fmla="*/ 0 h 1421"/>
                <a:gd name="T6" fmla="*/ 3227 w 2112"/>
                <a:gd name="T7" fmla="*/ 2969 h 1421"/>
                <a:gd name="T8" fmla="*/ 2551 w 2112"/>
                <a:gd name="T9" fmla="*/ 4218 h 1421"/>
                <a:gd name="T10" fmla="*/ 2439 w 2112"/>
                <a:gd name="T11" fmla="*/ 4284 h 1421"/>
                <a:gd name="T12" fmla="*/ 1234 w 2112"/>
                <a:gd name="T13" fmla="*/ 1390 h 1421"/>
                <a:gd name="T14" fmla="*/ 2323 w 2112"/>
                <a:gd name="T15" fmla="*/ 3905 h 1421"/>
                <a:gd name="T16" fmla="*/ 2555 w 2112"/>
                <a:gd name="T17" fmla="*/ 3905 h 1421"/>
                <a:gd name="T18" fmla="*/ 3636 w 2112"/>
                <a:gd name="T19" fmla="*/ 1390 h 1421"/>
                <a:gd name="T20" fmla="*/ 4715 w 2112"/>
                <a:gd name="T21" fmla="*/ 2085 h 1421"/>
                <a:gd name="T22" fmla="*/ 3793 w 2112"/>
                <a:gd name="T23" fmla="*/ 2065 h 1421"/>
                <a:gd name="T24" fmla="*/ 4786 w 2112"/>
                <a:gd name="T25" fmla="*/ 2219 h 1421"/>
                <a:gd name="T26" fmla="*/ 7403 w 2112"/>
                <a:gd name="T27" fmla="*/ 4842 h 1421"/>
                <a:gd name="T28" fmla="*/ 6582 w 2112"/>
                <a:gd name="T29" fmla="*/ 2065 h 1421"/>
                <a:gd name="T30" fmla="*/ 6091 w 2112"/>
                <a:gd name="T31" fmla="*/ 2082 h 1421"/>
                <a:gd name="T32" fmla="*/ 6582 w 2112"/>
                <a:gd name="T33" fmla="*/ 2219 h 1421"/>
                <a:gd name="T34" fmla="*/ 7241 w 2112"/>
                <a:gd name="T35" fmla="*/ 4842 h 1421"/>
                <a:gd name="T36" fmla="*/ 815 w 2112"/>
                <a:gd name="T37" fmla="*/ 2219 h 1421"/>
                <a:gd name="T38" fmla="*/ 1137 w 2112"/>
                <a:gd name="T39" fmla="*/ 2219 h 1421"/>
                <a:gd name="T40" fmla="*/ 828 w 2112"/>
                <a:gd name="T41" fmla="*/ 2065 h 1421"/>
                <a:gd name="T42" fmla="*/ 7 w 2112"/>
                <a:gd name="T43" fmla="*/ 4842 h 1421"/>
                <a:gd name="T44" fmla="*/ 157 w 2112"/>
                <a:gd name="T45" fmla="*/ 4998 h 1421"/>
                <a:gd name="T46" fmla="*/ 7382 w 2112"/>
                <a:gd name="T47" fmla="*/ 4942 h 1421"/>
                <a:gd name="T48" fmla="*/ 5406 w 2112"/>
                <a:gd name="T49" fmla="*/ 2905 h 1421"/>
                <a:gd name="T50" fmla="*/ 5217 w 2112"/>
                <a:gd name="T51" fmla="*/ 2691 h 1421"/>
                <a:gd name="T52" fmla="*/ 4477 w 2112"/>
                <a:gd name="T53" fmla="*/ 949 h 1421"/>
                <a:gd name="T54" fmla="*/ 6329 w 2112"/>
                <a:gd name="T55" fmla="*/ 949 h 1421"/>
                <a:gd name="T56" fmla="*/ 5593 w 2112"/>
                <a:gd name="T57" fmla="*/ 2691 h 1421"/>
                <a:gd name="T58" fmla="*/ 5406 w 2112"/>
                <a:gd name="T59" fmla="*/ 2905 h 1421"/>
                <a:gd name="T60" fmla="*/ 5406 w 2112"/>
                <a:gd name="T61" fmla="*/ 156 h 1421"/>
                <a:gd name="T62" fmla="*/ 4992 w 2112"/>
                <a:gd name="T63" fmla="*/ 1945 h 1421"/>
                <a:gd name="T64" fmla="*/ 5406 w 2112"/>
                <a:gd name="T65" fmla="*/ 2708 h 1421"/>
                <a:gd name="T66" fmla="*/ 5818 w 2112"/>
                <a:gd name="T67" fmla="*/ 1945 h 1421"/>
                <a:gd name="T68" fmla="*/ 5406 w 2112"/>
                <a:gd name="T69" fmla="*/ 156 h 1421"/>
                <a:gd name="T70" fmla="*/ 4192 w 2112"/>
                <a:gd name="T71" fmla="*/ 3194 h 1421"/>
                <a:gd name="T72" fmla="*/ 4192 w 2112"/>
                <a:gd name="T73" fmla="*/ 2905 h 1421"/>
                <a:gd name="T74" fmla="*/ 5084 w 2112"/>
                <a:gd name="T75" fmla="*/ 2768 h 1421"/>
                <a:gd name="T76" fmla="*/ 4192 w 2112"/>
                <a:gd name="T77" fmla="*/ 2751 h 1421"/>
                <a:gd name="T78" fmla="*/ 4192 w 2112"/>
                <a:gd name="T79" fmla="*/ 3348 h 1421"/>
                <a:gd name="T80" fmla="*/ 5820 w 2112"/>
                <a:gd name="T81" fmla="*/ 3740 h 1421"/>
                <a:gd name="T82" fmla="*/ 2782 w 2112"/>
                <a:gd name="T83" fmla="*/ 4130 h 1421"/>
                <a:gd name="T84" fmla="*/ 5432 w 2112"/>
                <a:gd name="T85" fmla="*/ 4284 h 1421"/>
                <a:gd name="T86" fmla="*/ 5432 w 2112"/>
                <a:gd name="T87" fmla="*/ 3194 h 14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112"/>
                <a:gd name="T133" fmla="*/ 0 h 1421"/>
                <a:gd name="T134" fmla="*/ 2112 w 2112"/>
                <a:gd name="T135" fmla="*/ 1421 h 14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112" h="1421">
                  <a:moveTo>
                    <a:pt x="695" y="1218"/>
                  </a:moveTo>
                  <a:cubicBezTo>
                    <a:pt x="681" y="1218"/>
                    <a:pt x="669" y="1211"/>
                    <a:pt x="663" y="1199"/>
                  </a:cubicBezTo>
                  <a:cubicBezTo>
                    <a:pt x="624" y="1132"/>
                    <a:pt x="624" y="1132"/>
                    <a:pt x="624" y="1132"/>
                  </a:cubicBezTo>
                  <a:cubicBezTo>
                    <a:pt x="623" y="1131"/>
                    <a:pt x="545" y="997"/>
                    <a:pt x="469" y="844"/>
                  </a:cubicBezTo>
                  <a:cubicBezTo>
                    <a:pt x="360" y="627"/>
                    <a:pt x="308" y="480"/>
                    <a:pt x="308" y="395"/>
                  </a:cubicBezTo>
                  <a:cubicBezTo>
                    <a:pt x="308" y="177"/>
                    <a:pt x="481" y="0"/>
                    <a:pt x="695" y="0"/>
                  </a:cubicBezTo>
                  <a:cubicBezTo>
                    <a:pt x="907" y="0"/>
                    <a:pt x="1080" y="177"/>
                    <a:pt x="1080" y="395"/>
                  </a:cubicBezTo>
                  <a:cubicBezTo>
                    <a:pt x="1080" y="480"/>
                    <a:pt x="1027" y="627"/>
                    <a:pt x="920" y="844"/>
                  </a:cubicBezTo>
                  <a:cubicBezTo>
                    <a:pt x="844" y="997"/>
                    <a:pt x="767" y="1131"/>
                    <a:pt x="766" y="1132"/>
                  </a:cubicBezTo>
                  <a:cubicBezTo>
                    <a:pt x="727" y="1199"/>
                    <a:pt x="727" y="1199"/>
                    <a:pt x="727" y="1199"/>
                  </a:cubicBezTo>
                  <a:cubicBezTo>
                    <a:pt x="721" y="1211"/>
                    <a:pt x="709" y="1218"/>
                    <a:pt x="695" y="1218"/>
                  </a:cubicBezTo>
                  <a:cubicBezTo>
                    <a:pt x="695" y="1218"/>
                    <a:pt x="695" y="1218"/>
                    <a:pt x="695" y="1218"/>
                  </a:cubicBezTo>
                  <a:close/>
                  <a:moveTo>
                    <a:pt x="695" y="44"/>
                  </a:moveTo>
                  <a:cubicBezTo>
                    <a:pt x="506" y="44"/>
                    <a:pt x="352" y="202"/>
                    <a:pt x="352" y="395"/>
                  </a:cubicBezTo>
                  <a:cubicBezTo>
                    <a:pt x="352" y="473"/>
                    <a:pt x="403" y="614"/>
                    <a:pt x="508" y="825"/>
                  </a:cubicBezTo>
                  <a:cubicBezTo>
                    <a:pt x="584" y="976"/>
                    <a:pt x="661" y="1109"/>
                    <a:pt x="662" y="1110"/>
                  </a:cubicBezTo>
                  <a:cubicBezTo>
                    <a:pt x="695" y="1167"/>
                    <a:pt x="695" y="1167"/>
                    <a:pt x="695" y="1167"/>
                  </a:cubicBezTo>
                  <a:cubicBezTo>
                    <a:pt x="728" y="1110"/>
                    <a:pt x="728" y="1110"/>
                    <a:pt x="728" y="1110"/>
                  </a:cubicBezTo>
                  <a:cubicBezTo>
                    <a:pt x="729" y="1109"/>
                    <a:pt x="805" y="976"/>
                    <a:pt x="880" y="825"/>
                  </a:cubicBezTo>
                  <a:cubicBezTo>
                    <a:pt x="985" y="614"/>
                    <a:pt x="1036" y="473"/>
                    <a:pt x="1036" y="395"/>
                  </a:cubicBezTo>
                  <a:cubicBezTo>
                    <a:pt x="1036" y="202"/>
                    <a:pt x="883" y="44"/>
                    <a:pt x="695" y="44"/>
                  </a:cubicBezTo>
                  <a:close/>
                  <a:moveTo>
                    <a:pt x="1344" y="593"/>
                  </a:moveTo>
                  <a:cubicBezTo>
                    <a:pt x="1343" y="591"/>
                    <a:pt x="1343" y="589"/>
                    <a:pt x="1342" y="587"/>
                  </a:cubicBezTo>
                  <a:cubicBezTo>
                    <a:pt x="1081" y="587"/>
                    <a:pt x="1081" y="587"/>
                    <a:pt x="1081" y="587"/>
                  </a:cubicBezTo>
                  <a:cubicBezTo>
                    <a:pt x="1076" y="601"/>
                    <a:pt x="1070" y="616"/>
                    <a:pt x="1064" y="631"/>
                  </a:cubicBezTo>
                  <a:cubicBezTo>
                    <a:pt x="1364" y="631"/>
                    <a:pt x="1364" y="631"/>
                    <a:pt x="1364" y="631"/>
                  </a:cubicBezTo>
                  <a:cubicBezTo>
                    <a:pt x="1357" y="619"/>
                    <a:pt x="1351" y="606"/>
                    <a:pt x="1344" y="593"/>
                  </a:cubicBezTo>
                  <a:close/>
                  <a:moveTo>
                    <a:pt x="2110" y="1377"/>
                  </a:moveTo>
                  <a:cubicBezTo>
                    <a:pt x="1921" y="615"/>
                    <a:pt x="1921" y="615"/>
                    <a:pt x="1921" y="615"/>
                  </a:cubicBezTo>
                  <a:cubicBezTo>
                    <a:pt x="1916" y="596"/>
                    <a:pt x="1894" y="587"/>
                    <a:pt x="1876" y="587"/>
                  </a:cubicBezTo>
                  <a:cubicBezTo>
                    <a:pt x="1739" y="587"/>
                    <a:pt x="1739" y="587"/>
                    <a:pt x="1739" y="587"/>
                  </a:cubicBezTo>
                  <a:cubicBezTo>
                    <a:pt x="1738" y="589"/>
                    <a:pt x="1737" y="591"/>
                    <a:pt x="1736" y="592"/>
                  </a:cubicBezTo>
                  <a:cubicBezTo>
                    <a:pt x="1730" y="605"/>
                    <a:pt x="1723" y="618"/>
                    <a:pt x="1717" y="631"/>
                  </a:cubicBezTo>
                  <a:cubicBezTo>
                    <a:pt x="1876" y="631"/>
                    <a:pt x="1876" y="631"/>
                    <a:pt x="1876" y="631"/>
                  </a:cubicBezTo>
                  <a:cubicBezTo>
                    <a:pt x="1877" y="631"/>
                    <a:pt x="1879" y="631"/>
                    <a:pt x="1880" y="631"/>
                  </a:cubicBezTo>
                  <a:cubicBezTo>
                    <a:pt x="2064" y="1377"/>
                    <a:pt x="2064" y="1377"/>
                    <a:pt x="2064" y="1377"/>
                  </a:cubicBezTo>
                  <a:cubicBezTo>
                    <a:pt x="48" y="1377"/>
                    <a:pt x="48" y="1377"/>
                    <a:pt x="48" y="1377"/>
                  </a:cubicBezTo>
                  <a:cubicBezTo>
                    <a:pt x="232" y="631"/>
                    <a:pt x="232" y="631"/>
                    <a:pt x="232" y="631"/>
                  </a:cubicBezTo>
                  <a:cubicBezTo>
                    <a:pt x="233" y="631"/>
                    <a:pt x="235" y="631"/>
                    <a:pt x="236" y="631"/>
                  </a:cubicBezTo>
                  <a:cubicBezTo>
                    <a:pt x="324" y="631"/>
                    <a:pt x="324" y="631"/>
                    <a:pt x="324" y="631"/>
                  </a:cubicBezTo>
                  <a:cubicBezTo>
                    <a:pt x="318" y="616"/>
                    <a:pt x="312" y="601"/>
                    <a:pt x="307" y="587"/>
                  </a:cubicBezTo>
                  <a:cubicBezTo>
                    <a:pt x="236" y="587"/>
                    <a:pt x="236" y="587"/>
                    <a:pt x="236" y="587"/>
                  </a:cubicBezTo>
                  <a:cubicBezTo>
                    <a:pt x="218" y="587"/>
                    <a:pt x="196" y="596"/>
                    <a:pt x="191" y="615"/>
                  </a:cubicBezTo>
                  <a:cubicBezTo>
                    <a:pt x="2" y="1377"/>
                    <a:pt x="2" y="1377"/>
                    <a:pt x="2" y="1377"/>
                  </a:cubicBezTo>
                  <a:cubicBezTo>
                    <a:pt x="0" y="1387"/>
                    <a:pt x="2" y="1397"/>
                    <a:pt x="8" y="1405"/>
                  </a:cubicBezTo>
                  <a:cubicBezTo>
                    <a:pt x="16" y="1415"/>
                    <a:pt x="30" y="1421"/>
                    <a:pt x="45" y="1421"/>
                  </a:cubicBezTo>
                  <a:cubicBezTo>
                    <a:pt x="2067" y="1421"/>
                    <a:pt x="2067" y="1421"/>
                    <a:pt x="2067" y="1421"/>
                  </a:cubicBezTo>
                  <a:cubicBezTo>
                    <a:pt x="2082" y="1421"/>
                    <a:pt x="2096" y="1415"/>
                    <a:pt x="2104" y="1405"/>
                  </a:cubicBezTo>
                  <a:cubicBezTo>
                    <a:pt x="2110" y="1397"/>
                    <a:pt x="2112" y="1387"/>
                    <a:pt x="2110" y="1377"/>
                  </a:cubicBezTo>
                  <a:close/>
                  <a:moveTo>
                    <a:pt x="1541" y="826"/>
                  </a:moveTo>
                  <a:cubicBezTo>
                    <a:pt x="1529" y="826"/>
                    <a:pt x="1519" y="819"/>
                    <a:pt x="1513" y="810"/>
                  </a:cubicBezTo>
                  <a:cubicBezTo>
                    <a:pt x="1487" y="765"/>
                    <a:pt x="1487" y="765"/>
                    <a:pt x="1487" y="765"/>
                  </a:cubicBezTo>
                  <a:cubicBezTo>
                    <a:pt x="1487" y="764"/>
                    <a:pt x="1435" y="675"/>
                    <a:pt x="1384" y="573"/>
                  </a:cubicBezTo>
                  <a:cubicBezTo>
                    <a:pt x="1310" y="425"/>
                    <a:pt x="1276" y="329"/>
                    <a:pt x="1276" y="270"/>
                  </a:cubicBezTo>
                  <a:cubicBezTo>
                    <a:pt x="1276" y="122"/>
                    <a:pt x="1395" y="0"/>
                    <a:pt x="1541" y="0"/>
                  </a:cubicBezTo>
                  <a:cubicBezTo>
                    <a:pt x="1686" y="0"/>
                    <a:pt x="1804" y="122"/>
                    <a:pt x="1804" y="270"/>
                  </a:cubicBezTo>
                  <a:cubicBezTo>
                    <a:pt x="1804" y="329"/>
                    <a:pt x="1770" y="425"/>
                    <a:pt x="1697" y="573"/>
                  </a:cubicBezTo>
                  <a:cubicBezTo>
                    <a:pt x="1647" y="675"/>
                    <a:pt x="1595" y="764"/>
                    <a:pt x="1594" y="765"/>
                  </a:cubicBezTo>
                  <a:cubicBezTo>
                    <a:pt x="1569" y="809"/>
                    <a:pt x="1569" y="809"/>
                    <a:pt x="1569" y="809"/>
                  </a:cubicBezTo>
                  <a:cubicBezTo>
                    <a:pt x="1563" y="819"/>
                    <a:pt x="1552" y="826"/>
                    <a:pt x="1541" y="826"/>
                  </a:cubicBezTo>
                  <a:cubicBezTo>
                    <a:pt x="1541" y="826"/>
                    <a:pt x="1541" y="826"/>
                    <a:pt x="1541" y="826"/>
                  </a:cubicBezTo>
                  <a:close/>
                  <a:moveTo>
                    <a:pt x="1541" y="44"/>
                  </a:moveTo>
                  <a:cubicBezTo>
                    <a:pt x="1419" y="44"/>
                    <a:pt x="1320" y="146"/>
                    <a:pt x="1320" y="270"/>
                  </a:cubicBezTo>
                  <a:cubicBezTo>
                    <a:pt x="1320" y="321"/>
                    <a:pt x="1354" y="416"/>
                    <a:pt x="1423" y="553"/>
                  </a:cubicBezTo>
                  <a:cubicBezTo>
                    <a:pt x="1474" y="655"/>
                    <a:pt x="1525" y="742"/>
                    <a:pt x="1525" y="743"/>
                  </a:cubicBezTo>
                  <a:cubicBezTo>
                    <a:pt x="1541" y="770"/>
                    <a:pt x="1541" y="770"/>
                    <a:pt x="1541" y="770"/>
                  </a:cubicBezTo>
                  <a:cubicBezTo>
                    <a:pt x="1556" y="743"/>
                    <a:pt x="1556" y="743"/>
                    <a:pt x="1556" y="743"/>
                  </a:cubicBezTo>
                  <a:cubicBezTo>
                    <a:pt x="1557" y="742"/>
                    <a:pt x="1607" y="655"/>
                    <a:pt x="1658" y="553"/>
                  </a:cubicBezTo>
                  <a:cubicBezTo>
                    <a:pt x="1726" y="416"/>
                    <a:pt x="1760" y="321"/>
                    <a:pt x="1760" y="270"/>
                  </a:cubicBezTo>
                  <a:cubicBezTo>
                    <a:pt x="1760" y="146"/>
                    <a:pt x="1662" y="44"/>
                    <a:pt x="1541" y="44"/>
                  </a:cubicBezTo>
                  <a:close/>
                  <a:moveTo>
                    <a:pt x="1548" y="908"/>
                  </a:moveTo>
                  <a:cubicBezTo>
                    <a:pt x="1195" y="908"/>
                    <a:pt x="1195" y="908"/>
                    <a:pt x="1195" y="908"/>
                  </a:cubicBezTo>
                  <a:cubicBezTo>
                    <a:pt x="1172" y="908"/>
                    <a:pt x="1154" y="889"/>
                    <a:pt x="1154" y="867"/>
                  </a:cubicBezTo>
                  <a:cubicBezTo>
                    <a:pt x="1154" y="844"/>
                    <a:pt x="1172" y="826"/>
                    <a:pt x="1195" y="826"/>
                  </a:cubicBezTo>
                  <a:cubicBezTo>
                    <a:pt x="1471" y="826"/>
                    <a:pt x="1471" y="826"/>
                    <a:pt x="1471" y="826"/>
                  </a:cubicBezTo>
                  <a:cubicBezTo>
                    <a:pt x="1449" y="787"/>
                    <a:pt x="1449" y="787"/>
                    <a:pt x="1449" y="787"/>
                  </a:cubicBezTo>
                  <a:cubicBezTo>
                    <a:pt x="1449" y="787"/>
                    <a:pt x="1448" y="785"/>
                    <a:pt x="1446" y="782"/>
                  </a:cubicBezTo>
                  <a:cubicBezTo>
                    <a:pt x="1195" y="782"/>
                    <a:pt x="1195" y="782"/>
                    <a:pt x="1195" y="782"/>
                  </a:cubicBezTo>
                  <a:cubicBezTo>
                    <a:pt x="1148" y="782"/>
                    <a:pt x="1110" y="820"/>
                    <a:pt x="1110" y="867"/>
                  </a:cubicBezTo>
                  <a:cubicBezTo>
                    <a:pt x="1110" y="914"/>
                    <a:pt x="1148" y="952"/>
                    <a:pt x="1195" y="952"/>
                  </a:cubicBezTo>
                  <a:cubicBezTo>
                    <a:pt x="1548" y="952"/>
                    <a:pt x="1548" y="952"/>
                    <a:pt x="1548" y="952"/>
                  </a:cubicBezTo>
                  <a:cubicBezTo>
                    <a:pt x="1609" y="952"/>
                    <a:pt x="1659" y="1002"/>
                    <a:pt x="1659" y="1063"/>
                  </a:cubicBezTo>
                  <a:cubicBezTo>
                    <a:pt x="1659" y="1124"/>
                    <a:pt x="1609" y="1174"/>
                    <a:pt x="1548" y="1174"/>
                  </a:cubicBezTo>
                  <a:cubicBezTo>
                    <a:pt x="793" y="1174"/>
                    <a:pt x="793" y="1174"/>
                    <a:pt x="793" y="1174"/>
                  </a:cubicBezTo>
                  <a:cubicBezTo>
                    <a:pt x="767" y="1218"/>
                    <a:pt x="767" y="1218"/>
                    <a:pt x="767" y="1218"/>
                  </a:cubicBezTo>
                  <a:cubicBezTo>
                    <a:pt x="1548" y="1218"/>
                    <a:pt x="1548" y="1218"/>
                    <a:pt x="1548" y="1218"/>
                  </a:cubicBezTo>
                  <a:cubicBezTo>
                    <a:pt x="1633" y="1218"/>
                    <a:pt x="1703" y="1148"/>
                    <a:pt x="1703" y="1063"/>
                  </a:cubicBezTo>
                  <a:cubicBezTo>
                    <a:pt x="1703" y="977"/>
                    <a:pt x="1633" y="908"/>
                    <a:pt x="1548" y="908"/>
                  </a:cubicBezTo>
                  <a:close/>
                </a:path>
              </a:pathLst>
            </a:custGeom>
            <a:solidFill>
              <a:srgbClr val="4472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0" name="Group 21">
            <a:extLst>
              <a:ext uri="{FF2B5EF4-FFF2-40B4-BE49-F238E27FC236}">
                <a16:creationId xmlns:a16="http://schemas.microsoft.com/office/drawing/2014/main" xmlns="" id="{B701448B-4C4F-417E-93BE-B4A26E3A36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82516" y="3339288"/>
            <a:ext cx="522463" cy="655691"/>
            <a:chOff x="6464300" y="2185415"/>
            <a:chExt cx="1646238" cy="2065910"/>
          </a:xfrm>
        </p:grpSpPr>
        <p:sp>
          <p:nvSpPr>
            <p:cNvPr id="101" name="AutoShape 15">
              <a:extLst>
                <a:ext uri="{FF2B5EF4-FFF2-40B4-BE49-F238E27FC236}">
                  <a16:creationId xmlns:a16="http://schemas.microsoft.com/office/drawing/2014/main" xmlns="" id="{DE6F9C2F-5E9A-4C6F-ABC1-FC4F227304C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464300" y="2606675"/>
              <a:ext cx="1646238" cy="1644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2" name="Group 23">
              <a:extLst>
                <a:ext uri="{FF2B5EF4-FFF2-40B4-BE49-F238E27FC236}">
                  <a16:creationId xmlns:a16="http://schemas.microsoft.com/office/drawing/2014/main" xmlns="" id="{165597C5-4A29-4124-86A7-E2AD11BDE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70415" y="2185415"/>
              <a:ext cx="1367015" cy="1238250"/>
              <a:chOff x="6570415" y="2185415"/>
              <a:chExt cx="1367015" cy="1238250"/>
            </a:xfrm>
          </p:grpSpPr>
          <p:sp>
            <p:nvSpPr>
              <p:cNvPr id="103" name="Freeform 10">
                <a:extLst>
                  <a:ext uri="{FF2B5EF4-FFF2-40B4-BE49-F238E27FC236}">
                    <a16:creationId xmlns:a16="http://schemas.microsoft.com/office/drawing/2014/main" xmlns="" id="{6A3CD14A-EB3B-4264-AFEC-201613C1E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0415" y="2185415"/>
                <a:ext cx="1367015" cy="1238250"/>
              </a:xfrm>
              <a:custGeom>
                <a:avLst/>
                <a:gdLst>
                  <a:gd name="T0" fmla="*/ 0 w 1367015"/>
                  <a:gd name="T1" fmla="*/ 0 h 1238250"/>
                  <a:gd name="T2" fmla="*/ 1367015 w 1367015"/>
                  <a:gd name="T3" fmla="*/ 1238250 h 1238250"/>
                </a:gdLst>
                <a:ahLst/>
                <a:cxnLst/>
                <a:rect l="T0" t="T1" r="T2" b="T3"/>
                <a:pathLst>
                  <a:path w="1367015" h="1238250">
                    <a:moveTo>
                      <a:pt x="1124567" y="922337"/>
                    </a:moveTo>
                    <a:cubicBezTo>
                      <a:pt x="1124567" y="922337"/>
                      <a:pt x="1124567" y="922337"/>
                      <a:pt x="1113855" y="931647"/>
                    </a:cubicBezTo>
                    <a:cubicBezTo>
                      <a:pt x="1113855" y="931647"/>
                      <a:pt x="1113855" y="931647"/>
                      <a:pt x="1058863" y="985360"/>
                    </a:cubicBezTo>
                    <a:cubicBezTo>
                      <a:pt x="1269544" y="1205939"/>
                      <a:pt x="1269544" y="1205939"/>
                      <a:pt x="1269544" y="1205939"/>
                    </a:cubicBezTo>
                    <a:cubicBezTo>
                      <a:pt x="1270258" y="1206655"/>
                      <a:pt x="1274543" y="1208087"/>
                      <a:pt x="1282399" y="1205939"/>
                    </a:cubicBezTo>
                    <a:cubicBezTo>
                      <a:pt x="1292398" y="1203074"/>
                      <a:pt x="1303110" y="1195912"/>
                      <a:pt x="1313109" y="1185886"/>
                    </a:cubicBezTo>
                    <a:cubicBezTo>
                      <a:pt x="1323107" y="1176576"/>
                      <a:pt x="1330963" y="1165833"/>
                      <a:pt x="1333820" y="1155807"/>
                    </a:cubicBezTo>
                    <a:cubicBezTo>
                      <a:pt x="1336676" y="1147929"/>
                      <a:pt x="1335962" y="1143632"/>
                      <a:pt x="1335248" y="1142916"/>
                    </a:cubicBezTo>
                    <a:cubicBezTo>
                      <a:pt x="1198841" y="1000399"/>
                      <a:pt x="1150277" y="949551"/>
                      <a:pt x="1133851" y="931647"/>
                    </a:cubicBezTo>
                    <a:cubicBezTo>
                      <a:pt x="1124567" y="922337"/>
                      <a:pt x="1124567" y="922337"/>
                      <a:pt x="1124567" y="922337"/>
                    </a:cubicBezTo>
                    <a:close/>
                    <a:moveTo>
                      <a:pt x="925229" y="906462"/>
                    </a:moveTo>
                    <a:cubicBezTo>
                      <a:pt x="925229" y="906462"/>
                      <a:pt x="925229" y="906462"/>
                      <a:pt x="949325" y="931862"/>
                    </a:cubicBezTo>
                    <a:cubicBezTo>
                      <a:pt x="949325" y="931862"/>
                      <a:pt x="949325" y="931862"/>
                      <a:pt x="869950" y="931862"/>
                    </a:cubicBezTo>
                    <a:cubicBezTo>
                      <a:pt x="889085" y="925331"/>
                      <a:pt x="907512" y="916622"/>
                      <a:pt x="925229" y="906462"/>
                    </a:cubicBezTo>
                    <a:close/>
                    <a:moveTo>
                      <a:pt x="1124927" y="884237"/>
                    </a:moveTo>
                    <a:cubicBezTo>
                      <a:pt x="1129214" y="884952"/>
                      <a:pt x="1132787" y="886383"/>
                      <a:pt x="1135645" y="889243"/>
                    </a:cubicBezTo>
                    <a:cubicBezTo>
                      <a:pt x="1139218" y="893534"/>
                      <a:pt x="1142790" y="897110"/>
                      <a:pt x="1146363" y="900686"/>
                    </a:cubicBezTo>
                    <a:cubicBezTo>
                      <a:pt x="1157081" y="912129"/>
                      <a:pt x="1167085" y="922857"/>
                      <a:pt x="1176374" y="932154"/>
                    </a:cubicBezTo>
                    <a:cubicBezTo>
                      <a:pt x="1357152" y="1121676"/>
                      <a:pt x="1357152" y="1121676"/>
                      <a:pt x="1357152" y="1121676"/>
                    </a:cubicBezTo>
                    <a:cubicBezTo>
                      <a:pt x="1367155" y="1131689"/>
                      <a:pt x="1370013" y="1148138"/>
                      <a:pt x="1363582" y="1166017"/>
                    </a:cubicBezTo>
                    <a:cubicBezTo>
                      <a:pt x="1358581" y="1181036"/>
                      <a:pt x="1348577" y="1196055"/>
                      <a:pt x="1335001" y="1208928"/>
                    </a:cubicBezTo>
                    <a:cubicBezTo>
                      <a:pt x="1321425" y="1221801"/>
                      <a:pt x="1305705" y="1231814"/>
                      <a:pt x="1290700" y="1236105"/>
                    </a:cubicBezTo>
                    <a:cubicBezTo>
                      <a:pt x="1284983" y="1237535"/>
                      <a:pt x="1279267" y="1238250"/>
                      <a:pt x="1273551" y="1238250"/>
                    </a:cubicBezTo>
                    <a:cubicBezTo>
                      <a:pt x="1262833" y="1238250"/>
                      <a:pt x="1252829" y="1234674"/>
                      <a:pt x="1246398" y="1227522"/>
                    </a:cubicBezTo>
                    <a:cubicBezTo>
                      <a:pt x="1024892" y="996520"/>
                      <a:pt x="1024892" y="996520"/>
                      <a:pt x="1024892" y="996520"/>
                    </a:cubicBezTo>
                    <a:cubicBezTo>
                      <a:pt x="1019175" y="990083"/>
                      <a:pt x="1019175" y="980071"/>
                      <a:pt x="1025606" y="974350"/>
                    </a:cubicBezTo>
                    <a:cubicBezTo>
                      <a:pt x="1042755" y="957185"/>
                      <a:pt x="1057046" y="943597"/>
                      <a:pt x="1068478" y="932154"/>
                    </a:cubicBezTo>
                    <a:cubicBezTo>
                      <a:pt x="1071336" y="930009"/>
                      <a:pt x="1073480" y="927148"/>
                      <a:pt x="1076338" y="925002"/>
                    </a:cubicBezTo>
                    <a:cubicBezTo>
                      <a:pt x="1087771" y="914275"/>
                      <a:pt x="1095631" y="906408"/>
                      <a:pt x="1100633" y="900686"/>
                    </a:cubicBezTo>
                    <a:cubicBezTo>
                      <a:pt x="1102062" y="899971"/>
                      <a:pt x="1103491" y="898541"/>
                      <a:pt x="1104205" y="897826"/>
                    </a:cubicBezTo>
                    <a:cubicBezTo>
                      <a:pt x="1113494" y="889243"/>
                      <a:pt x="1113494" y="889243"/>
                      <a:pt x="1113494" y="889243"/>
                    </a:cubicBezTo>
                    <a:cubicBezTo>
                      <a:pt x="1116352" y="886383"/>
                      <a:pt x="1120640" y="884237"/>
                      <a:pt x="1124927" y="884237"/>
                    </a:cubicBezTo>
                    <a:close/>
                    <a:moveTo>
                      <a:pt x="346518" y="565150"/>
                    </a:moveTo>
                    <a:cubicBezTo>
                      <a:pt x="324693" y="565150"/>
                      <a:pt x="306388" y="583814"/>
                      <a:pt x="306388" y="606784"/>
                    </a:cubicBezTo>
                    <a:cubicBezTo>
                      <a:pt x="306388" y="607502"/>
                      <a:pt x="306388" y="608220"/>
                      <a:pt x="306388" y="608938"/>
                    </a:cubicBezTo>
                    <a:cubicBezTo>
                      <a:pt x="307092" y="619705"/>
                      <a:pt x="312020" y="630472"/>
                      <a:pt x="319765" y="636933"/>
                    </a:cubicBezTo>
                    <a:cubicBezTo>
                      <a:pt x="326805" y="643393"/>
                      <a:pt x="336661" y="647700"/>
                      <a:pt x="346518" y="647700"/>
                    </a:cubicBezTo>
                    <a:cubicBezTo>
                      <a:pt x="369047" y="647700"/>
                      <a:pt x="387351" y="629037"/>
                      <a:pt x="387351" y="606784"/>
                    </a:cubicBezTo>
                    <a:cubicBezTo>
                      <a:pt x="387351" y="600324"/>
                      <a:pt x="385943" y="594581"/>
                      <a:pt x="383127" y="588838"/>
                    </a:cubicBezTo>
                    <a:cubicBezTo>
                      <a:pt x="378903" y="578789"/>
                      <a:pt x="370455" y="571611"/>
                      <a:pt x="360598" y="568021"/>
                    </a:cubicBezTo>
                    <a:cubicBezTo>
                      <a:pt x="356374" y="565868"/>
                      <a:pt x="351446" y="565150"/>
                      <a:pt x="346518" y="565150"/>
                    </a:cubicBezTo>
                    <a:close/>
                    <a:moveTo>
                      <a:pt x="760846" y="492125"/>
                    </a:moveTo>
                    <a:cubicBezTo>
                      <a:pt x="752187" y="492125"/>
                      <a:pt x="743528" y="494947"/>
                      <a:pt x="735591" y="499181"/>
                    </a:cubicBezTo>
                    <a:cubicBezTo>
                      <a:pt x="722602" y="506236"/>
                      <a:pt x="713221" y="519642"/>
                      <a:pt x="710335" y="535164"/>
                    </a:cubicBezTo>
                    <a:cubicBezTo>
                      <a:pt x="710335" y="537986"/>
                      <a:pt x="709613" y="540103"/>
                      <a:pt x="709613" y="542925"/>
                    </a:cubicBezTo>
                    <a:cubicBezTo>
                      <a:pt x="709613" y="571147"/>
                      <a:pt x="732704" y="593725"/>
                      <a:pt x="760846" y="593725"/>
                    </a:cubicBezTo>
                    <a:cubicBezTo>
                      <a:pt x="763011" y="593725"/>
                      <a:pt x="765176" y="593725"/>
                      <a:pt x="767341" y="593725"/>
                    </a:cubicBezTo>
                    <a:cubicBezTo>
                      <a:pt x="783216" y="591608"/>
                      <a:pt x="796926" y="583142"/>
                      <a:pt x="804864" y="570442"/>
                    </a:cubicBezTo>
                    <a:cubicBezTo>
                      <a:pt x="809915" y="562681"/>
                      <a:pt x="812801" y="553508"/>
                      <a:pt x="812801" y="542925"/>
                    </a:cubicBezTo>
                    <a:cubicBezTo>
                      <a:pt x="812801" y="542220"/>
                      <a:pt x="812801" y="540808"/>
                      <a:pt x="812801" y="539397"/>
                    </a:cubicBezTo>
                    <a:cubicBezTo>
                      <a:pt x="811358" y="515408"/>
                      <a:pt x="792597" y="495653"/>
                      <a:pt x="768062" y="492831"/>
                    </a:cubicBezTo>
                    <a:cubicBezTo>
                      <a:pt x="765898" y="492831"/>
                      <a:pt x="763733" y="492125"/>
                      <a:pt x="760846" y="492125"/>
                    </a:cubicBezTo>
                    <a:close/>
                    <a:moveTo>
                      <a:pt x="891455" y="415925"/>
                    </a:moveTo>
                    <a:cubicBezTo>
                      <a:pt x="899315" y="421636"/>
                      <a:pt x="907175" y="428060"/>
                      <a:pt x="915035" y="434485"/>
                    </a:cubicBezTo>
                    <a:cubicBezTo>
                      <a:pt x="917179" y="435913"/>
                      <a:pt x="918608" y="438054"/>
                      <a:pt x="920751" y="439482"/>
                    </a:cubicBezTo>
                    <a:cubicBezTo>
                      <a:pt x="920751" y="439482"/>
                      <a:pt x="920751" y="439482"/>
                      <a:pt x="877164" y="474460"/>
                    </a:cubicBezTo>
                    <a:cubicBezTo>
                      <a:pt x="869305" y="480885"/>
                      <a:pt x="860730" y="488023"/>
                      <a:pt x="850012" y="496589"/>
                    </a:cubicBezTo>
                    <a:cubicBezTo>
                      <a:pt x="846439" y="499445"/>
                      <a:pt x="842867" y="502300"/>
                      <a:pt x="838579" y="505155"/>
                    </a:cubicBezTo>
                    <a:cubicBezTo>
                      <a:pt x="840723" y="510152"/>
                      <a:pt x="842867" y="514435"/>
                      <a:pt x="844296" y="519432"/>
                    </a:cubicBezTo>
                    <a:cubicBezTo>
                      <a:pt x="846439" y="527285"/>
                      <a:pt x="847154" y="535137"/>
                      <a:pt x="847154" y="542989"/>
                    </a:cubicBezTo>
                    <a:cubicBezTo>
                      <a:pt x="847154" y="549414"/>
                      <a:pt x="846439" y="555124"/>
                      <a:pt x="845725" y="561549"/>
                    </a:cubicBezTo>
                    <a:cubicBezTo>
                      <a:pt x="842152" y="576540"/>
                      <a:pt x="835007" y="590103"/>
                      <a:pt x="824289" y="601524"/>
                    </a:cubicBezTo>
                    <a:cubicBezTo>
                      <a:pt x="809283" y="617942"/>
                      <a:pt x="786418" y="628650"/>
                      <a:pt x="761409" y="628650"/>
                    </a:cubicBezTo>
                    <a:cubicBezTo>
                      <a:pt x="714250" y="628650"/>
                      <a:pt x="676379" y="590103"/>
                      <a:pt x="676379" y="542989"/>
                    </a:cubicBezTo>
                    <a:cubicBezTo>
                      <a:pt x="676379" y="536564"/>
                      <a:pt x="677094" y="529426"/>
                      <a:pt x="678523" y="523715"/>
                    </a:cubicBezTo>
                    <a:cubicBezTo>
                      <a:pt x="678523" y="523715"/>
                      <a:pt x="678523" y="523715"/>
                      <a:pt x="582775" y="477316"/>
                    </a:cubicBezTo>
                    <a:cubicBezTo>
                      <a:pt x="578488" y="475174"/>
                      <a:pt x="574200" y="473033"/>
                      <a:pt x="569913" y="470891"/>
                    </a:cubicBezTo>
                    <a:cubicBezTo>
                      <a:pt x="577059" y="460183"/>
                      <a:pt x="585633" y="450903"/>
                      <a:pt x="594208" y="441623"/>
                    </a:cubicBezTo>
                    <a:cubicBezTo>
                      <a:pt x="594208" y="441623"/>
                      <a:pt x="594208" y="441623"/>
                      <a:pt x="694957" y="490165"/>
                    </a:cubicBezTo>
                    <a:cubicBezTo>
                      <a:pt x="700674" y="483026"/>
                      <a:pt x="707819" y="476602"/>
                      <a:pt x="715679" y="470891"/>
                    </a:cubicBezTo>
                    <a:cubicBezTo>
                      <a:pt x="728541" y="462325"/>
                      <a:pt x="744975" y="457328"/>
                      <a:pt x="761409" y="457328"/>
                    </a:cubicBezTo>
                    <a:cubicBezTo>
                      <a:pt x="771413" y="457328"/>
                      <a:pt x="781416" y="459470"/>
                      <a:pt x="789991" y="462325"/>
                    </a:cubicBezTo>
                    <a:cubicBezTo>
                      <a:pt x="799280" y="465894"/>
                      <a:pt x="808569" y="470891"/>
                      <a:pt x="815714" y="476602"/>
                    </a:cubicBezTo>
                    <a:cubicBezTo>
                      <a:pt x="815714" y="476602"/>
                      <a:pt x="815714" y="476602"/>
                      <a:pt x="831434" y="464466"/>
                    </a:cubicBezTo>
                    <a:cubicBezTo>
                      <a:pt x="842152" y="455900"/>
                      <a:pt x="860730" y="440910"/>
                      <a:pt x="891455" y="415925"/>
                    </a:cubicBezTo>
                    <a:close/>
                    <a:moveTo>
                      <a:pt x="772661" y="346605"/>
                    </a:moveTo>
                    <a:cubicBezTo>
                      <a:pt x="723066" y="343930"/>
                      <a:pt x="672758" y="354807"/>
                      <a:pt x="628158" y="379415"/>
                    </a:cubicBezTo>
                    <a:cubicBezTo>
                      <a:pt x="608178" y="390827"/>
                      <a:pt x="589624" y="404379"/>
                      <a:pt x="571784" y="420783"/>
                    </a:cubicBezTo>
                    <a:cubicBezTo>
                      <a:pt x="562508" y="430056"/>
                      <a:pt x="554658" y="439328"/>
                      <a:pt x="546809" y="449314"/>
                    </a:cubicBezTo>
                    <a:cubicBezTo>
                      <a:pt x="538245" y="460012"/>
                      <a:pt x="531109" y="470711"/>
                      <a:pt x="524687" y="482123"/>
                    </a:cubicBezTo>
                    <a:cubicBezTo>
                      <a:pt x="468313" y="582692"/>
                      <a:pt x="481158" y="712504"/>
                      <a:pt x="564648" y="800235"/>
                    </a:cubicBezTo>
                    <a:cubicBezTo>
                      <a:pt x="597474" y="833758"/>
                      <a:pt x="636008" y="856582"/>
                      <a:pt x="678110" y="869420"/>
                    </a:cubicBezTo>
                    <a:cubicBezTo>
                      <a:pt x="729488" y="885825"/>
                      <a:pt x="785862" y="885825"/>
                      <a:pt x="837955" y="869420"/>
                    </a:cubicBezTo>
                    <a:cubicBezTo>
                      <a:pt x="867212" y="860861"/>
                      <a:pt x="895756" y="845883"/>
                      <a:pt x="921445" y="826625"/>
                    </a:cubicBezTo>
                    <a:cubicBezTo>
                      <a:pt x="930008" y="820919"/>
                      <a:pt x="937144" y="814500"/>
                      <a:pt x="944280" y="807367"/>
                    </a:cubicBezTo>
                    <a:cubicBezTo>
                      <a:pt x="952130" y="799521"/>
                      <a:pt x="959979" y="791676"/>
                      <a:pt x="967115" y="783117"/>
                    </a:cubicBezTo>
                    <a:cubicBezTo>
                      <a:pt x="1047751" y="682548"/>
                      <a:pt x="1046324" y="537044"/>
                      <a:pt x="959979" y="437902"/>
                    </a:cubicBezTo>
                    <a:cubicBezTo>
                      <a:pt x="957125" y="435048"/>
                      <a:pt x="954270" y="431482"/>
                      <a:pt x="951416" y="427916"/>
                    </a:cubicBezTo>
                    <a:cubicBezTo>
                      <a:pt x="947135" y="423636"/>
                      <a:pt x="942853" y="419357"/>
                      <a:pt x="937858" y="415791"/>
                    </a:cubicBezTo>
                    <a:cubicBezTo>
                      <a:pt x="930008" y="408658"/>
                      <a:pt x="921445" y="401526"/>
                      <a:pt x="912882" y="395106"/>
                    </a:cubicBezTo>
                    <a:cubicBezTo>
                      <a:pt x="871137" y="365506"/>
                      <a:pt x="822256" y="349280"/>
                      <a:pt x="772661" y="346605"/>
                    </a:cubicBezTo>
                    <a:close/>
                    <a:moveTo>
                      <a:pt x="785477" y="308032"/>
                    </a:moveTo>
                    <a:cubicBezTo>
                      <a:pt x="842147" y="313027"/>
                      <a:pt x="897744" y="333721"/>
                      <a:pt x="945296" y="370115"/>
                    </a:cubicBezTo>
                    <a:cubicBezTo>
                      <a:pt x="953162" y="376537"/>
                      <a:pt x="961743" y="382959"/>
                      <a:pt x="969609" y="390809"/>
                    </a:cubicBezTo>
                    <a:cubicBezTo>
                      <a:pt x="973184" y="394377"/>
                      <a:pt x="976759" y="397231"/>
                      <a:pt x="980335" y="400799"/>
                    </a:cubicBezTo>
                    <a:cubicBezTo>
                      <a:pt x="983910" y="405081"/>
                      <a:pt x="987486" y="409363"/>
                      <a:pt x="991061" y="413644"/>
                    </a:cubicBezTo>
                    <a:cubicBezTo>
                      <a:pt x="1084021" y="521398"/>
                      <a:pt x="1089026" y="678390"/>
                      <a:pt x="1008223" y="791852"/>
                    </a:cubicBezTo>
                    <a:cubicBezTo>
                      <a:pt x="1080445" y="866780"/>
                      <a:pt x="1080445" y="866780"/>
                      <a:pt x="1080445" y="866780"/>
                    </a:cubicBezTo>
                    <a:cubicBezTo>
                      <a:pt x="1081160" y="867493"/>
                      <a:pt x="1081160" y="868207"/>
                      <a:pt x="1081875" y="868921"/>
                    </a:cubicBezTo>
                    <a:cubicBezTo>
                      <a:pt x="1083306" y="871775"/>
                      <a:pt x="1083306" y="874629"/>
                      <a:pt x="1081875" y="876770"/>
                    </a:cubicBezTo>
                    <a:cubicBezTo>
                      <a:pt x="1081875" y="876770"/>
                      <a:pt x="1081875" y="876770"/>
                      <a:pt x="1056848" y="900319"/>
                    </a:cubicBezTo>
                    <a:cubicBezTo>
                      <a:pt x="1056848" y="900319"/>
                      <a:pt x="1056848" y="900319"/>
                      <a:pt x="1055418" y="901746"/>
                    </a:cubicBezTo>
                    <a:cubicBezTo>
                      <a:pt x="1039686" y="917445"/>
                      <a:pt x="1029675" y="926722"/>
                      <a:pt x="1023954" y="931717"/>
                    </a:cubicBezTo>
                    <a:cubicBezTo>
                      <a:pt x="1014658" y="940994"/>
                      <a:pt x="1014658" y="940994"/>
                      <a:pt x="1014658" y="940994"/>
                    </a:cubicBezTo>
                    <a:cubicBezTo>
                      <a:pt x="1011798" y="944562"/>
                      <a:pt x="1006078" y="944562"/>
                      <a:pt x="1003217" y="940994"/>
                    </a:cubicBezTo>
                    <a:cubicBezTo>
                      <a:pt x="999642" y="938140"/>
                      <a:pt x="996782" y="934572"/>
                      <a:pt x="993921" y="931717"/>
                    </a:cubicBezTo>
                    <a:cubicBezTo>
                      <a:pt x="981765" y="919586"/>
                      <a:pt x="971754" y="908882"/>
                      <a:pt x="963888" y="900319"/>
                    </a:cubicBezTo>
                    <a:cubicBezTo>
                      <a:pt x="944581" y="881052"/>
                      <a:pt x="936715" y="872489"/>
                      <a:pt x="933140" y="868921"/>
                    </a:cubicBezTo>
                    <a:cubicBezTo>
                      <a:pt x="930995" y="866780"/>
                      <a:pt x="930995" y="866780"/>
                      <a:pt x="930995" y="866780"/>
                    </a:cubicBezTo>
                    <a:cubicBezTo>
                      <a:pt x="929565" y="867493"/>
                      <a:pt x="928134" y="868207"/>
                      <a:pt x="926704" y="868921"/>
                    </a:cubicBezTo>
                    <a:cubicBezTo>
                      <a:pt x="906682" y="882479"/>
                      <a:pt x="885945" y="892469"/>
                      <a:pt x="864493" y="900319"/>
                    </a:cubicBezTo>
                    <a:cubicBezTo>
                      <a:pt x="795846" y="926009"/>
                      <a:pt x="720048" y="926009"/>
                      <a:pt x="651400" y="900319"/>
                    </a:cubicBezTo>
                    <a:cubicBezTo>
                      <a:pt x="629948" y="892469"/>
                      <a:pt x="609211" y="882479"/>
                      <a:pt x="589189" y="868921"/>
                    </a:cubicBezTo>
                    <a:cubicBezTo>
                      <a:pt x="570597" y="856789"/>
                      <a:pt x="553435" y="842517"/>
                      <a:pt x="536988" y="826105"/>
                    </a:cubicBezTo>
                    <a:cubicBezTo>
                      <a:pt x="466196" y="751177"/>
                      <a:pt x="439738" y="649846"/>
                      <a:pt x="457615" y="554937"/>
                    </a:cubicBezTo>
                    <a:cubicBezTo>
                      <a:pt x="462621" y="529961"/>
                      <a:pt x="470486" y="505699"/>
                      <a:pt x="481213" y="482863"/>
                    </a:cubicBezTo>
                    <a:cubicBezTo>
                      <a:pt x="493369" y="456460"/>
                      <a:pt x="509816" y="430771"/>
                      <a:pt x="530553" y="408649"/>
                    </a:cubicBezTo>
                    <a:cubicBezTo>
                      <a:pt x="535558" y="402940"/>
                      <a:pt x="540564" y="397945"/>
                      <a:pt x="545569" y="392236"/>
                    </a:cubicBezTo>
                    <a:cubicBezTo>
                      <a:pt x="560586" y="378678"/>
                      <a:pt x="575602" y="366547"/>
                      <a:pt x="592049" y="355843"/>
                    </a:cubicBezTo>
                    <a:cubicBezTo>
                      <a:pt x="600630" y="350134"/>
                      <a:pt x="609926" y="345139"/>
                      <a:pt x="619222" y="340143"/>
                    </a:cubicBezTo>
                    <a:cubicBezTo>
                      <a:pt x="671065" y="313740"/>
                      <a:pt x="728807" y="303036"/>
                      <a:pt x="785477" y="308032"/>
                    </a:cubicBezTo>
                    <a:close/>
                    <a:moveTo>
                      <a:pt x="555676" y="304800"/>
                    </a:moveTo>
                    <a:cubicBezTo>
                      <a:pt x="570540" y="304800"/>
                      <a:pt x="583988" y="309099"/>
                      <a:pt x="595313" y="316982"/>
                    </a:cubicBezTo>
                    <a:cubicBezTo>
                      <a:pt x="584696" y="323431"/>
                      <a:pt x="574079" y="329880"/>
                      <a:pt x="563462" y="337046"/>
                    </a:cubicBezTo>
                    <a:cubicBezTo>
                      <a:pt x="561338" y="336330"/>
                      <a:pt x="558507" y="336330"/>
                      <a:pt x="555676" y="336330"/>
                    </a:cubicBezTo>
                    <a:cubicBezTo>
                      <a:pt x="533026" y="336330"/>
                      <a:pt x="515331" y="354961"/>
                      <a:pt x="515331" y="377175"/>
                    </a:cubicBezTo>
                    <a:cubicBezTo>
                      <a:pt x="515331" y="377891"/>
                      <a:pt x="515331" y="378608"/>
                      <a:pt x="515331" y="379325"/>
                    </a:cubicBezTo>
                    <a:cubicBezTo>
                      <a:pt x="506130" y="388640"/>
                      <a:pt x="498344" y="397956"/>
                      <a:pt x="490558" y="407988"/>
                    </a:cubicBezTo>
                    <a:cubicBezTo>
                      <a:pt x="486311" y="398672"/>
                      <a:pt x="484188" y="388640"/>
                      <a:pt x="484188" y="377175"/>
                    </a:cubicBezTo>
                    <a:cubicBezTo>
                      <a:pt x="484188" y="337046"/>
                      <a:pt x="516039" y="304800"/>
                      <a:pt x="555676" y="304800"/>
                    </a:cubicBezTo>
                    <a:close/>
                    <a:moveTo>
                      <a:pt x="1089384" y="233362"/>
                    </a:moveTo>
                    <a:cubicBezTo>
                      <a:pt x="1066414" y="233362"/>
                      <a:pt x="1047750" y="252026"/>
                      <a:pt x="1047750" y="274996"/>
                    </a:cubicBezTo>
                    <a:cubicBezTo>
                      <a:pt x="1047750" y="278585"/>
                      <a:pt x="1048468" y="282892"/>
                      <a:pt x="1049186" y="286481"/>
                    </a:cubicBezTo>
                    <a:cubicBezTo>
                      <a:pt x="1052775" y="296531"/>
                      <a:pt x="1059953" y="305863"/>
                      <a:pt x="1069285" y="310887"/>
                    </a:cubicBezTo>
                    <a:cubicBezTo>
                      <a:pt x="1075028" y="314476"/>
                      <a:pt x="1082206" y="315912"/>
                      <a:pt x="1089384" y="315912"/>
                    </a:cubicBezTo>
                    <a:cubicBezTo>
                      <a:pt x="1111637" y="315912"/>
                      <a:pt x="1130300" y="297249"/>
                      <a:pt x="1130300" y="274996"/>
                    </a:cubicBezTo>
                    <a:cubicBezTo>
                      <a:pt x="1130300" y="271407"/>
                      <a:pt x="1129582" y="267100"/>
                      <a:pt x="1128865" y="264229"/>
                    </a:cubicBezTo>
                    <a:cubicBezTo>
                      <a:pt x="1125993" y="253461"/>
                      <a:pt x="1118815" y="244130"/>
                      <a:pt x="1109483" y="239105"/>
                    </a:cubicBezTo>
                    <a:cubicBezTo>
                      <a:pt x="1103741" y="235516"/>
                      <a:pt x="1096562" y="233362"/>
                      <a:pt x="1089384" y="233362"/>
                    </a:cubicBezTo>
                    <a:close/>
                    <a:moveTo>
                      <a:pt x="15705" y="0"/>
                    </a:moveTo>
                    <a:cubicBezTo>
                      <a:pt x="15705" y="0"/>
                      <a:pt x="15705" y="0"/>
                      <a:pt x="1289220" y="0"/>
                    </a:cubicBezTo>
                    <a:cubicBezTo>
                      <a:pt x="1297787" y="0"/>
                      <a:pt x="1304925" y="6422"/>
                      <a:pt x="1304925" y="15698"/>
                    </a:cubicBezTo>
                    <a:cubicBezTo>
                      <a:pt x="1304925" y="15698"/>
                      <a:pt x="1304925" y="15698"/>
                      <a:pt x="1304925" y="916166"/>
                    </a:cubicBezTo>
                    <a:cubicBezTo>
                      <a:pt x="1304925" y="925441"/>
                      <a:pt x="1297787" y="931863"/>
                      <a:pt x="1289220" y="931863"/>
                    </a:cubicBezTo>
                    <a:cubicBezTo>
                      <a:pt x="1289220" y="931863"/>
                      <a:pt x="1289220" y="931863"/>
                      <a:pt x="1219977" y="931863"/>
                    </a:cubicBezTo>
                    <a:cubicBezTo>
                      <a:pt x="1219977" y="931863"/>
                      <a:pt x="1219977" y="931863"/>
                      <a:pt x="1189995" y="900468"/>
                    </a:cubicBezTo>
                    <a:cubicBezTo>
                      <a:pt x="1273516" y="900468"/>
                      <a:pt x="1273516" y="900468"/>
                      <a:pt x="1273516" y="900468"/>
                    </a:cubicBezTo>
                    <a:cubicBezTo>
                      <a:pt x="1273516" y="480916"/>
                      <a:pt x="1273516" y="264004"/>
                      <a:pt x="1273516" y="151267"/>
                    </a:cubicBezTo>
                    <a:cubicBezTo>
                      <a:pt x="1273516" y="151267"/>
                      <a:pt x="1273516" y="151267"/>
                      <a:pt x="1242106" y="175527"/>
                    </a:cubicBezTo>
                    <a:cubicBezTo>
                      <a:pt x="1242106" y="175527"/>
                      <a:pt x="1242106" y="175527"/>
                      <a:pt x="1154302" y="243312"/>
                    </a:cubicBezTo>
                    <a:cubicBezTo>
                      <a:pt x="1159299" y="253301"/>
                      <a:pt x="1161441" y="263291"/>
                      <a:pt x="1161441" y="274707"/>
                    </a:cubicBezTo>
                    <a:cubicBezTo>
                      <a:pt x="1161441" y="314664"/>
                      <a:pt x="1129317" y="346773"/>
                      <a:pt x="1089341" y="346773"/>
                    </a:cubicBezTo>
                    <a:cubicBezTo>
                      <a:pt x="1071495" y="346773"/>
                      <a:pt x="1055790" y="341065"/>
                      <a:pt x="1043655" y="331076"/>
                    </a:cubicBezTo>
                    <a:cubicBezTo>
                      <a:pt x="1043655" y="331076"/>
                      <a:pt x="1043655" y="331076"/>
                      <a:pt x="993685" y="371033"/>
                    </a:cubicBezTo>
                    <a:cubicBezTo>
                      <a:pt x="985833" y="363898"/>
                      <a:pt x="977980" y="356762"/>
                      <a:pt x="969414" y="349627"/>
                    </a:cubicBezTo>
                    <a:cubicBezTo>
                      <a:pt x="969414" y="349627"/>
                      <a:pt x="969414" y="349627"/>
                      <a:pt x="1024381" y="306102"/>
                    </a:cubicBezTo>
                    <a:cubicBezTo>
                      <a:pt x="1019384" y="296826"/>
                      <a:pt x="1016528" y="286123"/>
                      <a:pt x="1016528" y="274707"/>
                    </a:cubicBezTo>
                    <a:cubicBezTo>
                      <a:pt x="1016528" y="234750"/>
                      <a:pt x="1049365" y="201928"/>
                      <a:pt x="1089341" y="201928"/>
                    </a:cubicBezTo>
                    <a:cubicBezTo>
                      <a:pt x="1106474" y="201928"/>
                      <a:pt x="1122892" y="208349"/>
                      <a:pt x="1135028" y="219052"/>
                    </a:cubicBezTo>
                    <a:cubicBezTo>
                      <a:pt x="1135028" y="219052"/>
                      <a:pt x="1135028" y="219052"/>
                      <a:pt x="1242106" y="136283"/>
                    </a:cubicBezTo>
                    <a:cubicBezTo>
                      <a:pt x="1242106" y="136283"/>
                      <a:pt x="1242106" y="136283"/>
                      <a:pt x="1269946" y="114878"/>
                    </a:cubicBezTo>
                    <a:cubicBezTo>
                      <a:pt x="1270660" y="114164"/>
                      <a:pt x="1272088" y="113451"/>
                      <a:pt x="1273516" y="112737"/>
                    </a:cubicBezTo>
                    <a:cubicBezTo>
                      <a:pt x="1273516" y="31395"/>
                      <a:pt x="1273516" y="31395"/>
                      <a:pt x="1273516" y="31395"/>
                    </a:cubicBezTo>
                    <a:cubicBezTo>
                      <a:pt x="31410" y="31395"/>
                      <a:pt x="31410" y="31395"/>
                      <a:pt x="31410" y="31395"/>
                    </a:cubicBezTo>
                    <a:cubicBezTo>
                      <a:pt x="31410" y="406709"/>
                      <a:pt x="31410" y="620766"/>
                      <a:pt x="31410" y="741352"/>
                    </a:cubicBezTo>
                    <a:cubicBezTo>
                      <a:pt x="31410" y="741352"/>
                      <a:pt x="31410" y="741352"/>
                      <a:pt x="62819" y="726368"/>
                    </a:cubicBezTo>
                    <a:cubicBezTo>
                      <a:pt x="62819" y="726368"/>
                      <a:pt x="62819" y="726368"/>
                      <a:pt x="276976" y="623621"/>
                    </a:cubicBezTo>
                    <a:cubicBezTo>
                      <a:pt x="275548" y="617912"/>
                      <a:pt x="274834" y="612918"/>
                      <a:pt x="274834" y="607210"/>
                    </a:cubicBezTo>
                    <a:cubicBezTo>
                      <a:pt x="274834" y="567252"/>
                      <a:pt x="306957" y="534430"/>
                      <a:pt x="346933" y="534430"/>
                    </a:cubicBezTo>
                    <a:cubicBezTo>
                      <a:pt x="360496" y="534430"/>
                      <a:pt x="372632" y="537998"/>
                      <a:pt x="383340" y="543706"/>
                    </a:cubicBezTo>
                    <a:cubicBezTo>
                      <a:pt x="383340" y="543706"/>
                      <a:pt x="383340" y="543706"/>
                      <a:pt x="454725" y="465218"/>
                    </a:cubicBezTo>
                    <a:cubicBezTo>
                      <a:pt x="443304" y="489478"/>
                      <a:pt x="434737" y="514451"/>
                      <a:pt x="429026" y="540138"/>
                    </a:cubicBezTo>
                    <a:cubicBezTo>
                      <a:pt x="429026" y="540138"/>
                      <a:pt x="429026" y="540138"/>
                      <a:pt x="406183" y="565112"/>
                    </a:cubicBezTo>
                    <a:cubicBezTo>
                      <a:pt x="414749" y="577241"/>
                      <a:pt x="419746" y="591512"/>
                      <a:pt x="419746" y="607210"/>
                    </a:cubicBezTo>
                    <a:cubicBezTo>
                      <a:pt x="419746" y="647167"/>
                      <a:pt x="386909" y="679275"/>
                      <a:pt x="346933" y="679275"/>
                    </a:cubicBezTo>
                    <a:cubicBezTo>
                      <a:pt x="324090" y="679275"/>
                      <a:pt x="303388" y="668573"/>
                      <a:pt x="290539" y="651448"/>
                    </a:cubicBezTo>
                    <a:cubicBezTo>
                      <a:pt x="290539" y="651448"/>
                      <a:pt x="290539" y="651448"/>
                      <a:pt x="62819" y="761331"/>
                    </a:cubicBezTo>
                    <a:cubicBezTo>
                      <a:pt x="62819" y="761331"/>
                      <a:pt x="62819" y="761331"/>
                      <a:pt x="31410" y="776315"/>
                    </a:cubicBezTo>
                    <a:cubicBezTo>
                      <a:pt x="31410" y="900468"/>
                      <a:pt x="31410" y="900468"/>
                      <a:pt x="31410" y="900468"/>
                    </a:cubicBezTo>
                    <a:cubicBezTo>
                      <a:pt x="250563" y="900468"/>
                      <a:pt x="431168" y="900468"/>
                      <a:pt x="579650" y="900468"/>
                    </a:cubicBezTo>
                    <a:cubicBezTo>
                      <a:pt x="600351" y="913312"/>
                      <a:pt x="622481" y="924014"/>
                      <a:pt x="645324" y="931863"/>
                    </a:cubicBezTo>
                    <a:cubicBezTo>
                      <a:pt x="645324" y="931863"/>
                      <a:pt x="645324" y="931863"/>
                      <a:pt x="15705" y="931863"/>
                    </a:cubicBezTo>
                    <a:cubicBezTo>
                      <a:pt x="7139" y="931863"/>
                      <a:pt x="0" y="925441"/>
                      <a:pt x="0" y="916166"/>
                    </a:cubicBezTo>
                    <a:cubicBezTo>
                      <a:pt x="0" y="916166"/>
                      <a:pt x="0" y="916166"/>
                      <a:pt x="0" y="15698"/>
                    </a:cubicBezTo>
                    <a:cubicBezTo>
                      <a:pt x="0" y="6422"/>
                      <a:pt x="7139" y="0"/>
                      <a:pt x="15705" y="0"/>
                    </a:cubicBezTo>
                    <a:close/>
                  </a:path>
                </a:pathLst>
              </a:custGeom>
              <a:solidFill>
                <a:srgbClr val="4472C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4" name="Freeform 11">
                <a:extLst>
                  <a:ext uri="{FF2B5EF4-FFF2-40B4-BE49-F238E27FC236}">
                    <a16:creationId xmlns:a16="http://schemas.microsoft.com/office/drawing/2014/main" xmlns="" id="{4AA299D2-18AA-4EA1-988D-8CBD2959E4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3215" y="2383605"/>
                <a:ext cx="1181100" cy="654051"/>
              </a:xfrm>
              <a:custGeom>
                <a:avLst/>
                <a:gdLst>
                  <a:gd name="T0" fmla="*/ 363861 w 1181100"/>
                  <a:gd name="T1" fmla="*/ 458789 h 654050"/>
                  <a:gd name="T2" fmla="*/ 452503 w 1181100"/>
                  <a:gd name="T3" fmla="*/ 632595 h 654050"/>
                  <a:gd name="T4" fmla="*/ 474663 w 1181100"/>
                  <a:gd name="T5" fmla="*/ 654052 h 654050"/>
                  <a:gd name="T6" fmla="*/ 0 w 1181100"/>
                  <a:gd name="T7" fmla="*/ 654052 h 654050"/>
                  <a:gd name="T8" fmla="*/ 0 w 1181100"/>
                  <a:gd name="T9" fmla="*/ 581097 h 654050"/>
                  <a:gd name="T10" fmla="*/ 221605 w 1181100"/>
                  <a:gd name="T11" fmla="*/ 473809 h 654050"/>
                  <a:gd name="T12" fmla="*/ 284512 w 1181100"/>
                  <a:gd name="T13" fmla="*/ 495267 h 654050"/>
                  <a:gd name="T14" fmla="*/ 363861 w 1181100"/>
                  <a:gd name="T15" fmla="*/ 458789 h 654050"/>
                  <a:gd name="T16" fmla="*/ 881470 w 1181100"/>
                  <a:gd name="T17" fmla="*/ 250825 h 654050"/>
                  <a:gd name="T18" fmla="*/ 879327 w 1181100"/>
                  <a:gd name="T19" fmla="*/ 543395 h 654050"/>
                  <a:gd name="T20" fmla="*/ 859328 w 1181100"/>
                  <a:gd name="T21" fmla="*/ 564750 h 654050"/>
                  <a:gd name="T22" fmla="*/ 840757 w 1181100"/>
                  <a:gd name="T23" fmla="*/ 581123 h 654050"/>
                  <a:gd name="T24" fmla="*/ 840043 w 1181100"/>
                  <a:gd name="T25" fmla="*/ 581835 h 654050"/>
                  <a:gd name="T26" fmla="*/ 696476 w 1181100"/>
                  <a:gd name="T27" fmla="*/ 630240 h 654050"/>
                  <a:gd name="T28" fmla="*/ 526481 w 1181100"/>
                  <a:gd name="T29" fmla="*/ 558344 h 654050"/>
                  <a:gd name="T30" fmla="*/ 489339 w 1181100"/>
                  <a:gd name="T31" fmla="*/ 284993 h 654050"/>
                  <a:gd name="T32" fmla="*/ 586479 w 1181100"/>
                  <a:gd name="T33" fmla="*/ 331977 h 654050"/>
                  <a:gd name="T34" fmla="*/ 699333 w 1181100"/>
                  <a:gd name="T35" fmla="*/ 441601 h 654050"/>
                  <a:gd name="T36" fmla="*/ 805044 w 1181100"/>
                  <a:gd name="T37" fmla="*/ 368281 h 654050"/>
                  <a:gd name="T38" fmla="*/ 812901 w 1181100"/>
                  <a:gd name="T39" fmla="*/ 328418 h 654050"/>
                  <a:gd name="T40" fmla="*/ 811472 w 1181100"/>
                  <a:gd name="T41" fmla="*/ 314179 h 654050"/>
                  <a:gd name="T42" fmla="*/ 810758 w 1181100"/>
                  <a:gd name="T43" fmla="*/ 307061 h 654050"/>
                  <a:gd name="T44" fmla="*/ 815758 w 1181100"/>
                  <a:gd name="T45" fmla="*/ 302790 h 654050"/>
                  <a:gd name="T46" fmla="*/ 850043 w 1181100"/>
                  <a:gd name="T47" fmla="*/ 275739 h 654050"/>
                  <a:gd name="T48" fmla="*/ 881470 w 1181100"/>
                  <a:gd name="T49" fmla="*/ 250825 h 654050"/>
                  <a:gd name="T50" fmla="*/ 1181100 w 1181100"/>
                  <a:gd name="T51" fmla="*/ 0 h 654050"/>
                  <a:gd name="T52" fmla="*/ 1181100 w 1181100"/>
                  <a:gd name="T53" fmla="*/ 654052 h 654050"/>
                  <a:gd name="T54" fmla="*/ 1099004 w 1181100"/>
                  <a:gd name="T55" fmla="*/ 654052 h 654050"/>
                  <a:gd name="T56" fmla="*/ 1096863 w 1181100"/>
                  <a:gd name="T57" fmla="*/ 651910 h 654050"/>
                  <a:gd name="T58" fmla="*/ 1069022 w 1181100"/>
                  <a:gd name="T59" fmla="*/ 638344 h 654050"/>
                  <a:gd name="T60" fmla="*/ 1066166 w 1181100"/>
                  <a:gd name="T61" fmla="*/ 637630 h 654050"/>
                  <a:gd name="T62" fmla="*/ 1064024 w 1181100"/>
                  <a:gd name="T63" fmla="*/ 637630 h 654050"/>
                  <a:gd name="T64" fmla="*/ 1048319 w 1181100"/>
                  <a:gd name="T65" fmla="*/ 640486 h 654050"/>
                  <a:gd name="T66" fmla="*/ 1040466 w 1181100"/>
                  <a:gd name="T67" fmla="*/ 629775 h 654050"/>
                  <a:gd name="T68" fmla="*/ 986212 w 1181100"/>
                  <a:gd name="T69" fmla="*/ 573367 h 654050"/>
                  <a:gd name="T70" fmla="*/ 954087 w 1181100"/>
                  <a:gd name="T71" fmla="*/ 178507 h 654050"/>
                  <a:gd name="T72" fmla="*/ 985498 w 1181100"/>
                  <a:gd name="T73" fmla="*/ 153516 h 654050"/>
                  <a:gd name="T74" fmla="*/ 1028330 w 1181100"/>
                  <a:gd name="T75" fmla="*/ 162798 h 654050"/>
                  <a:gd name="T76" fmla="*/ 1131843 w 1181100"/>
                  <a:gd name="T77" fmla="*/ 59264 h 654050"/>
                  <a:gd name="T78" fmla="*/ 1129701 w 1181100"/>
                  <a:gd name="T79" fmla="*/ 39985 h 65405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181100"/>
                  <a:gd name="T121" fmla="*/ 0 h 654050"/>
                  <a:gd name="T122" fmla="*/ 1181100 w 1181100"/>
                  <a:gd name="T123" fmla="*/ 654050 h 654050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181100" h="654050">
                    <a:moveTo>
                      <a:pt x="363861" y="458787"/>
                    </a:moveTo>
                    <a:cubicBezTo>
                      <a:pt x="375299" y="521729"/>
                      <a:pt x="404608" y="582525"/>
                      <a:pt x="452503" y="632593"/>
                    </a:cubicBezTo>
                    <a:cubicBezTo>
                      <a:pt x="459651" y="640460"/>
                      <a:pt x="466800" y="647613"/>
                      <a:pt x="474663" y="654050"/>
                    </a:cubicBezTo>
                    <a:cubicBezTo>
                      <a:pt x="474663" y="654050"/>
                      <a:pt x="474663" y="654050"/>
                      <a:pt x="0" y="654050"/>
                    </a:cubicBezTo>
                    <a:cubicBezTo>
                      <a:pt x="0" y="654050"/>
                      <a:pt x="0" y="654050"/>
                      <a:pt x="0" y="581095"/>
                    </a:cubicBezTo>
                    <a:cubicBezTo>
                      <a:pt x="0" y="581095"/>
                      <a:pt x="0" y="581095"/>
                      <a:pt x="221605" y="473807"/>
                    </a:cubicBezTo>
                    <a:cubicBezTo>
                      <a:pt x="239476" y="487397"/>
                      <a:pt x="261637" y="495265"/>
                      <a:pt x="284512" y="495265"/>
                    </a:cubicBezTo>
                    <a:cubicBezTo>
                      <a:pt x="316681" y="495265"/>
                      <a:pt x="344560" y="480960"/>
                      <a:pt x="363861" y="458787"/>
                    </a:cubicBezTo>
                    <a:close/>
                    <a:moveTo>
                      <a:pt x="881470" y="250825"/>
                    </a:moveTo>
                    <a:cubicBezTo>
                      <a:pt x="948611" y="336246"/>
                      <a:pt x="949325" y="457972"/>
                      <a:pt x="879327" y="543393"/>
                    </a:cubicBezTo>
                    <a:cubicBezTo>
                      <a:pt x="873613" y="551223"/>
                      <a:pt x="866471" y="558342"/>
                      <a:pt x="859328" y="564748"/>
                    </a:cubicBezTo>
                    <a:cubicBezTo>
                      <a:pt x="852185" y="571867"/>
                      <a:pt x="846471" y="577562"/>
                      <a:pt x="840757" y="581121"/>
                    </a:cubicBezTo>
                    <a:cubicBezTo>
                      <a:pt x="840757" y="581121"/>
                      <a:pt x="840757" y="581121"/>
                      <a:pt x="840043" y="581833"/>
                    </a:cubicBezTo>
                    <a:cubicBezTo>
                      <a:pt x="799330" y="613154"/>
                      <a:pt x="747903" y="630238"/>
                      <a:pt x="696476" y="630238"/>
                    </a:cubicBezTo>
                    <a:cubicBezTo>
                      <a:pt x="631478" y="630238"/>
                      <a:pt x="571480" y="604612"/>
                      <a:pt x="526481" y="558342"/>
                    </a:cubicBezTo>
                    <a:cubicBezTo>
                      <a:pt x="455055" y="483598"/>
                      <a:pt x="442912" y="372550"/>
                      <a:pt x="489339" y="284993"/>
                    </a:cubicBezTo>
                    <a:cubicBezTo>
                      <a:pt x="489339" y="284993"/>
                      <a:pt x="489339" y="284993"/>
                      <a:pt x="586479" y="331975"/>
                    </a:cubicBezTo>
                    <a:cubicBezTo>
                      <a:pt x="588622" y="392482"/>
                      <a:pt x="638621" y="441599"/>
                      <a:pt x="699333" y="441599"/>
                    </a:cubicBezTo>
                    <a:cubicBezTo>
                      <a:pt x="747903" y="441599"/>
                      <a:pt x="789330" y="410990"/>
                      <a:pt x="805044" y="368279"/>
                    </a:cubicBezTo>
                    <a:cubicBezTo>
                      <a:pt x="810044" y="356178"/>
                      <a:pt x="812901" y="342653"/>
                      <a:pt x="812901" y="328416"/>
                    </a:cubicBezTo>
                    <a:cubicBezTo>
                      <a:pt x="812901" y="323433"/>
                      <a:pt x="812187" y="319162"/>
                      <a:pt x="811472" y="314179"/>
                    </a:cubicBezTo>
                    <a:cubicBezTo>
                      <a:pt x="811472" y="312043"/>
                      <a:pt x="811472" y="309196"/>
                      <a:pt x="810758" y="307061"/>
                    </a:cubicBezTo>
                    <a:cubicBezTo>
                      <a:pt x="810758" y="307061"/>
                      <a:pt x="810758" y="307061"/>
                      <a:pt x="815758" y="302790"/>
                    </a:cubicBezTo>
                    <a:cubicBezTo>
                      <a:pt x="820758" y="299230"/>
                      <a:pt x="830757" y="291400"/>
                      <a:pt x="850043" y="275739"/>
                    </a:cubicBezTo>
                    <a:cubicBezTo>
                      <a:pt x="857899" y="269333"/>
                      <a:pt x="868613" y="260791"/>
                      <a:pt x="881470" y="250825"/>
                    </a:cubicBezTo>
                    <a:close/>
                    <a:moveTo>
                      <a:pt x="1181100" y="0"/>
                    </a:moveTo>
                    <a:cubicBezTo>
                      <a:pt x="1181100" y="0"/>
                      <a:pt x="1181100" y="0"/>
                      <a:pt x="1181100" y="654050"/>
                    </a:cubicBezTo>
                    <a:cubicBezTo>
                      <a:pt x="1181100" y="654050"/>
                      <a:pt x="1181100" y="654050"/>
                      <a:pt x="1099004" y="654050"/>
                    </a:cubicBezTo>
                    <a:cubicBezTo>
                      <a:pt x="1099004" y="654050"/>
                      <a:pt x="1099004" y="654050"/>
                      <a:pt x="1096863" y="651908"/>
                    </a:cubicBezTo>
                    <a:cubicBezTo>
                      <a:pt x="1089724" y="644768"/>
                      <a:pt x="1079730" y="639770"/>
                      <a:pt x="1069022" y="638342"/>
                    </a:cubicBezTo>
                    <a:cubicBezTo>
                      <a:pt x="1069022" y="638342"/>
                      <a:pt x="1069022" y="638342"/>
                      <a:pt x="1066166" y="637628"/>
                    </a:cubicBezTo>
                    <a:cubicBezTo>
                      <a:pt x="1066166" y="637628"/>
                      <a:pt x="1066166" y="637628"/>
                      <a:pt x="1064024" y="637628"/>
                    </a:cubicBezTo>
                    <a:cubicBezTo>
                      <a:pt x="1058313" y="637628"/>
                      <a:pt x="1053316" y="638342"/>
                      <a:pt x="1048319" y="640484"/>
                    </a:cubicBezTo>
                    <a:cubicBezTo>
                      <a:pt x="1046177" y="636913"/>
                      <a:pt x="1043322" y="633343"/>
                      <a:pt x="1040466" y="629773"/>
                    </a:cubicBezTo>
                    <a:cubicBezTo>
                      <a:pt x="1040466" y="629773"/>
                      <a:pt x="1040466" y="629773"/>
                      <a:pt x="986212" y="573365"/>
                    </a:cubicBezTo>
                    <a:cubicBezTo>
                      <a:pt x="1061169" y="448410"/>
                      <a:pt x="1048319" y="289181"/>
                      <a:pt x="954087" y="178507"/>
                    </a:cubicBezTo>
                    <a:cubicBezTo>
                      <a:pt x="954087" y="178507"/>
                      <a:pt x="954087" y="178507"/>
                      <a:pt x="985498" y="153516"/>
                    </a:cubicBezTo>
                    <a:cubicBezTo>
                      <a:pt x="998348" y="159942"/>
                      <a:pt x="1013339" y="162798"/>
                      <a:pt x="1028330" y="162798"/>
                    </a:cubicBezTo>
                    <a:cubicBezTo>
                      <a:pt x="1085441" y="162798"/>
                      <a:pt x="1131843" y="116386"/>
                      <a:pt x="1131843" y="59264"/>
                    </a:cubicBezTo>
                    <a:cubicBezTo>
                      <a:pt x="1131843" y="52838"/>
                      <a:pt x="1131129" y="45698"/>
                      <a:pt x="1129701" y="39985"/>
                    </a:cubicBezTo>
                    <a:close/>
                  </a:path>
                </a:pathLst>
              </a:custGeom>
              <a:solidFill>
                <a:srgbClr val="44546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5" name="bcgIcons_ArtificialIntelligence">
            <a:extLst>
              <a:ext uri="{FF2B5EF4-FFF2-40B4-BE49-F238E27FC236}">
                <a16:creationId xmlns:a16="http://schemas.microsoft.com/office/drawing/2014/main" xmlns="" id="{EAFE9218-858E-4354-8153-D44F60199B0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62196" y="3792690"/>
            <a:ext cx="562307" cy="1572770"/>
            <a:chOff x="1682" y="-7856"/>
            <a:chExt cx="4316" cy="12176"/>
          </a:xfrm>
        </p:grpSpPr>
        <p:sp>
          <p:nvSpPr>
            <p:cNvPr id="106" name="AutoShape 39">
              <a:extLst>
                <a:ext uri="{FF2B5EF4-FFF2-40B4-BE49-F238E27FC236}">
                  <a16:creationId xmlns:a16="http://schemas.microsoft.com/office/drawing/2014/main" xmlns="" id="{9E363F93-AD4F-4324-BEAA-53A287C566F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82" y="0"/>
              <a:ext cx="4316" cy="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41">
              <a:extLst>
                <a:ext uri="{FF2B5EF4-FFF2-40B4-BE49-F238E27FC236}">
                  <a16:creationId xmlns:a16="http://schemas.microsoft.com/office/drawing/2014/main" xmlns="" id="{5427FD89-7398-49AC-A935-8DDBF1EE61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1" y="-7856"/>
              <a:ext cx="3387" cy="3390"/>
            </a:xfrm>
            <a:custGeom>
              <a:avLst/>
              <a:gdLst>
                <a:gd name="T0" fmla="*/ 905 w 1808"/>
                <a:gd name="T1" fmla="*/ 5372 h 1808"/>
                <a:gd name="T2" fmla="*/ 5362 w 1808"/>
                <a:gd name="T3" fmla="*/ 907 h 1808"/>
                <a:gd name="T4" fmla="*/ 5362 w 1808"/>
                <a:gd name="T5" fmla="*/ 5449 h 1808"/>
                <a:gd name="T6" fmla="*/ 5285 w 1808"/>
                <a:gd name="T7" fmla="*/ 1061 h 1808"/>
                <a:gd name="T8" fmla="*/ 1930 w 1808"/>
                <a:gd name="T9" fmla="*/ 634 h 1808"/>
                <a:gd name="T10" fmla="*/ 1776 w 1808"/>
                <a:gd name="T11" fmla="*/ 77 h 1808"/>
                <a:gd name="T12" fmla="*/ 1930 w 1808"/>
                <a:gd name="T13" fmla="*/ 634 h 1808"/>
                <a:gd name="T14" fmla="*/ 2733 w 1808"/>
                <a:gd name="T15" fmla="*/ 0 h 1808"/>
                <a:gd name="T16" fmla="*/ 2733 w 1808"/>
                <a:gd name="T17" fmla="*/ 711 h 1808"/>
                <a:gd name="T18" fmla="*/ 3689 w 1808"/>
                <a:gd name="T19" fmla="*/ 77 h 1808"/>
                <a:gd name="T20" fmla="*/ 3533 w 1808"/>
                <a:gd name="T21" fmla="*/ 634 h 1808"/>
                <a:gd name="T22" fmla="*/ 4569 w 1808"/>
                <a:gd name="T23" fmla="*/ 634 h 1808"/>
                <a:gd name="T24" fmla="*/ 4415 w 1808"/>
                <a:gd name="T25" fmla="*/ 77 h 1808"/>
                <a:gd name="T26" fmla="*/ 4569 w 1808"/>
                <a:gd name="T27" fmla="*/ 634 h 1808"/>
                <a:gd name="T28" fmla="*/ 1853 w 1808"/>
                <a:gd name="T29" fmla="*/ 5646 h 1808"/>
                <a:gd name="T30" fmla="*/ 1853 w 1808"/>
                <a:gd name="T31" fmla="*/ 6356 h 1808"/>
                <a:gd name="T32" fmla="*/ 2812 w 1808"/>
                <a:gd name="T33" fmla="*/ 5724 h 1808"/>
                <a:gd name="T34" fmla="*/ 2656 w 1808"/>
                <a:gd name="T35" fmla="*/ 6279 h 1808"/>
                <a:gd name="T36" fmla="*/ 3689 w 1808"/>
                <a:gd name="T37" fmla="*/ 6279 h 1808"/>
                <a:gd name="T38" fmla="*/ 3533 w 1808"/>
                <a:gd name="T39" fmla="*/ 5724 h 1808"/>
                <a:gd name="T40" fmla="*/ 3689 w 1808"/>
                <a:gd name="T41" fmla="*/ 6279 h 1808"/>
                <a:gd name="T42" fmla="*/ 4492 w 1808"/>
                <a:gd name="T43" fmla="*/ 5646 h 1808"/>
                <a:gd name="T44" fmla="*/ 4492 w 1808"/>
                <a:gd name="T45" fmla="*/ 6356 h 1808"/>
                <a:gd name="T46" fmla="*/ 6268 w 1808"/>
                <a:gd name="T47" fmla="*/ 1779 h 1808"/>
                <a:gd name="T48" fmla="*/ 5714 w 1808"/>
                <a:gd name="T49" fmla="*/ 1933 h 1808"/>
                <a:gd name="T50" fmla="*/ 6345 w 1808"/>
                <a:gd name="T51" fmla="*/ 2739 h 1808"/>
                <a:gd name="T52" fmla="*/ 5637 w 1808"/>
                <a:gd name="T53" fmla="*/ 2739 h 1808"/>
                <a:gd name="T54" fmla="*/ 6345 w 1808"/>
                <a:gd name="T55" fmla="*/ 2739 h 1808"/>
                <a:gd name="T56" fmla="*/ 5714 w 1808"/>
                <a:gd name="T57" fmla="*/ 3540 h 1808"/>
                <a:gd name="T58" fmla="*/ 6268 w 1808"/>
                <a:gd name="T59" fmla="*/ 3696 h 1808"/>
                <a:gd name="T60" fmla="*/ 6268 w 1808"/>
                <a:gd name="T61" fmla="*/ 4423 h 1808"/>
                <a:gd name="T62" fmla="*/ 5714 w 1808"/>
                <a:gd name="T63" fmla="*/ 4577 h 1808"/>
                <a:gd name="T64" fmla="*/ 708 w 1808"/>
                <a:gd name="T65" fmla="*/ 1856 h 1808"/>
                <a:gd name="T66" fmla="*/ 0 w 1808"/>
                <a:gd name="T67" fmla="*/ 1856 h 1808"/>
                <a:gd name="T68" fmla="*/ 708 w 1808"/>
                <a:gd name="T69" fmla="*/ 1856 h 1808"/>
                <a:gd name="T70" fmla="*/ 77 w 1808"/>
                <a:gd name="T71" fmla="*/ 2661 h 1808"/>
                <a:gd name="T72" fmla="*/ 631 w 1808"/>
                <a:gd name="T73" fmla="*/ 2816 h 1808"/>
                <a:gd name="T74" fmla="*/ 631 w 1808"/>
                <a:gd name="T75" fmla="*/ 3540 h 1808"/>
                <a:gd name="T76" fmla="*/ 77 w 1808"/>
                <a:gd name="T77" fmla="*/ 3696 h 1808"/>
                <a:gd name="T78" fmla="*/ 708 w 1808"/>
                <a:gd name="T79" fmla="*/ 4500 h 1808"/>
                <a:gd name="T80" fmla="*/ 0 w 1808"/>
                <a:gd name="T81" fmla="*/ 4500 h 1808"/>
                <a:gd name="T82" fmla="*/ 708 w 1808"/>
                <a:gd name="T83" fmla="*/ 4500 h 1808"/>
                <a:gd name="T84" fmla="*/ 4573 w 1808"/>
                <a:gd name="T85" fmla="*/ 2149 h 1808"/>
                <a:gd name="T86" fmla="*/ 3203 w 1808"/>
                <a:gd name="T87" fmla="*/ 1575 h 1808"/>
                <a:gd name="T88" fmla="*/ 1832 w 1808"/>
                <a:gd name="T89" fmla="*/ 2149 h 1808"/>
                <a:gd name="T90" fmla="*/ 1624 w 1808"/>
                <a:gd name="T91" fmla="*/ 3501 h 1808"/>
                <a:gd name="T92" fmla="*/ 2375 w 1808"/>
                <a:gd name="T93" fmla="*/ 4708 h 1808"/>
                <a:gd name="T94" fmla="*/ 3513 w 1808"/>
                <a:gd name="T95" fmla="*/ 4950 h 1808"/>
                <a:gd name="T96" fmla="*/ 4779 w 1808"/>
                <a:gd name="T97" fmla="*/ 3501 h 1808"/>
                <a:gd name="T98" fmla="*/ 2480 w 1808"/>
                <a:gd name="T99" fmla="*/ 4599 h 1808"/>
                <a:gd name="T100" fmla="*/ 1924 w 1808"/>
                <a:gd name="T101" fmla="*/ 3958 h 1808"/>
                <a:gd name="T102" fmla="*/ 1881 w 1808"/>
                <a:gd name="T103" fmla="*/ 3030 h 1808"/>
                <a:gd name="T104" fmla="*/ 2246 w 1808"/>
                <a:gd name="T105" fmla="*/ 2042 h 1808"/>
                <a:gd name="T106" fmla="*/ 3113 w 1808"/>
                <a:gd name="T107" fmla="*/ 1704 h 1808"/>
                <a:gd name="T108" fmla="*/ 2898 w 1808"/>
                <a:gd name="T109" fmla="*/ 4796 h 1808"/>
                <a:gd name="T110" fmla="*/ 4138 w 1808"/>
                <a:gd name="T111" fmla="*/ 4258 h 1808"/>
                <a:gd name="T112" fmla="*/ 3282 w 1808"/>
                <a:gd name="T113" fmla="*/ 1719 h 1808"/>
                <a:gd name="T114" fmla="*/ 4106 w 1808"/>
                <a:gd name="T115" fmla="*/ 1980 h 1808"/>
                <a:gd name="T116" fmla="*/ 4612 w 1808"/>
                <a:gd name="T117" fmla="*/ 2689 h 1808"/>
                <a:gd name="T118" fmla="*/ 4625 w 1808"/>
                <a:gd name="T119" fmla="*/ 3501 h 180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808"/>
                <a:gd name="T181" fmla="*/ 0 h 1808"/>
                <a:gd name="T182" fmla="*/ 1808 w 1808"/>
                <a:gd name="T183" fmla="*/ 1808 h 1808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808" h="1808">
                  <a:moveTo>
                    <a:pt x="1528" y="1550"/>
                  </a:moveTo>
                  <a:cubicBezTo>
                    <a:pt x="280" y="1550"/>
                    <a:pt x="280" y="1550"/>
                    <a:pt x="280" y="1550"/>
                  </a:cubicBezTo>
                  <a:cubicBezTo>
                    <a:pt x="268" y="1550"/>
                    <a:pt x="258" y="1540"/>
                    <a:pt x="258" y="1528"/>
                  </a:cubicBezTo>
                  <a:cubicBezTo>
                    <a:pt x="258" y="280"/>
                    <a:pt x="258" y="280"/>
                    <a:pt x="258" y="280"/>
                  </a:cubicBezTo>
                  <a:cubicBezTo>
                    <a:pt x="258" y="268"/>
                    <a:pt x="268" y="258"/>
                    <a:pt x="280" y="258"/>
                  </a:cubicBezTo>
                  <a:cubicBezTo>
                    <a:pt x="1528" y="258"/>
                    <a:pt x="1528" y="258"/>
                    <a:pt x="1528" y="258"/>
                  </a:cubicBezTo>
                  <a:cubicBezTo>
                    <a:pt x="1540" y="258"/>
                    <a:pt x="1550" y="268"/>
                    <a:pt x="1550" y="280"/>
                  </a:cubicBezTo>
                  <a:cubicBezTo>
                    <a:pt x="1550" y="1528"/>
                    <a:pt x="1550" y="1528"/>
                    <a:pt x="1550" y="1528"/>
                  </a:cubicBezTo>
                  <a:cubicBezTo>
                    <a:pt x="1550" y="1540"/>
                    <a:pt x="1540" y="1550"/>
                    <a:pt x="1528" y="1550"/>
                  </a:cubicBezTo>
                  <a:close/>
                  <a:moveTo>
                    <a:pt x="302" y="1506"/>
                  </a:moveTo>
                  <a:cubicBezTo>
                    <a:pt x="1506" y="1506"/>
                    <a:pt x="1506" y="1506"/>
                    <a:pt x="1506" y="1506"/>
                  </a:cubicBezTo>
                  <a:cubicBezTo>
                    <a:pt x="1506" y="302"/>
                    <a:pt x="1506" y="302"/>
                    <a:pt x="1506" y="302"/>
                  </a:cubicBezTo>
                  <a:cubicBezTo>
                    <a:pt x="302" y="302"/>
                    <a:pt x="302" y="302"/>
                    <a:pt x="302" y="302"/>
                  </a:cubicBezTo>
                  <a:lnTo>
                    <a:pt x="302" y="1506"/>
                  </a:lnTo>
                  <a:close/>
                  <a:moveTo>
                    <a:pt x="550" y="180"/>
                  </a:moveTo>
                  <a:cubicBezTo>
                    <a:pt x="550" y="22"/>
                    <a:pt x="550" y="22"/>
                    <a:pt x="550" y="22"/>
                  </a:cubicBezTo>
                  <a:cubicBezTo>
                    <a:pt x="550" y="10"/>
                    <a:pt x="540" y="0"/>
                    <a:pt x="528" y="0"/>
                  </a:cubicBezTo>
                  <a:cubicBezTo>
                    <a:pt x="516" y="0"/>
                    <a:pt x="506" y="10"/>
                    <a:pt x="506" y="22"/>
                  </a:cubicBezTo>
                  <a:cubicBezTo>
                    <a:pt x="506" y="180"/>
                    <a:pt x="506" y="180"/>
                    <a:pt x="506" y="180"/>
                  </a:cubicBezTo>
                  <a:cubicBezTo>
                    <a:pt x="506" y="192"/>
                    <a:pt x="516" y="202"/>
                    <a:pt x="528" y="202"/>
                  </a:cubicBezTo>
                  <a:cubicBezTo>
                    <a:pt x="540" y="202"/>
                    <a:pt x="550" y="192"/>
                    <a:pt x="550" y="180"/>
                  </a:cubicBezTo>
                  <a:close/>
                  <a:moveTo>
                    <a:pt x="801" y="180"/>
                  </a:moveTo>
                  <a:cubicBezTo>
                    <a:pt x="801" y="22"/>
                    <a:pt x="801" y="22"/>
                    <a:pt x="801" y="22"/>
                  </a:cubicBezTo>
                  <a:cubicBezTo>
                    <a:pt x="801" y="10"/>
                    <a:pt x="791" y="0"/>
                    <a:pt x="779" y="0"/>
                  </a:cubicBezTo>
                  <a:cubicBezTo>
                    <a:pt x="766" y="0"/>
                    <a:pt x="757" y="10"/>
                    <a:pt x="757" y="22"/>
                  </a:cubicBezTo>
                  <a:cubicBezTo>
                    <a:pt x="757" y="180"/>
                    <a:pt x="757" y="180"/>
                    <a:pt x="757" y="180"/>
                  </a:cubicBezTo>
                  <a:cubicBezTo>
                    <a:pt x="757" y="192"/>
                    <a:pt x="766" y="202"/>
                    <a:pt x="779" y="202"/>
                  </a:cubicBezTo>
                  <a:cubicBezTo>
                    <a:pt x="791" y="202"/>
                    <a:pt x="801" y="192"/>
                    <a:pt x="801" y="180"/>
                  </a:cubicBezTo>
                  <a:close/>
                  <a:moveTo>
                    <a:pt x="1051" y="180"/>
                  </a:moveTo>
                  <a:cubicBezTo>
                    <a:pt x="1051" y="22"/>
                    <a:pt x="1051" y="22"/>
                    <a:pt x="1051" y="22"/>
                  </a:cubicBezTo>
                  <a:cubicBezTo>
                    <a:pt x="1051" y="10"/>
                    <a:pt x="1042" y="0"/>
                    <a:pt x="1029" y="0"/>
                  </a:cubicBezTo>
                  <a:cubicBezTo>
                    <a:pt x="1017" y="0"/>
                    <a:pt x="1007" y="10"/>
                    <a:pt x="1007" y="22"/>
                  </a:cubicBezTo>
                  <a:cubicBezTo>
                    <a:pt x="1007" y="180"/>
                    <a:pt x="1007" y="180"/>
                    <a:pt x="1007" y="180"/>
                  </a:cubicBezTo>
                  <a:cubicBezTo>
                    <a:pt x="1007" y="192"/>
                    <a:pt x="1017" y="202"/>
                    <a:pt x="1029" y="202"/>
                  </a:cubicBezTo>
                  <a:cubicBezTo>
                    <a:pt x="1042" y="202"/>
                    <a:pt x="1051" y="192"/>
                    <a:pt x="1051" y="180"/>
                  </a:cubicBezTo>
                  <a:close/>
                  <a:moveTo>
                    <a:pt x="1302" y="180"/>
                  </a:moveTo>
                  <a:cubicBezTo>
                    <a:pt x="1302" y="22"/>
                    <a:pt x="1302" y="22"/>
                    <a:pt x="1302" y="22"/>
                  </a:cubicBezTo>
                  <a:cubicBezTo>
                    <a:pt x="1302" y="10"/>
                    <a:pt x="1292" y="0"/>
                    <a:pt x="1280" y="0"/>
                  </a:cubicBezTo>
                  <a:cubicBezTo>
                    <a:pt x="1268" y="0"/>
                    <a:pt x="1258" y="10"/>
                    <a:pt x="1258" y="22"/>
                  </a:cubicBezTo>
                  <a:cubicBezTo>
                    <a:pt x="1258" y="180"/>
                    <a:pt x="1258" y="180"/>
                    <a:pt x="1258" y="180"/>
                  </a:cubicBezTo>
                  <a:cubicBezTo>
                    <a:pt x="1258" y="192"/>
                    <a:pt x="1268" y="202"/>
                    <a:pt x="1280" y="202"/>
                  </a:cubicBezTo>
                  <a:cubicBezTo>
                    <a:pt x="1292" y="202"/>
                    <a:pt x="1302" y="192"/>
                    <a:pt x="1302" y="180"/>
                  </a:cubicBezTo>
                  <a:close/>
                  <a:moveTo>
                    <a:pt x="550" y="1786"/>
                  </a:moveTo>
                  <a:cubicBezTo>
                    <a:pt x="550" y="1628"/>
                    <a:pt x="550" y="1628"/>
                    <a:pt x="550" y="1628"/>
                  </a:cubicBezTo>
                  <a:cubicBezTo>
                    <a:pt x="550" y="1616"/>
                    <a:pt x="540" y="1606"/>
                    <a:pt x="528" y="1606"/>
                  </a:cubicBezTo>
                  <a:cubicBezTo>
                    <a:pt x="516" y="1606"/>
                    <a:pt x="506" y="1616"/>
                    <a:pt x="506" y="1628"/>
                  </a:cubicBezTo>
                  <a:cubicBezTo>
                    <a:pt x="506" y="1786"/>
                    <a:pt x="506" y="1786"/>
                    <a:pt x="506" y="1786"/>
                  </a:cubicBezTo>
                  <a:cubicBezTo>
                    <a:pt x="506" y="1798"/>
                    <a:pt x="516" y="1808"/>
                    <a:pt x="528" y="1808"/>
                  </a:cubicBezTo>
                  <a:cubicBezTo>
                    <a:pt x="540" y="1808"/>
                    <a:pt x="550" y="1798"/>
                    <a:pt x="550" y="1786"/>
                  </a:cubicBezTo>
                  <a:close/>
                  <a:moveTo>
                    <a:pt x="801" y="1786"/>
                  </a:moveTo>
                  <a:cubicBezTo>
                    <a:pt x="801" y="1628"/>
                    <a:pt x="801" y="1628"/>
                    <a:pt x="801" y="1628"/>
                  </a:cubicBezTo>
                  <a:cubicBezTo>
                    <a:pt x="801" y="1616"/>
                    <a:pt x="791" y="1606"/>
                    <a:pt x="779" y="1606"/>
                  </a:cubicBezTo>
                  <a:cubicBezTo>
                    <a:pt x="766" y="1606"/>
                    <a:pt x="757" y="1616"/>
                    <a:pt x="757" y="1628"/>
                  </a:cubicBezTo>
                  <a:cubicBezTo>
                    <a:pt x="757" y="1786"/>
                    <a:pt x="757" y="1786"/>
                    <a:pt x="757" y="1786"/>
                  </a:cubicBezTo>
                  <a:cubicBezTo>
                    <a:pt x="757" y="1798"/>
                    <a:pt x="766" y="1808"/>
                    <a:pt x="779" y="1808"/>
                  </a:cubicBezTo>
                  <a:cubicBezTo>
                    <a:pt x="791" y="1808"/>
                    <a:pt x="801" y="1798"/>
                    <a:pt x="801" y="1786"/>
                  </a:cubicBezTo>
                  <a:close/>
                  <a:moveTo>
                    <a:pt x="1051" y="1786"/>
                  </a:moveTo>
                  <a:cubicBezTo>
                    <a:pt x="1051" y="1628"/>
                    <a:pt x="1051" y="1628"/>
                    <a:pt x="1051" y="1628"/>
                  </a:cubicBezTo>
                  <a:cubicBezTo>
                    <a:pt x="1051" y="1616"/>
                    <a:pt x="1042" y="1606"/>
                    <a:pt x="1029" y="1606"/>
                  </a:cubicBezTo>
                  <a:cubicBezTo>
                    <a:pt x="1017" y="1606"/>
                    <a:pt x="1007" y="1616"/>
                    <a:pt x="1007" y="1628"/>
                  </a:cubicBezTo>
                  <a:cubicBezTo>
                    <a:pt x="1007" y="1786"/>
                    <a:pt x="1007" y="1786"/>
                    <a:pt x="1007" y="1786"/>
                  </a:cubicBezTo>
                  <a:cubicBezTo>
                    <a:pt x="1007" y="1798"/>
                    <a:pt x="1017" y="1808"/>
                    <a:pt x="1029" y="1808"/>
                  </a:cubicBezTo>
                  <a:cubicBezTo>
                    <a:pt x="1042" y="1808"/>
                    <a:pt x="1051" y="1798"/>
                    <a:pt x="1051" y="1786"/>
                  </a:cubicBezTo>
                  <a:close/>
                  <a:moveTo>
                    <a:pt x="1302" y="1786"/>
                  </a:moveTo>
                  <a:cubicBezTo>
                    <a:pt x="1302" y="1628"/>
                    <a:pt x="1302" y="1628"/>
                    <a:pt x="1302" y="1628"/>
                  </a:cubicBezTo>
                  <a:cubicBezTo>
                    <a:pt x="1302" y="1616"/>
                    <a:pt x="1292" y="1606"/>
                    <a:pt x="1280" y="1606"/>
                  </a:cubicBezTo>
                  <a:cubicBezTo>
                    <a:pt x="1268" y="1606"/>
                    <a:pt x="1258" y="1616"/>
                    <a:pt x="1258" y="1628"/>
                  </a:cubicBezTo>
                  <a:cubicBezTo>
                    <a:pt x="1258" y="1786"/>
                    <a:pt x="1258" y="1786"/>
                    <a:pt x="1258" y="1786"/>
                  </a:cubicBezTo>
                  <a:cubicBezTo>
                    <a:pt x="1258" y="1798"/>
                    <a:pt x="1268" y="1808"/>
                    <a:pt x="1280" y="1808"/>
                  </a:cubicBezTo>
                  <a:cubicBezTo>
                    <a:pt x="1292" y="1808"/>
                    <a:pt x="1302" y="1798"/>
                    <a:pt x="1302" y="1786"/>
                  </a:cubicBezTo>
                  <a:close/>
                  <a:moveTo>
                    <a:pt x="1808" y="528"/>
                  </a:moveTo>
                  <a:cubicBezTo>
                    <a:pt x="1808" y="516"/>
                    <a:pt x="1798" y="506"/>
                    <a:pt x="1786" y="506"/>
                  </a:cubicBezTo>
                  <a:cubicBezTo>
                    <a:pt x="1628" y="506"/>
                    <a:pt x="1628" y="506"/>
                    <a:pt x="1628" y="506"/>
                  </a:cubicBezTo>
                  <a:cubicBezTo>
                    <a:pt x="1616" y="506"/>
                    <a:pt x="1606" y="516"/>
                    <a:pt x="1606" y="528"/>
                  </a:cubicBezTo>
                  <a:cubicBezTo>
                    <a:pt x="1606" y="540"/>
                    <a:pt x="1616" y="550"/>
                    <a:pt x="1628" y="550"/>
                  </a:cubicBezTo>
                  <a:cubicBezTo>
                    <a:pt x="1786" y="550"/>
                    <a:pt x="1786" y="550"/>
                    <a:pt x="1786" y="550"/>
                  </a:cubicBezTo>
                  <a:cubicBezTo>
                    <a:pt x="1798" y="550"/>
                    <a:pt x="1808" y="540"/>
                    <a:pt x="1808" y="528"/>
                  </a:cubicBezTo>
                  <a:close/>
                  <a:moveTo>
                    <a:pt x="1808" y="779"/>
                  </a:moveTo>
                  <a:cubicBezTo>
                    <a:pt x="1808" y="766"/>
                    <a:pt x="1798" y="757"/>
                    <a:pt x="1786" y="757"/>
                  </a:cubicBezTo>
                  <a:cubicBezTo>
                    <a:pt x="1628" y="757"/>
                    <a:pt x="1628" y="757"/>
                    <a:pt x="1628" y="757"/>
                  </a:cubicBezTo>
                  <a:cubicBezTo>
                    <a:pt x="1616" y="757"/>
                    <a:pt x="1606" y="766"/>
                    <a:pt x="1606" y="779"/>
                  </a:cubicBezTo>
                  <a:cubicBezTo>
                    <a:pt x="1606" y="791"/>
                    <a:pt x="1616" y="801"/>
                    <a:pt x="1628" y="801"/>
                  </a:cubicBezTo>
                  <a:cubicBezTo>
                    <a:pt x="1786" y="801"/>
                    <a:pt x="1786" y="801"/>
                    <a:pt x="1786" y="801"/>
                  </a:cubicBezTo>
                  <a:cubicBezTo>
                    <a:pt x="1798" y="801"/>
                    <a:pt x="1808" y="791"/>
                    <a:pt x="1808" y="779"/>
                  </a:cubicBezTo>
                  <a:close/>
                  <a:moveTo>
                    <a:pt x="1808" y="1029"/>
                  </a:moveTo>
                  <a:cubicBezTo>
                    <a:pt x="1808" y="1017"/>
                    <a:pt x="1798" y="1007"/>
                    <a:pt x="1786" y="1007"/>
                  </a:cubicBezTo>
                  <a:cubicBezTo>
                    <a:pt x="1628" y="1007"/>
                    <a:pt x="1628" y="1007"/>
                    <a:pt x="1628" y="1007"/>
                  </a:cubicBezTo>
                  <a:cubicBezTo>
                    <a:pt x="1616" y="1007"/>
                    <a:pt x="1606" y="1017"/>
                    <a:pt x="1606" y="1029"/>
                  </a:cubicBezTo>
                  <a:cubicBezTo>
                    <a:pt x="1606" y="1042"/>
                    <a:pt x="1616" y="1051"/>
                    <a:pt x="1628" y="1051"/>
                  </a:cubicBezTo>
                  <a:cubicBezTo>
                    <a:pt x="1786" y="1051"/>
                    <a:pt x="1786" y="1051"/>
                    <a:pt x="1786" y="1051"/>
                  </a:cubicBezTo>
                  <a:cubicBezTo>
                    <a:pt x="1798" y="1051"/>
                    <a:pt x="1808" y="1042"/>
                    <a:pt x="1808" y="1029"/>
                  </a:cubicBezTo>
                  <a:close/>
                  <a:moveTo>
                    <a:pt x="1808" y="1280"/>
                  </a:moveTo>
                  <a:cubicBezTo>
                    <a:pt x="1808" y="1268"/>
                    <a:pt x="1798" y="1258"/>
                    <a:pt x="1786" y="1258"/>
                  </a:cubicBezTo>
                  <a:cubicBezTo>
                    <a:pt x="1628" y="1258"/>
                    <a:pt x="1628" y="1258"/>
                    <a:pt x="1628" y="1258"/>
                  </a:cubicBezTo>
                  <a:cubicBezTo>
                    <a:pt x="1616" y="1258"/>
                    <a:pt x="1606" y="1268"/>
                    <a:pt x="1606" y="1280"/>
                  </a:cubicBezTo>
                  <a:cubicBezTo>
                    <a:pt x="1606" y="1292"/>
                    <a:pt x="1616" y="1302"/>
                    <a:pt x="1628" y="1302"/>
                  </a:cubicBezTo>
                  <a:cubicBezTo>
                    <a:pt x="1786" y="1302"/>
                    <a:pt x="1786" y="1302"/>
                    <a:pt x="1786" y="1302"/>
                  </a:cubicBezTo>
                  <a:cubicBezTo>
                    <a:pt x="1798" y="1302"/>
                    <a:pt x="1808" y="1292"/>
                    <a:pt x="1808" y="1280"/>
                  </a:cubicBezTo>
                  <a:close/>
                  <a:moveTo>
                    <a:pt x="202" y="528"/>
                  </a:moveTo>
                  <a:cubicBezTo>
                    <a:pt x="202" y="516"/>
                    <a:pt x="192" y="506"/>
                    <a:pt x="180" y="506"/>
                  </a:cubicBezTo>
                  <a:cubicBezTo>
                    <a:pt x="22" y="506"/>
                    <a:pt x="22" y="506"/>
                    <a:pt x="22" y="506"/>
                  </a:cubicBezTo>
                  <a:cubicBezTo>
                    <a:pt x="10" y="506"/>
                    <a:pt x="0" y="516"/>
                    <a:pt x="0" y="528"/>
                  </a:cubicBezTo>
                  <a:cubicBezTo>
                    <a:pt x="0" y="540"/>
                    <a:pt x="10" y="550"/>
                    <a:pt x="22" y="550"/>
                  </a:cubicBezTo>
                  <a:cubicBezTo>
                    <a:pt x="180" y="550"/>
                    <a:pt x="180" y="550"/>
                    <a:pt x="180" y="550"/>
                  </a:cubicBezTo>
                  <a:cubicBezTo>
                    <a:pt x="192" y="550"/>
                    <a:pt x="202" y="540"/>
                    <a:pt x="202" y="528"/>
                  </a:cubicBezTo>
                  <a:close/>
                  <a:moveTo>
                    <a:pt x="202" y="779"/>
                  </a:moveTo>
                  <a:cubicBezTo>
                    <a:pt x="202" y="766"/>
                    <a:pt x="192" y="757"/>
                    <a:pt x="180" y="757"/>
                  </a:cubicBezTo>
                  <a:cubicBezTo>
                    <a:pt x="22" y="757"/>
                    <a:pt x="22" y="757"/>
                    <a:pt x="22" y="757"/>
                  </a:cubicBezTo>
                  <a:cubicBezTo>
                    <a:pt x="10" y="757"/>
                    <a:pt x="0" y="766"/>
                    <a:pt x="0" y="779"/>
                  </a:cubicBezTo>
                  <a:cubicBezTo>
                    <a:pt x="0" y="791"/>
                    <a:pt x="10" y="801"/>
                    <a:pt x="22" y="801"/>
                  </a:cubicBezTo>
                  <a:cubicBezTo>
                    <a:pt x="180" y="801"/>
                    <a:pt x="180" y="801"/>
                    <a:pt x="180" y="801"/>
                  </a:cubicBezTo>
                  <a:cubicBezTo>
                    <a:pt x="192" y="801"/>
                    <a:pt x="202" y="791"/>
                    <a:pt x="202" y="779"/>
                  </a:cubicBezTo>
                  <a:close/>
                  <a:moveTo>
                    <a:pt x="202" y="1029"/>
                  </a:moveTo>
                  <a:cubicBezTo>
                    <a:pt x="202" y="1017"/>
                    <a:pt x="192" y="1007"/>
                    <a:pt x="180" y="1007"/>
                  </a:cubicBezTo>
                  <a:cubicBezTo>
                    <a:pt x="22" y="1007"/>
                    <a:pt x="22" y="1007"/>
                    <a:pt x="22" y="1007"/>
                  </a:cubicBezTo>
                  <a:cubicBezTo>
                    <a:pt x="10" y="1007"/>
                    <a:pt x="0" y="1017"/>
                    <a:pt x="0" y="1029"/>
                  </a:cubicBezTo>
                  <a:cubicBezTo>
                    <a:pt x="0" y="1042"/>
                    <a:pt x="10" y="1051"/>
                    <a:pt x="22" y="1051"/>
                  </a:cubicBezTo>
                  <a:cubicBezTo>
                    <a:pt x="180" y="1051"/>
                    <a:pt x="180" y="1051"/>
                    <a:pt x="180" y="1051"/>
                  </a:cubicBezTo>
                  <a:cubicBezTo>
                    <a:pt x="192" y="1051"/>
                    <a:pt x="202" y="1042"/>
                    <a:pt x="202" y="1029"/>
                  </a:cubicBezTo>
                  <a:close/>
                  <a:moveTo>
                    <a:pt x="202" y="1280"/>
                  </a:moveTo>
                  <a:cubicBezTo>
                    <a:pt x="202" y="1268"/>
                    <a:pt x="192" y="1258"/>
                    <a:pt x="180" y="1258"/>
                  </a:cubicBezTo>
                  <a:cubicBezTo>
                    <a:pt x="22" y="1258"/>
                    <a:pt x="22" y="1258"/>
                    <a:pt x="22" y="1258"/>
                  </a:cubicBezTo>
                  <a:cubicBezTo>
                    <a:pt x="10" y="1258"/>
                    <a:pt x="0" y="1268"/>
                    <a:pt x="0" y="1280"/>
                  </a:cubicBezTo>
                  <a:cubicBezTo>
                    <a:pt x="0" y="1292"/>
                    <a:pt x="10" y="1302"/>
                    <a:pt x="22" y="1302"/>
                  </a:cubicBezTo>
                  <a:cubicBezTo>
                    <a:pt x="180" y="1302"/>
                    <a:pt x="180" y="1302"/>
                    <a:pt x="180" y="1302"/>
                  </a:cubicBezTo>
                  <a:cubicBezTo>
                    <a:pt x="192" y="1302"/>
                    <a:pt x="202" y="1292"/>
                    <a:pt x="202" y="1280"/>
                  </a:cubicBezTo>
                  <a:close/>
                  <a:moveTo>
                    <a:pt x="1333" y="873"/>
                  </a:moveTo>
                  <a:cubicBezTo>
                    <a:pt x="1350" y="840"/>
                    <a:pt x="1358" y="803"/>
                    <a:pt x="1358" y="765"/>
                  </a:cubicBezTo>
                  <a:cubicBezTo>
                    <a:pt x="1358" y="708"/>
                    <a:pt x="1339" y="654"/>
                    <a:pt x="1303" y="611"/>
                  </a:cubicBezTo>
                  <a:cubicBezTo>
                    <a:pt x="1278" y="581"/>
                    <a:pt x="1247" y="558"/>
                    <a:pt x="1211" y="544"/>
                  </a:cubicBezTo>
                  <a:cubicBezTo>
                    <a:pt x="1194" y="458"/>
                    <a:pt x="1121" y="396"/>
                    <a:pt x="1036" y="396"/>
                  </a:cubicBezTo>
                  <a:cubicBezTo>
                    <a:pt x="990" y="396"/>
                    <a:pt x="946" y="414"/>
                    <a:pt x="913" y="448"/>
                  </a:cubicBezTo>
                  <a:cubicBezTo>
                    <a:pt x="879" y="414"/>
                    <a:pt x="835" y="396"/>
                    <a:pt x="789" y="396"/>
                  </a:cubicBezTo>
                  <a:cubicBezTo>
                    <a:pt x="704" y="396"/>
                    <a:pt x="631" y="458"/>
                    <a:pt x="614" y="544"/>
                  </a:cubicBezTo>
                  <a:cubicBezTo>
                    <a:pt x="578" y="558"/>
                    <a:pt x="547" y="581"/>
                    <a:pt x="522" y="611"/>
                  </a:cubicBezTo>
                  <a:cubicBezTo>
                    <a:pt x="487" y="654"/>
                    <a:pt x="467" y="708"/>
                    <a:pt x="467" y="765"/>
                  </a:cubicBezTo>
                  <a:cubicBezTo>
                    <a:pt x="467" y="803"/>
                    <a:pt x="476" y="840"/>
                    <a:pt x="492" y="873"/>
                  </a:cubicBezTo>
                  <a:cubicBezTo>
                    <a:pt x="473" y="910"/>
                    <a:pt x="463" y="952"/>
                    <a:pt x="463" y="996"/>
                  </a:cubicBezTo>
                  <a:cubicBezTo>
                    <a:pt x="463" y="1053"/>
                    <a:pt x="480" y="1107"/>
                    <a:pt x="513" y="1152"/>
                  </a:cubicBezTo>
                  <a:cubicBezTo>
                    <a:pt x="537" y="1186"/>
                    <a:pt x="570" y="1214"/>
                    <a:pt x="607" y="1232"/>
                  </a:cubicBezTo>
                  <a:cubicBezTo>
                    <a:pt x="618" y="1270"/>
                    <a:pt x="643" y="1307"/>
                    <a:pt x="677" y="1339"/>
                  </a:cubicBezTo>
                  <a:cubicBezTo>
                    <a:pt x="723" y="1383"/>
                    <a:pt x="777" y="1408"/>
                    <a:pt x="826" y="1408"/>
                  </a:cubicBezTo>
                  <a:cubicBezTo>
                    <a:pt x="863" y="1408"/>
                    <a:pt x="895" y="1391"/>
                    <a:pt x="914" y="1363"/>
                  </a:cubicBezTo>
                  <a:cubicBezTo>
                    <a:pt x="934" y="1389"/>
                    <a:pt x="964" y="1408"/>
                    <a:pt x="1001" y="1408"/>
                  </a:cubicBezTo>
                  <a:cubicBezTo>
                    <a:pt x="1089" y="1408"/>
                    <a:pt x="1190" y="1325"/>
                    <a:pt x="1218" y="1232"/>
                  </a:cubicBezTo>
                  <a:cubicBezTo>
                    <a:pt x="1256" y="1214"/>
                    <a:pt x="1288" y="1186"/>
                    <a:pt x="1313" y="1152"/>
                  </a:cubicBezTo>
                  <a:cubicBezTo>
                    <a:pt x="1345" y="1107"/>
                    <a:pt x="1362" y="1053"/>
                    <a:pt x="1362" y="996"/>
                  </a:cubicBezTo>
                  <a:cubicBezTo>
                    <a:pt x="1362" y="952"/>
                    <a:pt x="1352" y="910"/>
                    <a:pt x="1333" y="873"/>
                  </a:cubicBezTo>
                  <a:close/>
                  <a:moveTo>
                    <a:pt x="826" y="1364"/>
                  </a:moveTo>
                  <a:cubicBezTo>
                    <a:pt x="788" y="1364"/>
                    <a:pt x="745" y="1343"/>
                    <a:pt x="707" y="1308"/>
                  </a:cubicBezTo>
                  <a:cubicBezTo>
                    <a:pt x="676" y="1278"/>
                    <a:pt x="655" y="1244"/>
                    <a:pt x="647" y="1211"/>
                  </a:cubicBezTo>
                  <a:cubicBezTo>
                    <a:pt x="645" y="1204"/>
                    <a:pt x="640" y="1199"/>
                    <a:pt x="634" y="1196"/>
                  </a:cubicBezTo>
                  <a:cubicBezTo>
                    <a:pt x="600" y="1181"/>
                    <a:pt x="570" y="1157"/>
                    <a:pt x="548" y="1126"/>
                  </a:cubicBezTo>
                  <a:cubicBezTo>
                    <a:pt x="521" y="1089"/>
                    <a:pt x="507" y="1043"/>
                    <a:pt x="507" y="996"/>
                  </a:cubicBezTo>
                  <a:cubicBezTo>
                    <a:pt x="507" y="956"/>
                    <a:pt x="517" y="917"/>
                    <a:pt x="536" y="884"/>
                  </a:cubicBezTo>
                  <a:cubicBezTo>
                    <a:pt x="540" y="877"/>
                    <a:pt x="540" y="869"/>
                    <a:pt x="536" y="862"/>
                  </a:cubicBezTo>
                  <a:cubicBezTo>
                    <a:pt x="520" y="833"/>
                    <a:pt x="511" y="799"/>
                    <a:pt x="511" y="765"/>
                  </a:cubicBezTo>
                  <a:cubicBezTo>
                    <a:pt x="511" y="719"/>
                    <a:pt x="527" y="674"/>
                    <a:pt x="556" y="639"/>
                  </a:cubicBezTo>
                  <a:cubicBezTo>
                    <a:pt x="578" y="611"/>
                    <a:pt x="607" y="592"/>
                    <a:pt x="640" y="581"/>
                  </a:cubicBezTo>
                  <a:cubicBezTo>
                    <a:pt x="648" y="579"/>
                    <a:pt x="654" y="572"/>
                    <a:pt x="655" y="563"/>
                  </a:cubicBezTo>
                  <a:cubicBezTo>
                    <a:pt x="664" y="493"/>
                    <a:pt x="722" y="440"/>
                    <a:pt x="789" y="440"/>
                  </a:cubicBezTo>
                  <a:cubicBezTo>
                    <a:pt x="826" y="440"/>
                    <a:pt x="862" y="456"/>
                    <a:pt x="887" y="485"/>
                  </a:cubicBezTo>
                  <a:cubicBezTo>
                    <a:pt x="891" y="489"/>
                    <a:pt x="891" y="489"/>
                    <a:pt x="891" y="489"/>
                  </a:cubicBezTo>
                  <a:cubicBezTo>
                    <a:pt x="891" y="1301"/>
                    <a:pt x="891" y="1301"/>
                    <a:pt x="891" y="1301"/>
                  </a:cubicBezTo>
                  <a:cubicBezTo>
                    <a:pt x="887" y="1339"/>
                    <a:pt x="861" y="1364"/>
                    <a:pt x="826" y="1364"/>
                  </a:cubicBezTo>
                  <a:close/>
                  <a:moveTo>
                    <a:pt x="1277" y="1126"/>
                  </a:moveTo>
                  <a:cubicBezTo>
                    <a:pt x="1255" y="1157"/>
                    <a:pt x="1225" y="1181"/>
                    <a:pt x="1191" y="1196"/>
                  </a:cubicBezTo>
                  <a:cubicBezTo>
                    <a:pt x="1185" y="1199"/>
                    <a:pt x="1180" y="1204"/>
                    <a:pt x="1179" y="1211"/>
                  </a:cubicBezTo>
                  <a:cubicBezTo>
                    <a:pt x="1160" y="1288"/>
                    <a:pt x="1072" y="1364"/>
                    <a:pt x="1001" y="1364"/>
                  </a:cubicBezTo>
                  <a:cubicBezTo>
                    <a:pt x="965" y="1364"/>
                    <a:pt x="938" y="1331"/>
                    <a:pt x="935" y="1300"/>
                  </a:cubicBezTo>
                  <a:cubicBezTo>
                    <a:pt x="935" y="489"/>
                    <a:pt x="935" y="489"/>
                    <a:pt x="935" y="489"/>
                  </a:cubicBezTo>
                  <a:cubicBezTo>
                    <a:pt x="938" y="485"/>
                    <a:pt x="938" y="485"/>
                    <a:pt x="938" y="485"/>
                  </a:cubicBezTo>
                  <a:cubicBezTo>
                    <a:pt x="963" y="456"/>
                    <a:pt x="999" y="440"/>
                    <a:pt x="1036" y="440"/>
                  </a:cubicBezTo>
                  <a:cubicBezTo>
                    <a:pt x="1103" y="440"/>
                    <a:pt x="1161" y="493"/>
                    <a:pt x="1170" y="563"/>
                  </a:cubicBezTo>
                  <a:cubicBezTo>
                    <a:pt x="1171" y="572"/>
                    <a:pt x="1177" y="579"/>
                    <a:pt x="1185" y="581"/>
                  </a:cubicBezTo>
                  <a:cubicBezTo>
                    <a:pt x="1218" y="592"/>
                    <a:pt x="1247" y="611"/>
                    <a:pt x="1269" y="639"/>
                  </a:cubicBezTo>
                  <a:cubicBezTo>
                    <a:pt x="1298" y="674"/>
                    <a:pt x="1314" y="719"/>
                    <a:pt x="1314" y="765"/>
                  </a:cubicBezTo>
                  <a:cubicBezTo>
                    <a:pt x="1314" y="799"/>
                    <a:pt x="1305" y="833"/>
                    <a:pt x="1289" y="862"/>
                  </a:cubicBezTo>
                  <a:cubicBezTo>
                    <a:pt x="1285" y="869"/>
                    <a:pt x="1285" y="877"/>
                    <a:pt x="1289" y="884"/>
                  </a:cubicBezTo>
                  <a:cubicBezTo>
                    <a:pt x="1308" y="917"/>
                    <a:pt x="1318" y="956"/>
                    <a:pt x="1318" y="996"/>
                  </a:cubicBezTo>
                  <a:cubicBezTo>
                    <a:pt x="1318" y="1043"/>
                    <a:pt x="1304" y="1089"/>
                    <a:pt x="1277" y="1126"/>
                  </a:cubicBezTo>
                  <a:close/>
                </a:path>
              </a:pathLst>
            </a:custGeom>
            <a:solidFill>
              <a:srgbClr val="4472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42">
              <a:extLst>
                <a:ext uri="{FF2B5EF4-FFF2-40B4-BE49-F238E27FC236}">
                  <a16:creationId xmlns:a16="http://schemas.microsoft.com/office/drawing/2014/main" xmlns="" id="{A648EAA7-47FE-4965-BA56-90D3E97798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47" y="-6945"/>
              <a:ext cx="1354" cy="1567"/>
            </a:xfrm>
            <a:custGeom>
              <a:avLst/>
              <a:gdLst>
                <a:gd name="T0" fmla="*/ 1038 w 723"/>
                <a:gd name="T1" fmla="*/ 2864 h 836"/>
                <a:gd name="T2" fmla="*/ 652 w 723"/>
                <a:gd name="T3" fmla="*/ 2783 h 836"/>
                <a:gd name="T4" fmla="*/ 483 w 723"/>
                <a:gd name="T5" fmla="*/ 2512 h 836"/>
                <a:gd name="T6" fmla="*/ 652 w 723"/>
                <a:gd name="T7" fmla="*/ 2442 h 836"/>
                <a:gd name="T8" fmla="*/ 28 w 723"/>
                <a:gd name="T9" fmla="*/ 1985 h 836"/>
                <a:gd name="T10" fmla="*/ 81 w 723"/>
                <a:gd name="T11" fmla="*/ 1483 h 836"/>
                <a:gd name="T12" fmla="*/ 302 w 723"/>
                <a:gd name="T13" fmla="*/ 1273 h 836"/>
                <a:gd name="T14" fmla="*/ 530 w 723"/>
                <a:gd name="T15" fmla="*/ 1543 h 836"/>
                <a:gd name="T16" fmla="*/ 571 w 723"/>
                <a:gd name="T17" fmla="*/ 1402 h 836"/>
                <a:gd name="T18" fmla="*/ 466 w 723"/>
                <a:gd name="T19" fmla="*/ 900 h 836"/>
                <a:gd name="T20" fmla="*/ 290 w 723"/>
                <a:gd name="T21" fmla="*/ 1106 h 836"/>
                <a:gd name="T22" fmla="*/ 13 w 723"/>
                <a:gd name="T23" fmla="*/ 988 h 836"/>
                <a:gd name="T24" fmla="*/ 358 w 723"/>
                <a:gd name="T25" fmla="*/ 489 h 836"/>
                <a:gd name="T26" fmla="*/ 509 w 723"/>
                <a:gd name="T27" fmla="*/ 446 h 836"/>
                <a:gd name="T28" fmla="*/ 891 w 723"/>
                <a:gd name="T29" fmla="*/ 489 h 836"/>
                <a:gd name="T30" fmla="*/ 519 w 723"/>
                <a:gd name="T31" fmla="*/ 292 h 836"/>
                <a:gd name="T32" fmla="*/ 1038 w 723"/>
                <a:gd name="T33" fmla="*/ 77 h 836"/>
                <a:gd name="T34" fmla="*/ 985 w 723"/>
                <a:gd name="T35" fmla="*/ 1859 h 836"/>
                <a:gd name="T36" fmla="*/ 446 w 723"/>
                <a:gd name="T37" fmla="*/ 2021 h 836"/>
                <a:gd name="T38" fmla="*/ 676 w 723"/>
                <a:gd name="T39" fmla="*/ 2146 h 836"/>
                <a:gd name="T40" fmla="*/ 1912 w 723"/>
                <a:gd name="T41" fmla="*/ 2572 h 836"/>
                <a:gd name="T42" fmla="*/ 1912 w 723"/>
                <a:gd name="T43" fmla="*/ 2418 h 836"/>
                <a:gd name="T44" fmla="*/ 2186 w 723"/>
                <a:gd name="T45" fmla="*/ 2362 h 836"/>
                <a:gd name="T46" fmla="*/ 2536 w 723"/>
                <a:gd name="T47" fmla="*/ 1799 h 836"/>
                <a:gd name="T48" fmla="*/ 2066 w 723"/>
                <a:gd name="T49" fmla="*/ 1644 h 836"/>
                <a:gd name="T50" fmla="*/ 1723 w 723"/>
                <a:gd name="T51" fmla="*/ 1876 h 836"/>
                <a:gd name="T52" fmla="*/ 1635 w 723"/>
                <a:gd name="T53" fmla="*/ 1809 h 836"/>
                <a:gd name="T54" fmla="*/ 1970 w 723"/>
                <a:gd name="T55" fmla="*/ 1370 h 836"/>
                <a:gd name="T56" fmla="*/ 2126 w 723"/>
                <a:gd name="T57" fmla="*/ 1350 h 836"/>
                <a:gd name="T58" fmla="*/ 2395 w 723"/>
                <a:gd name="T59" fmla="*/ 1357 h 836"/>
                <a:gd name="T60" fmla="*/ 2523 w 723"/>
                <a:gd name="T61" fmla="*/ 988 h 836"/>
                <a:gd name="T62" fmla="*/ 2178 w 723"/>
                <a:gd name="T63" fmla="*/ 489 h 836"/>
                <a:gd name="T64" fmla="*/ 2053 w 723"/>
                <a:gd name="T65" fmla="*/ 463 h 836"/>
                <a:gd name="T66" fmla="*/ 1695 w 723"/>
                <a:gd name="T67" fmla="*/ 499 h 836"/>
                <a:gd name="T68" fmla="*/ 2021 w 723"/>
                <a:gd name="T69" fmla="*/ 309 h 836"/>
                <a:gd name="T70" fmla="*/ 1700 w 723"/>
                <a:gd name="T71" fmla="*/ 0 h 836"/>
                <a:gd name="T72" fmla="*/ 1502 w 723"/>
                <a:gd name="T73" fmla="*/ 840 h 836"/>
                <a:gd name="T74" fmla="*/ 2086 w 723"/>
                <a:gd name="T75" fmla="*/ 847 h 836"/>
                <a:gd name="T76" fmla="*/ 1543 w 723"/>
                <a:gd name="T77" fmla="*/ 1008 h 836"/>
                <a:gd name="T78" fmla="*/ 1502 w 723"/>
                <a:gd name="T79" fmla="*/ 2857 h 836"/>
                <a:gd name="T80" fmla="*/ 2038 w 723"/>
                <a:gd name="T81" fmla="*/ 2560 h 8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723"/>
                <a:gd name="T124" fmla="*/ 0 h 836"/>
                <a:gd name="T125" fmla="*/ 723 w 723"/>
                <a:gd name="T126" fmla="*/ 836 h 8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723" h="836">
                  <a:moveTo>
                    <a:pt x="296" y="575"/>
                  </a:moveTo>
                  <a:cubicBezTo>
                    <a:pt x="296" y="815"/>
                    <a:pt x="296" y="815"/>
                    <a:pt x="296" y="815"/>
                  </a:cubicBezTo>
                  <a:cubicBezTo>
                    <a:pt x="294" y="825"/>
                    <a:pt x="290" y="836"/>
                    <a:pt x="275" y="836"/>
                  </a:cubicBezTo>
                  <a:cubicBezTo>
                    <a:pt x="249" y="836"/>
                    <a:pt x="215" y="819"/>
                    <a:pt x="186" y="792"/>
                  </a:cubicBezTo>
                  <a:cubicBezTo>
                    <a:pt x="162" y="768"/>
                    <a:pt x="144" y="741"/>
                    <a:pt x="138" y="716"/>
                  </a:cubicBezTo>
                  <a:cubicBezTo>
                    <a:pt x="138" y="715"/>
                    <a:pt x="138" y="715"/>
                    <a:pt x="138" y="715"/>
                  </a:cubicBezTo>
                  <a:cubicBezTo>
                    <a:pt x="146" y="716"/>
                    <a:pt x="155" y="717"/>
                    <a:pt x="164" y="717"/>
                  </a:cubicBezTo>
                  <a:cubicBezTo>
                    <a:pt x="176" y="717"/>
                    <a:pt x="186" y="707"/>
                    <a:pt x="186" y="695"/>
                  </a:cubicBezTo>
                  <a:cubicBezTo>
                    <a:pt x="186" y="683"/>
                    <a:pt x="176" y="673"/>
                    <a:pt x="164" y="673"/>
                  </a:cubicBezTo>
                  <a:cubicBezTo>
                    <a:pt x="92" y="673"/>
                    <a:pt x="31" y="628"/>
                    <a:pt x="8" y="565"/>
                  </a:cubicBezTo>
                  <a:cubicBezTo>
                    <a:pt x="2" y="548"/>
                    <a:pt x="0" y="530"/>
                    <a:pt x="0" y="512"/>
                  </a:cubicBezTo>
                  <a:cubicBezTo>
                    <a:pt x="0" y="479"/>
                    <a:pt x="8" y="449"/>
                    <a:pt x="23" y="422"/>
                  </a:cubicBezTo>
                  <a:cubicBezTo>
                    <a:pt x="30" y="410"/>
                    <a:pt x="30" y="410"/>
                    <a:pt x="30" y="410"/>
                  </a:cubicBezTo>
                  <a:cubicBezTo>
                    <a:pt x="45" y="390"/>
                    <a:pt x="64" y="374"/>
                    <a:pt x="86" y="362"/>
                  </a:cubicBezTo>
                  <a:cubicBezTo>
                    <a:pt x="93" y="391"/>
                    <a:pt x="111" y="418"/>
                    <a:pt x="139" y="435"/>
                  </a:cubicBezTo>
                  <a:cubicBezTo>
                    <a:pt x="142" y="438"/>
                    <a:pt x="146" y="439"/>
                    <a:pt x="151" y="439"/>
                  </a:cubicBezTo>
                  <a:cubicBezTo>
                    <a:pt x="158" y="439"/>
                    <a:pt x="165" y="435"/>
                    <a:pt x="169" y="429"/>
                  </a:cubicBezTo>
                  <a:cubicBezTo>
                    <a:pt x="176" y="419"/>
                    <a:pt x="173" y="405"/>
                    <a:pt x="163" y="399"/>
                  </a:cubicBezTo>
                  <a:cubicBezTo>
                    <a:pt x="125" y="374"/>
                    <a:pt x="115" y="324"/>
                    <a:pt x="139" y="287"/>
                  </a:cubicBezTo>
                  <a:cubicBezTo>
                    <a:pt x="146" y="276"/>
                    <a:pt x="143" y="263"/>
                    <a:pt x="133" y="256"/>
                  </a:cubicBezTo>
                  <a:cubicBezTo>
                    <a:pt x="122" y="250"/>
                    <a:pt x="109" y="252"/>
                    <a:pt x="102" y="263"/>
                  </a:cubicBezTo>
                  <a:cubicBezTo>
                    <a:pt x="91" y="279"/>
                    <a:pt x="85" y="297"/>
                    <a:pt x="83" y="315"/>
                  </a:cubicBezTo>
                  <a:cubicBezTo>
                    <a:pt x="60" y="324"/>
                    <a:pt x="39" y="337"/>
                    <a:pt x="22" y="354"/>
                  </a:cubicBezTo>
                  <a:cubicBezTo>
                    <a:pt x="10" y="331"/>
                    <a:pt x="4" y="307"/>
                    <a:pt x="4" y="281"/>
                  </a:cubicBezTo>
                  <a:cubicBezTo>
                    <a:pt x="4" y="245"/>
                    <a:pt x="16" y="210"/>
                    <a:pt x="39" y="183"/>
                  </a:cubicBezTo>
                  <a:cubicBezTo>
                    <a:pt x="56" y="162"/>
                    <a:pt x="78" y="147"/>
                    <a:pt x="102" y="139"/>
                  </a:cubicBezTo>
                  <a:cubicBezTo>
                    <a:pt x="140" y="127"/>
                    <a:pt x="140" y="127"/>
                    <a:pt x="140" y="127"/>
                  </a:cubicBezTo>
                  <a:cubicBezTo>
                    <a:pt x="142" y="127"/>
                    <a:pt x="143" y="127"/>
                    <a:pt x="145" y="127"/>
                  </a:cubicBezTo>
                  <a:cubicBezTo>
                    <a:pt x="173" y="127"/>
                    <a:pt x="200" y="134"/>
                    <a:pt x="224" y="148"/>
                  </a:cubicBezTo>
                  <a:cubicBezTo>
                    <a:pt x="234" y="154"/>
                    <a:pt x="248" y="150"/>
                    <a:pt x="254" y="139"/>
                  </a:cubicBezTo>
                  <a:cubicBezTo>
                    <a:pt x="260" y="129"/>
                    <a:pt x="256" y="115"/>
                    <a:pt x="245" y="109"/>
                  </a:cubicBezTo>
                  <a:cubicBezTo>
                    <a:pt x="216" y="93"/>
                    <a:pt x="182" y="84"/>
                    <a:pt x="148" y="83"/>
                  </a:cubicBezTo>
                  <a:cubicBezTo>
                    <a:pt x="155" y="35"/>
                    <a:pt x="193" y="0"/>
                    <a:pt x="238" y="0"/>
                  </a:cubicBezTo>
                  <a:cubicBezTo>
                    <a:pt x="259" y="0"/>
                    <a:pt x="279" y="8"/>
                    <a:pt x="296" y="22"/>
                  </a:cubicBezTo>
                  <a:cubicBezTo>
                    <a:pt x="296" y="511"/>
                    <a:pt x="296" y="511"/>
                    <a:pt x="296" y="511"/>
                  </a:cubicBezTo>
                  <a:cubicBezTo>
                    <a:pt x="291" y="517"/>
                    <a:pt x="287" y="523"/>
                    <a:pt x="281" y="529"/>
                  </a:cubicBezTo>
                  <a:cubicBezTo>
                    <a:pt x="249" y="563"/>
                    <a:pt x="199" y="576"/>
                    <a:pt x="154" y="561"/>
                  </a:cubicBezTo>
                  <a:cubicBezTo>
                    <a:pt x="143" y="557"/>
                    <a:pt x="130" y="563"/>
                    <a:pt x="127" y="575"/>
                  </a:cubicBezTo>
                  <a:cubicBezTo>
                    <a:pt x="123" y="586"/>
                    <a:pt x="129" y="598"/>
                    <a:pt x="140" y="602"/>
                  </a:cubicBezTo>
                  <a:cubicBezTo>
                    <a:pt x="158" y="608"/>
                    <a:pt x="175" y="611"/>
                    <a:pt x="193" y="611"/>
                  </a:cubicBezTo>
                  <a:cubicBezTo>
                    <a:pt x="230" y="611"/>
                    <a:pt x="266" y="598"/>
                    <a:pt x="296" y="575"/>
                  </a:cubicBezTo>
                  <a:close/>
                  <a:moveTo>
                    <a:pt x="545" y="732"/>
                  </a:moveTo>
                  <a:cubicBezTo>
                    <a:pt x="532" y="732"/>
                    <a:pt x="523" y="722"/>
                    <a:pt x="523" y="710"/>
                  </a:cubicBezTo>
                  <a:cubicBezTo>
                    <a:pt x="523" y="698"/>
                    <a:pt x="532" y="688"/>
                    <a:pt x="545" y="688"/>
                  </a:cubicBezTo>
                  <a:cubicBezTo>
                    <a:pt x="569" y="688"/>
                    <a:pt x="593" y="683"/>
                    <a:pt x="615" y="675"/>
                  </a:cubicBezTo>
                  <a:cubicBezTo>
                    <a:pt x="623" y="672"/>
                    <a:pt x="623" y="672"/>
                    <a:pt x="623" y="672"/>
                  </a:cubicBezTo>
                  <a:cubicBezTo>
                    <a:pt x="649" y="660"/>
                    <a:pt x="673" y="641"/>
                    <a:pt x="690" y="617"/>
                  </a:cubicBezTo>
                  <a:cubicBezTo>
                    <a:pt x="712" y="586"/>
                    <a:pt x="723" y="550"/>
                    <a:pt x="723" y="512"/>
                  </a:cubicBezTo>
                  <a:cubicBezTo>
                    <a:pt x="723" y="481"/>
                    <a:pt x="716" y="453"/>
                    <a:pt x="703" y="427"/>
                  </a:cubicBezTo>
                  <a:cubicBezTo>
                    <a:pt x="671" y="452"/>
                    <a:pt x="632" y="467"/>
                    <a:pt x="589" y="468"/>
                  </a:cubicBezTo>
                  <a:cubicBezTo>
                    <a:pt x="586" y="473"/>
                    <a:pt x="583" y="478"/>
                    <a:pt x="579" y="483"/>
                  </a:cubicBezTo>
                  <a:cubicBezTo>
                    <a:pt x="558" y="511"/>
                    <a:pt x="526" y="529"/>
                    <a:pt x="491" y="534"/>
                  </a:cubicBezTo>
                  <a:cubicBezTo>
                    <a:pt x="490" y="534"/>
                    <a:pt x="489" y="534"/>
                    <a:pt x="488" y="534"/>
                  </a:cubicBezTo>
                  <a:cubicBezTo>
                    <a:pt x="477" y="534"/>
                    <a:pt x="468" y="526"/>
                    <a:pt x="466" y="515"/>
                  </a:cubicBezTo>
                  <a:cubicBezTo>
                    <a:pt x="465" y="503"/>
                    <a:pt x="473" y="492"/>
                    <a:pt x="485" y="490"/>
                  </a:cubicBezTo>
                  <a:cubicBezTo>
                    <a:pt x="534" y="484"/>
                    <a:pt x="569" y="439"/>
                    <a:pt x="562" y="390"/>
                  </a:cubicBezTo>
                  <a:cubicBezTo>
                    <a:pt x="561" y="378"/>
                    <a:pt x="569" y="367"/>
                    <a:pt x="581" y="365"/>
                  </a:cubicBezTo>
                  <a:cubicBezTo>
                    <a:pt x="594" y="363"/>
                    <a:pt x="605" y="372"/>
                    <a:pt x="606" y="384"/>
                  </a:cubicBezTo>
                  <a:cubicBezTo>
                    <a:pt x="608" y="397"/>
                    <a:pt x="608" y="410"/>
                    <a:pt x="606" y="423"/>
                  </a:cubicBezTo>
                  <a:cubicBezTo>
                    <a:pt x="635" y="419"/>
                    <a:pt x="662" y="405"/>
                    <a:pt x="683" y="386"/>
                  </a:cubicBezTo>
                  <a:cubicBezTo>
                    <a:pt x="700" y="357"/>
                    <a:pt x="700" y="357"/>
                    <a:pt x="700" y="357"/>
                  </a:cubicBezTo>
                  <a:cubicBezTo>
                    <a:pt x="713" y="334"/>
                    <a:pt x="719" y="308"/>
                    <a:pt x="719" y="281"/>
                  </a:cubicBezTo>
                  <a:cubicBezTo>
                    <a:pt x="719" y="245"/>
                    <a:pt x="707" y="210"/>
                    <a:pt x="684" y="183"/>
                  </a:cubicBezTo>
                  <a:cubicBezTo>
                    <a:pt x="667" y="162"/>
                    <a:pt x="645" y="147"/>
                    <a:pt x="621" y="139"/>
                  </a:cubicBezTo>
                  <a:cubicBezTo>
                    <a:pt x="600" y="132"/>
                    <a:pt x="600" y="132"/>
                    <a:pt x="600" y="132"/>
                  </a:cubicBezTo>
                  <a:cubicBezTo>
                    <a:pt x="595" y="132"/>
                    <a:pt x="590" y="132"/>
                    <a:pt x="585" y="132"/>
                  </a:cubicBezTo>
                  <a:cubicBezTo>
                    <a:pt x="560" y="132"/>
                    <a:pt x="535" y="138"/>
                    <a:pt x="513" y="151"/>
                  </a:cubicBezTo>
                  <a:cubicBezTo>
                    <a:pt x="502" y="157"/>
                    <a:pt x="489" y="153"/>
                    <a:pt x="483" y="142"/>
                  </a:cubicBezTo>
                  <a:cubicBezTo>
                    <a:pt x="477" y="132"/>
                    <a:pt x="481" y="118"/>
                    <a:pt x="491" y="112"/>
                  </a:cubicBezTo>
                  <a:cubicBezTo>
                    <a:pt x="517" y="98"/>
                    <a:pt x="546" y="89"/>
                    <a:pt x="576" y="88"/>
                  </a:cubicBezTo>
                  <a:cubicBezTo>
                    <a:pt x="575" y="85"/>
                    <a:pt x="575" y="85"/>
                    <a:pt x="575" y="85"/>
                  </a:cubicBezTo>
                  <a:cubicBezTo>
                    <a:pt x="569" y="36"/>
                    <a:pt x="530" y="0"/>
                    <a:pt x="485" y="0"/>
                  </a:cubicBezTo>
                  <a:cubicBezTo>
                    <a:pt x="464" y="0"/>
                    <a:pt x="444" y="8"/>
                    <a:pt x="428" y="22"/>
                  </a:cubicBezTo>
                  <a:cubicBezTo>
                    <a:pt x="428" y="239"/>
                    <a:pt x="428" y="239"/>
                    <a:pt x="428" y="239"/>
                  </a:cubicBezTo>
                  <a:cubicBezTo>
                    <a:pt x="471" y="206"/>
                    <a:pt x="529" y="196"/>
                    <a:pt x="581" y="213"/>
                  </a:cubicBezTo>
                  <a:cubicBezTo>
                    <a:pt x="593" y="217"/>
                    <a:pt x="599" y="230"/>
                    <a:pt x="595" y="241"/>
                  </a:cubicBezTo>
                  <a:cubicBezTo>
                    <a:pt x="591" y="253"/>
                    <a:pt x="579" y="259"/>
                    <a:pt x="567" y="255"/>
                  </a:cubicBezTo>
                  <a:cubicBezTo>
                    <a:pt x="523" y="240"/>
                    <a:pt x="473" y="253"/>
                    <a:pt x="440" y="287"/>
                  </a:cubicBezTo>
                  <a:cubicBezTo>
                    <a:pt x="436" y="292"/>
                    <a:pt x="431" y="297"/>
                    <a:pt x="428" y="303"/>
                  </a:cubicBezTo>
                  <a:cubicBezTo>
                    <a:pt x="428" y="813"/>
                    <a:pt x="428" y="813"/>
                    <a:pt x="428" y="813"/>
                  </a:cubicBezTo>
                  <a:cubicBezTo>
                    <a:pt x="430" y="823"/>
                    <a:pt x="439" y="836"/>
                    <a:pt x="450" y="836"/>
                  </a:cubicBezTo>
                  <a:cubicBezTo>
                    <a:pt x="497" y="836"/>
                    <a:pt x="561" y="782"/>
                    <a:pt x="581" y="729"/>
                  </a:cubicBezTo>
                  <a:cubicBezTo>
                    <a:pt x="569" y="731"/>
                    <a:pt x="557" y="732"/>
                    <a:pt x="545" y="732"/>
                  </a:cubicBezTo>
                  <a:close/>
                </a:path>
              </a:pathLst>
            </a:custGeom>
            <a:solidFill>
              <a:srgbClr val="44546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endParaRPr>
            </a:p>
          </p:txBody>
        </p:sp>
      </p:grpSp>
      <p:pic>
        <p:nvPicPr>
          <p:cNvPr id="109" name="Picture 4">
            <a:extLst>
              <a:ext uri="{FF2B5EF4-FFF2-40B4-BE49-F238E27FC236}">
                <a16:creationId xmlns:a16="http://schemas.microsoft.com/office/drawing/2014/main" xmlns="" id="{27E8E1AB-67A5-4E8D-97C1-81B3E7196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6381" y="5489558"/>
            <a:ext cx="480620" cy="433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1" name="bcgIcons_AdvancedRobotics">
            <a:extLst>
              <a:ext uri="{FF2B5EF4-FFF2-40B4-BE49-F238E27FC236}">
                <a16:creationId xmlns:a16="http://schemas.microsoft.com/office/drawing/2014/main" xmlns="" id="{527860DA-B447-42BB-8C53-292615B8D43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2779" y="3100903"/>
            <a:ext cx="6326821" cy="2193298"/>
            <a:chOff x="-40194" y="0"/>
            <a:chExt cx="46192" cy="16010"/>
          </a:xfrm>
        </p:grpSpPr>
        <p:sp>
          <p:nvSpPr>
            <p:cNvPr id="112" name="AutoShape 3">
              <a:extLst>
                <a:ext uri="{FF2B5EF4-FFF2-40B4-BE49-F238E27FC236}">
                  <a16:creationId xmlns:a16="http://schemas.microsoft.com/office/drawing/2014/main" xmlns="" id="{2967B7DB-E7C4-49C7-B61A-3B44BA37D50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82" y="0"/>
              <a:ext cx="4316" cy="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5">
              <a:extLst>
                <a:ext uri="{FF2B5EF4-FFF2-40B4-BE49-F238E27FC236}">
                  <a16:creationId xmlns:a16="http://schemas.microsoft.com/office/drawing/2014/main" xmlns="" id="{D0949575-BC49-4E7C-A542-5DDB07193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0194" y="13247"/>
              <a:ext cx="3509" cy="2763"/>
            </a:xfrm>
            <a:custGeom>
              <a:avLst/>
              <a:gdLst>
                <a:gd name="T0" fmla="*/ 2741 w 1873"/>
                <a:gd name="T1" fmla="*/ 3801 h 1474"/>
                <a:gd name="T2" fmla="*/ 2741 w 1873"/>
                <a:gd name="T3" fmla="*/ 4272 h 1474"/>
                <a:gd name="T4" fmla="*/ 2954 w 1873"/>
                <a:gd name="T5" fmla="*/ 4272 h 1474"/>
                <a:gd name="T6" fmla="*/ 3022 w 1873"/>
                <a:gd name="T7" fmla="*/ 4339 h 1474"/>
                <a:gd name="T8" fmla="*/ 3022 w 1873"/>
                <a:gd name="T9" fmla="*/ 4814 h 1474"/>
                <a:gd name="T10" fmla="*/ 6507 w 1873"/>
                <a:gd name="T11" fmla="*/ 4814 h 1474"/>
                <a:gd name="T12" fmla="*/ 6507 w 1873"/>
                <a:gd name="T13" fmla="*/ 4814 h 1474"/>
                <a:gd name="T14" fmla="*/ 6574 w 1873"/>
                <a:gd name="T15" fmla="*/ 4877 h 1474"/>
                <a:gd name="T16" fmla="*/ 6574 w 1873"/>
                <a:gd name="T17" fmla="*/ 5112 h 1474"/>
                <a:gd name="T18" fmla="*/ 6507 w 1873"/>
                <a:gd name="T19" fmla="*/ 5179 h 1474"/>
                <a:gd name="T20" fmla="*/ 600 w 1873"/>
                <a:gd name="T21" fmla="*/ 5179 h 1474"/>
                <a:gd name="T22" fmla="*/ 534 w 1873"/>
                <a:gd name="T23" fmla="*/ 5112 h 1474"/>
                <a:gd name="T24" fmla="*/ 534 w 1873"/>
                <a:gd name="T25" fmla="*/ 4877 h 1474"/>
                <a:gd name="T26" fmla="*/ 600 w 1873"/>
                <a:gd name="T27" fmla="*/ 4814 h 1474"/>
                <a:gd name="T28" fmla="*/ 811 w 1873"/>
                <a:gd name="T29" fmla="*/ 4814 h 1474"/>
                <a:gd name="T30" fmla="*/ 811 w 1873"/>
                <a:gd name="T31" fmla="*/ 4339 h 1474"/>
                <a:gd name="T32" fmla="*/ 877 w 1873"/>
                <a:gd name="T33" fmla="*/ 4272 h 1474"/>
                <a:gd name="T34" fmla="*/ 1098 w 1873"/>
                <a:gd name="T35" fmla="*/ 4272 h 1474"/>
                <a:gd name="T36" fmla="*/ 1098 w 1873"/>
                <a:gd name="T37" fmla="*/ 3801 h 1474"/>
                <a:gd name="T38" fmla="*/ 2741 w 1873"/>
                <a:gd name="T39" fmla="*/ 3801 h 1474"/>
                <a:gd name="T40" fmla="*/ 6409 w 1873"/>
                <a:gd name="T41" fmla="*/ 3545 h 1474"/>
                <a:gd name="T42" fmla="*/ 5943 w 1873"/>
                <a:gd name="T43" fmla="*/ 3093 h 1474"/>
                <a:gd name="T44" fmla="*/ 5476 w 1873"/>
                <a:gd name="T45" fmla="*/ 3545 h 1474"/>
                <a:gd name="T46" fmla="*/ 5707 w 1873"/>
                <a:gd name="T47" fmla="*/ 3933 h 1474"/>
                <a:gd name="T48" fmla="*/ 5707 w 1873"/>
                <a:gd name="T49" fmla="*/ 4150 h 1474"/>
                <a:gd name="T50" fmla="*/ 5774 w 1873"/>
                <a:gd name="T51" fmla="*/ 4214 h 1474"/>
                <a:gd name="T52" fmla="*/ 5815 w 1873"/>
                <a:gd name="T53" fmla="*/ 4214 h 1474"/>
                <a:gd name="T54" fmla="*/ 5811 w 1873"/>
                <a:gd name="T55" fmla="*/ 4238 h 1474"/>
                <a:gd name="T56" fmla="*/ 5811 w 1873"/>
                <a:gd name="T57" fmla="*/ 4270 h 1474"/>
                <a:gd name="T58" fmla="*/ 5879 w 1873"/>
                <a:gd name="T59" fmla="*/ 4332 h 1474"/>
                <a:gd name="T60" fmla="*/ 5883 w 1873"/>
                <a:gd name="T61" fmla="*/ 4332 h 1474"/>
                <a:gd name="T62" fmla="*/ 5883 w 1873"/>
                <a:gd name="T63" fmla="*/ 4465 h 1474"/>
                <a:gd name="T64" fmla="*/ 5943 w 1873"/>
                <a:gd name="T65" fmla="*/ 4521 h 1474"/>
                <a:gd name="T66" fmla="*/ 6004 w 1873"/>
                <a:gd name="T67" fmla="*/ 4465 h 1474"/>
                <a:gd name="T68" fmla="*/ 6004 w 1873"/>
                <a:gd name="T69" fmla="*/ 4332 h 1474"/>
                <a:gd name="T70" fmla="*/ 6008 w 1873"/>
                <a:gd name="T71" fmla="*/ 4332 h 1474"/>
                <a:gd name="T72" fmla="*/ 6076 w 1873"/>
                <a:gd name="T73" fmla="*/ 4270 h 1474"/>
                <a:gd name="T74" fmla="*/ 6076 w 1873"/>
                <a:gd name="T75" fmla="*/ 4238 h 1474"/>
                <a:gd name="T76" fmla="*/ 6068 w 1873"/>
                <a:gd name="T77" fmla="*/ 4214 h 1474"/>
                <a:gd name="T78" fmla="*/ 6115 w 1873"/>
                <a:gd name="T79" fmla="*/ 4214 h 1474"/>
                <a:gd name="T80" fmla="*/ 6177 w 1873"/>
                <a:gd name="T81" fmla="*/ 4150 h 1474"/>
                <a:gd name="T82" fmla="*/ 6177 w 1873"/>
                <a:gd name="T83" fmla="*/ 3933 h 1474"/>
                <a:gd name="T84" fmla="*/ 6409 w 1873"/>
                <a:gd name="T85" fmla="*/ 3545 h 1474"/>
                <a:gd name="T86" fmla="*/ 1840 w 1873"/>
                <a:gd name="T87" fmla="*/ 920 h 1474"/>
                <a:gd name="T88" fmla="*/ 920 w 1873"/>
                <a:gd name="T89" fmla="*/ 0 h 1474"/>
                <a:gd name="T90" fmla="*/ 0 w 1873"/>
                <a:gd name="T91" fmla="*/ 920 h 1474"/>
                <a:gd name="T92" fmla="*/ 920 w 1873"/>
                <a:gd name="T93" fmla="*/ 1841 h 1474"/>
                <a:gd name="T94" fmla="*/ 1840 w 1873"/>
                <a:gd name="T95" fmla="*/ 920 h 1474"/>
                <a:gd name="T96" fmla="*/ 1684 w 1873"/>
                <a:gd name="T97" fmla="*/ 920 h 1474"/>
                <a:gd name="T98" fmla="*/ 920 w 1873"/>
                <a:gd name="T99" fmla="*/ 1687 h 1474"/>
                <a:gd name="T100" fmla="*/ 154 w 1873"/>
                <a:gd name="T101" fmla="*/ 920 h 1474"/>
                <a:gd name="T102" fmla="*/ 920 w 1873"/>
                <a:gd name="T103" fmla="*/ 154 h 1474"/>
                <a:gd name="T104" fmla="*/ 1684 w 1873"/>
                <a:gd name="T105" fmla="*/ 920 h 1474"/>
                <a:gd name="T106" fmla="*/ 4837 w 1873"/>
                <a:gd name="T107" fmla="*/ 977 h 1474"/>
                <a:gd name="T108" fmla="*/ 4050 w 1873"/>
                <a:gd name="T109" fmla="*/ 186 h 1474"/>
                <a:gd name="T110" fmla="*/ 3260 w 1873"/>
                <a:gd name="T111" fmla="*/ 977 h 1474"/>
                <a:gd name="T112" fmla="*/ 4050 w 1873"/>
                <a:gd name="T113" fmla="*/ 1764 h 1474"/>
                <a:gd name="T114" fmla="*/ 4837 w 1873"/>
                <a:gd name="T115" fmla="*/ 977 h 1474"/>
                <a:gd name="T116" fmla="*/ 4682 w 1873"/>
                <a:gd name="T117" fmla="*/ 977 h 1474"/>
                <a:gd name="T118" fmla="*/ 4050 w 1873"/>
                <a:gd name="T119" fmla="*/ 1610 h 1474"/>
                <a:gd name="T120" fmla="*/ 3415 w 1873"/>
                <a:gd name="T121" fmla="*/ 977 h 1474"/>
                <a:gd name="T122" fmla="*/ 4050 w 1873"/>
                <a:gd name="T123" fmla="*/ 341 h 1474"/>
                <a:gd name="T124" fmla="*/ 4682 w 1873"/>
                <a:gd name="T125" fmla="*/ 977 h 147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873"/>
                <a:gd name="T190" fmla="*/ 0 h 1474"/>
                <a:gd name="T191" fmla="*/ 1873 w 1873"/>
                <a:gd name="T192" fmla="*/ 1474 h 147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873" h="1474">
                  <a:moveTo>
                    <a:pt x="781" y="1082"/>
                  </a:moveTo>
                  <a:cubicBezTo>
                    <a:pt x="781" y="1082"/>
                    <a:pt x="781" y="1147"/>
                    <a:pt x="781" y="1216"/>
                  </a:cubicBezTo>
                  <a:cubicBezTo>
                    <a:pt x="781" y="1216"/>
                    <a:pt x="781" y="1216"/>
                    <a:pt x="842" y="1216"/>
                  </a:cubicBezTo>
                  <a:cubicBezTo>
                    <a:pt x="853" y="1216"/>
                    <a:pt x="861" y="1224"/>
                    <a:pt x="861" y="1235"/>
                  </a:cubicBezTo>
                  <a:cubicBezTo>
                    <a:pt x="861" y="1235"/>
                    <a:pt x="861" y="1235"/>
                    <a:pt x="861" y="1370"/>
                  </a:cubicBezTo>
                  <a:cubicBezTo>
                    <a:pt x="861" y="1370"/>
                    <a:pt x="861" y="1370"/>
                    <a:pt x="1854" y="1370"/>
                  </a:cubicBezTo>
                  <a:cubicBezTo>
                    <a:pt x="1854" y="1370"/>
                    <a:pt x="1854" y="1370"/>
                    <a:pt x="1854" y="1370"/>
                  </a:cubicBezTo>
                  <a:cubicBezTo>
                    <a:pt x="1865" y="1370"/>
                    <a:pt x="1873" y="1377"/>
                    <a:pt x="1873" y="1388"/>
                  </a:cubicBezTo>
                  <a:cubicBezTo>
                    <a:pt x="1873" y="1388"/>
                    <a:pt x="1873" y="1388"/>
                    <a:pt x="1873" y="1455"/>
                  </a:cubicBezTo>
                  <a:cubicBezTo>
                    <a:pt x="1873" y="1466"/>
                    <a:pt x="1865" y="1474"/>
                    <a:pt x="1854" y="1474"/>
                  </a:cubicBezTo>
                  <a:cubicBezTo>
                    <a:pt x="1854" y="1474"/>
                    <a:pt x="1854" y="1474"/>
                    <a:pt x="171" y="1474"/>
                  </a:cubicBezTo>
                  <a:cubicBezTo>
                    <a:pt x="160" y="1474"/>
                    <a:pt x="152" y="1466"/>
                    <a:pt x="152" y="1455"/>
                  </a:cubicBezTo>
                  <a:cubicBezTo>
                    <a:pt x="152" y="1455"/>
                    <a:pt x="152" y="1455"/>
                    <a:pt x="152" y="1388"/>
                  </a:cubicBezTo>
                  <a:cubicBezTo>
                    <a:pt x="152" y="1377"/>
                    <a:pt x="160" y="1370"/>
                    <a:pt x="171" y="1370"/>
                  </a:cubicBezTo>
                  <a:cubicBezTo>
                    <a:pt x="171" y="1370"/>
                    <a:pt x="171" y="1370"/>
                    <a:pt x="231" y="1370"/>
                  </a:cubicBezTo>
                  <a:cubicBezTo>
                    <a:pt x="231" y="1370"/>
                    <a:pt x="231" y="1370"/>
                    <a:pt x="231" y="1235"/>
                  </a:cubicBezTo>
                  <a:cubicBezTo>
                    <a:pt x="231" y="1224"/>
                    <a:pt x="239" y="1216"/>
                    <a:pt x="250" y="1216"/>
                  </a:cubicBezTo>
                  <a:cubicBezTo>
                    <a:pt x="250" y="1216"/>
                    <a:pt x="250" y="1216"/>
                    <a:pt x="313" y="1216"/>
                  </a:cubicBezTo>
                  <a:cubicBezTo>
                    <a:pt x="313" y="1216"/>
                    <a:pt x="313" y="1198"/>
                    <a:pt x="313" y="1082"/>
                  </a:cubicBezTo>
                  <a:lnTo>
                    <a:pt x="781" y="1082"/>
                  </a:lnTo>
                  <a:close/>
                  <a:moveTo>
                    <a:pt x="1826" y="1009"/>
                  </a:moveTo>
                  <a:cubicBezTo>
                    <a:pt x="1826" y="938"/>
                    <a:pt x="1766" y="880"/>
                    <a:pt x="1693" y="880"/>
                  </a:cubicBezTo>
                  <a:cubicBezTo>
                    <a:pt x="1620" y="880"/>
                    <a:pt x="1560" y="938"/>
                    <a:pt x="1560" y="1009"/>
                  </a:cubicBezTo>
                  <a:cubicBezTo>
                    <a:pt x="1560" y="1055"/>
                    <a:pt x="1587" y="1097"/>
                    <a:pt x="1626" y="1119"/>
                  </a:cubicBezTo>
                  <a:cubicBezTo>
                    <a:pt x="1626" y="1181"/>
                    <a:pt x="1626" y="1181"/>
                    <a:pt x="1626" y="1181"/>
                  </a:cubicBezTo>
                  <a:cubicBezTo>
                    <a:pt x="1626" y="1191"/>
                    <a:pt x="1635" y="1199"/>
                    <a:pt x="1645" y="1199"/>
                  </a:cubicBezTo>
                  <a:cubicBezTo>
                    <a:pt x="1657" y="1199"/>
                    <a:pt x="1657" y="1199"/>
                    <a:pt x="1657" y="1199"/>
                  </a:cubicBezTo>
                  <a:cubicBezTo>
                    <a:pt x="1656" y="1202"/>
                    <a:pt x="1656" y="1203"/>
                    <a:pt x="1656" y="1206"/>
                  </a:cubicBezTo>
                  <a:cubicBezTo>
                    <a:pt x="1656" y="1215"/>
                    <a:pt x="1656" y="1215"/>
                    <a:pt x="1656" y="1215"/>
                  </a:cubicBezTo>
                  <a:cubicBezTo>
                    <a:pt x="1656" y="1224"/>
                    <a:pt x="1665" y="1233"/>
                    <a:pt x="1675" y="1233"/>
                  </a:cubicBezTo>
                  <a:cubicBezTo>
                    <a:pt x="1676" y="1233"/>
                    <a:pt x="1676" y="1233"/>
                    <a:pt x="1676" y="1233"/>
                  </a:cubicBezTo>
                  <a:cubicBezTo>
                    <a:pt x="1676" y="1271"/>
                    <a:pt x="1676" y="1271"/>
                    <a:pt x="1676" y="1271"/>
                  </a:cubicBezTo>
                  <a:cubicBezTo>
                    <a:pt x="1676" y="1280"/>
                    <a:pt x="1684" y="1287"/>
                    <a:pt x="1693" y="1287"/>
                  </a:cubicBezTo>
                  <a:cubicBezTo>
                    <a:pt x="1703" y="1287"/>
                    <a:pt x="1711" y="1280"/>
                    <a:pt x="1711" y="1271"/>
                  </a:cubicBezTo>
                  <a:cubicBezTo>
                    <a:pt x="1711" y="1233"/>
                    <a:pt x="1711" y="1233"/>
                    <a:pt x="1711" y="1233"/>
                  </a:cubicBezTo>
                  <a:cubicBezTo>
                    <a:pt x="1712" y="1233"/>
                    <a:pt x="1712" y="1233"/>
                    <a:pt x="1712" y="1233"/>
                  </a:cubicBezTo>
                  <a:cubicBezTo>
                    <a:pt x="1722" y="1233"/>
                    <a:pt x="1731" y="1224"/>
                    <a:pt x="1731" y="1215"/>
                  </a:cubicBezTo>
                  <a:cubicBezTo>
                    <a:pt x="1731" y="1206"/>
                    <a:pt x="1731" y="1206"/>
                    <a:pt x="1731" y="1206"/>
                  </a:cubicBezTo>
                  <a:cubicBezTo>
                    <a:pt x="1731" y="1203"/>
                    <a:pt x="1730" y="1202"/>
                    <a:pt x="1729" y="1199"/>
                  </a:cubicBezTo>
                  <a:cubicBezTo>
                    <a:pt x="1742" y="1199"/>
                    <a:pt x="1742" y="1199"/>
                    <a:pt x="1742" y="1199"/>
                  </a:cubicBezTo>
                  <a:cubicBezTo>
                    <a:pt x="1752" y="1199"/>
                    <a:pt x="1760" y="1191"/>
                    <a:pt x="1760" y="1181"/>
                  </a:cubicBezTo>
                  <a:cubicBezTo>
                    <a:pt x="1760" y="1119"/>
                    <a:pt x="1760" y="1119"/>
                    <a:pt x="1760" y="1119"/>
                  </a:cubicBezTo>
                  <a:cubicBezTo>
                    <a:pt x="1800" y="1097"/>
                    <a:pt x="1826" y="1055"/>
                    <a:pt x="1826" y="1009"/>
                  </a:cubicBezTo>
                  <a:close/>
                  <a:moveTo>
                    <a:pt x="524" y="262"/>
                  </a:moveTo>
                  <a:cubicBezTo>
                    <a:pt x="524" y="118"/>
                    <a:pt x="406" y="0"/>
                    <a:pt x="262" y="0"/>
                  </a:cubicBezTo>
                  <a:cubicBezTo>
                    <a:pt x="118" y="0"/>
                    <a:pt x="0" y="118"/>
                    <a:pt x="0" y="262"/>
                  </a:cubicBezTo>
                  <a:cubicBezTo>
                    <a:pt x="0" y="406"/>
                    <a:pt x="118" y="524"/>
                    <a:pt x="262" y="524"/>
                  </a:cubicBezTo>
                  <a:cubicBezTo>
                    <a:pt x="406" y="524"/>
                    <a:pt x="524" y="406"/>
                    <a:pt x="524" y="262"/>
                  </a:cubicBezTo>
                  <a:close/>
                  <a:moveTo>
                    <a:pt x="480" y="262"/>
                  </a:moveTo>
                  <a:cubicBezTo>
                    <a:pt x="480" y="382"/>
                    <a:pt x="382" y="480"/>
                    <a:pt x="262" y="480"/>
                  </a:cubicBezTo>
                  <a:cubicBezTo>
                    <a:pt x="142" y="480"/>
                    <a:pt x="44" y="382"/>
                    <a:pt x="44" y="262"/>
                  </a:cubicBezTo>
                  <a:cubicBezTo>
                    <a:pt x="44" y="142"/>
                    <a:pt x="142" y="44"/>
                    <a:pt x="262" y="44"/>
                  </a:cubicBezTo>
                  <a:cubicBezTo>
                    <a:pt x="382" y="44"/>
                    <a:pt x="480" y="142"/>
                    <a:pt x="480" y="262"/>
                  </a:cubicBezTo>
                  <a:close/>
                  <a:moveTo>
                    <a:pt x="1378" y="278"/>
                  </a:moveTo>
                  <a:cubicBezTo>
                    <a:pt x="1378" y="154"/>
                    <a:pt x="1277" y="53"/>
                    <a:pt x="1154" y="53"/>
                  </a:cubicBezTo>
                  <a:cubicBezTo>
                    <a:pt x="1030" y="53"/>
                    <a:pt x="929" y="154"/>
                    <a:pt x="929" y="278"/>
                  </a:cubicBezTo>
                  <a:cubicBezTo>
                    <a:pt x="929" y="401"/>
                    <a:pt x="1030" y="502"/>
                    <a:pt x="1154" y="502"/>
                  </a:cubicBezTo>
                  <a:cubicBezTo>
                    <a:pt x="1277" y="502"/>
                    <a:pt x="1378" y="401"/>
                    <a:pt x="1378" y="278"/>
                  </a:cubicBezTo>
                  <a:close/>
                  <a:moveTo>
                    <a:pt x="1334" y="278"/>
                  </a:moveTo>
                  <a:cubicBezTo>
                    <a:pt x="1334" y="377"/>
                    <a:pt x="1253" y="458"/>
                    <a:pt x="1154" y="458"/>
                  </a:cubicBezTo>
                  <a:cubicBezTo>
                    <a:pt x="1054" y="458"/>
                    <a:pt x="973" y="377"/>
                    <a:pt x="973" y="278"/>
                  </a:cubicBezTo>
                  <a:cubicBezTo>
                    <a:pt x="973" y="178"/>
                    <a:pt x="1054" y="97"/>
                    <a:pt x="1154" y="97"/>
                  </a:cubicBezTo>
                  <a:cubicBezTo>
                    <a:pt x="1253" y="97"/>
                    <a:pt x="1334" y="178"/>
                    <a:pt x="1334" y="278"/>
                  </a:cubicBezTo>
                  <a:close/>
                </a:path>
              </a:pathLst>
            </a:custGeom>
            <a:solidFill>
              <a:srgbClr val="4472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6">
              <a:extLst>
                <a:ext uri="{FF2B5EF4-FFF2-40B4-BE49-F238E27FC236}">
                  <a16:creationId xmlns:a16="http://schemas.microsoft.com/office/drawing/2014/main" xmlns="" id="{3D55FB5C-19F0-4EF7-B9A5-98B4689B52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0010" y="13481"/>
              <a:ext cx="3026" cy="1753"/>
            </a:xfrm>
            <a:custGeom>
              <a:avLst/>
              <a:gdLst>
                <a:gd name="T0" fmla="*/ 2483 w 1615"/>
                <a:gd name="T1" fmla="*/ 2865 h 935"/>
                <a:gd name="T2" fmla="*/ 2483 w 1615"/>
                <a:gd name="T3" fmla="*/ 3219 h 935"/>
                <a:gd name="T4" fmla="*/ 2419 w 1615"/>
                <a:gd name="T5" fmla="*/ 3287 h 935"/>
                <a:gd name="T6" fmla="*/ 671 w 1615"/>
                <a:gd name="T7" fmla="*/ 3287 h 935"/>
                <a:gd name="T8" fmla="*/ 603 w 1615"/>
                <a:gd name="T9" fmla="*/ 3219 h 935"/>
                <a:gd name="T10" fmla="*/ 603 w 1615"/>
                <a:gd name="T11" fmla="*/ 2865 h 935"/>
                <a:gd name="T12" fmla="*/ 671 w 1615"/>
                <a:gd name="T13" fmla="*/ 2797 h 935"/>
                <a:gd name="T14" fmla="*/ 899 w 1615"/>
                <a:gd name="T15" fmla="*/ 2797 h 935"/>
                <a:gd name="T16" fmla="*/ 459 w 1615"/>
                <a:gd name="T17" fmla="*/ 1631 h 935"/>
                <a:gd name="T18" fmla="*/ 562 w 1615"/>
                <a:gd name="T19" fmla="*/ 1639 h 935"/>
                <a:gd name="T20" fmla="*/ 1431 w 1615"/>
                <a:gd name="T21" fmla="*/ 1189 h 935"/>
                <a:gd name="T22" fmla="*/ 2205 w 1615"/>
                <a:gd name="T23" fmla="*/ 2797 h 935"/>
                <a:gd name="T24" fmla="*/ 2419 w 1615"/>
                <a:gd name="T25" fmla="*/ 2797 h 935"/>
                <a:gd name="T26" fmla="*/ 2483 w 1615"/>
                <a:gd name="T27" fmla="*/ 2865 h 935"/>
                <a:gd name="T28" fmla="*/ 1124 w 1615"/>
                <a:gd name="T29" fmla="*/ 562 h 935"/>
                <a:gd name="T30" fmla="*/ 562 w 1615"/>
                <a:gd name="T31" fmla="*/ 0 h 935"/>
                <a:gd name="T32" fmla="*/ 0 w 1615"/>
                <a:gd name="T33" fmla="*/ 562 h 935"/>
                <a:gd name="T34" fmla="*/ 562 w 1615"/>
                <a:gd name="T35" fmla="*/ 1125 h 935"/>
                <a:gd name="T36" fmla="*/ 1124 w 1615"/>
                <a:gd name="T37" fmla="*/ 562 h 935"/>
                <a:gd name="T38" fmla="*/ 4167 w 1615"/>
                <a:gd name="T39" fmla="*/ 619 h 935"/>
                <a:gd name="T40" fmla="*/ 3693 w 1615"/>
                <a:gd name="T41" fmla="*/ 144 h 935"/>
                <a:gd name="T42" fmla="*/ 3215 w 1615"/>
                <a:gd name="T43" fmla="*/ 619 h 935"/>
                <a:gd name="T44" fmla="*/ 3693 w 1615"/>
                <a:gd name="T45" fmla="*/ 1093 h 935"/>
                <a:gd name="T46" fmla="*/ 4167 w 1615"/>
                <a:gd name="T47" fmla="*/ 619 h 935"/>
                <a:gd name="T48" fmla="*/ 2833 w 1615"/>
                <a:gd name="T49" fmla="*/ 1001 h 935"/>
                <a:gd name="T50" fmla="*/ 2749 w 1615"/>
                <a:gd name="T51" fmla="*/ 619 h 935"/>
                <a:gd name="T52" fmla="*/ 2865 w 1615"/>
                <a:gd name="T53" fmla="*/ 165 h 935"/>
                <a:gd name="T54" fmla="*/ 1566 w 1615"/>
                <a:gd name="T55" fmla="*/ 152 h 935"/>
                <a:gd name="T56" fmla="*/ 1551 w 1615"/>
                <a:gd name="T57" fmla="*/ 148 h 935"/>
                <a:gd name="T58" fmla="*/ 1636 w 1615"/>
                <a:gd name="T59" fmla="*/ 562 h 935"/>
                <a:gd name="T60" fmla="*/ 1527 w 1615"/>
                <a:gd name="T61" fmla="*/ 1029 h 935"/>
                <a:gd name="T62" fmla="*/ 2833 w 1615"/>
                <a:gd name="T63" fmla="*/ 1001 h 935"/>
                <a:gd name="T64" fmla="*/ 5585 w 1615"/>
                <a:gd name="T65" fmla="*/ 2580 h 935"/>
                <a:gd name="T66" fmla="*/ 5670 w 1615"/>
                <a:gd name="T67" fmla="*/ 2587 h 935"/>
                <a:gd name="T68" fmla="*/ 4525 w 1615"/>
                <a:gd name="T69" fmla="*/ 1054 h 935"/>
                <a:gd name="T70" fmla="*/ 3834 w 1615"/>
                <a:gd name="T71" fmla="*/ 1551 h 935"/>
                <a:gd name="T72" fmla="*/ 4978 w 1615"/>
                <a:gd name="T73" fmla="*/ 3073 h 935"/>
                <a:gd name="T74" fmla="*/ 5585 w 1615"/>
                <a:gd name="T75" fmla="*/ 2580 h 93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15"/>
                <a:gd name="T115" fmla="*/ 0 h 935"/>
                <a:gd name="T116" fmla="*/ 1615 w 1615"/>
                <a:gd name="T117" fmla="*/ 935 h 93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15" h="935">
                  <a:moveTo>
                    <a:pt x="707" y="815"/>
                  </a:moveTo>
                  <a:cubicBezTo>
                    <a:pt x="707" y="815"/>
                    <a:pt x="707" y="815"/>
                    <a:pt x="707" y="916"/>
                  </a:cubicBezTo>
                  <a:cubicBezTo>
                    <a:pt x="707" y="927"/>
                    <a:pt x="700" y="935"/>
                    <a:pt x="689" y="935"/>
                  </a:cubicBezTo>
                  <a:cubicBezTo>
                    <a:pt x="689" y="935"/>
                    <a:pt x="689" y="935"/>
                    <a:pt x="191" y="935"/>
                  </a:cubicBezTo>
                  <a:cubicBezTo>
                    <a:pt x="180" y="935"/>
                    <a:pt x="172" y="927"/>
                    <a:pt x="172" y="916"/>
                  </a:cubicBezTo>
                  <a:cubicBezTo>
                    <a:pt x="172" y="916"/>
                    <a:pt x="172" y="916"/>
                    <a:pt x="172" y="815"/>
                  </a:cubicBezTo>
                  <a:cubicBezTo>
                    <a:pt x="172" y="804"/>
                    <a:pt x="180" y="796"/>
                    <a:pt x="191" y="796"/>
                  </a:cubicBezTo>
                  <a:cubicBezTo>
                    <a:pt x="191" y="796"/>
                    <a:pt x="191" y="796"/>
                    <a:pt x="256" y="796"/>
                  </a:cubicBezTo>
                  <a:cubicBezTo>
                    <a:pt x="256" y="796"/>
                    <a:pt x="243" y="760"/>
                    <a:pt x="131" y="464"/>
                  </a:cubicBezTo>
                  <a:cubicBezTo>
                    <a:pt x="141" y="465"/>
                    <a:pt x="150" y="466"/>
                    <a:pt x="160" y="466"/>
                  </a:cubicBezTo>
                  <a:cubicBezTo>
                    <a:pt x="262" y="466"/>
                    <a:pt x="353" y="415"/>
                    <a:pt x="408" y="338"/>
                  </a:cubicBezTo>
                  <a:cubicBezTo>
                    <a:pt x="426" y="376"/>
                    <a:pt x="479" y="486"/>
                    <a:pt x="628" y="796"/>
                  </a:cubicBezTo>
                  <a:cubicBezTo>
                    <a:pt x="628" y="796"/>
                    <a:pt x="628" y="796"/>
                    <a:pt x="689" y="796"/>
                  </a:cubicBezTo>
                  <a:cubicBezTo>
                    <a:pt x="700" y="796"/>
                    <a:pt x="707" y="804"/>
                    <a:pt x="707" y="815"/>
                  </a:cubicBezTo>
                  <a:close/>
                  <a:moveTo>
                    <a:pt x="320" y="160"/>
                  </a:moveTo>
                  <a:cubicBezTo>
                    <a:pt x="320" y="72"/>
                    <a:pt x="248" y="0"/>
                    <a:pt x="160" y="0"/>
                  </a:cubicBezTo>
                  <a:cubicBezTo>
                    <a:pt x="72" y="0"/>
                    <a:pt x="0" y="72"/>
                    <a:pt x="0" y="160"/>
                  </a:cubicBezTo>
                  <a:cubicBezTo>
                    <a:pt x="0" y="248"/>
                    <a:pt x="72" y="320"/>
                    <a:pt x="160" y="320"/>
                  </a:cubicBezTo>
                  <a:cubicBezTo>
                    <a:pt x="248" y="320"/>
                    <a:pt x="320" y="248"/>
                    <a:pt x="320" y="160"/>
                  </a:cubicBezTo>
                  <a:close/>
                  <a:moveTo>
                    <a:pt x="1187" y="176"/>
                  </a:moveTo>
                  <a:cubicBezTo>
                    <a:pt x="1187" y="101"/>
                    <a:pt x="1126" y="41"/>
                    <a:pt x="1052" y="41"/>
                  </a:cubicBezTo>
                  <a:cubicBezTo>
                    <a:pt x="977" y="41"/>
                    <a:pt x="916" y="101"/>
                    <a:pt x="916" y="176"/>
                  </a:cubicBezTo>
                  <a:cubicBezTo>
                    <a:pt x="916" y="250"/>
                    <a:pt x="977" y="311"/>
                    <a:pt x="1052" y="311"/>
                  </a:cubicBezTo>
                  <a:cubicBezTo>
                    <a:pt x="1126" y="311"/>
                    <a:pt x="1187" y="250"/>
                    <a:pt x="1187" y="176"/>
                  </a:cubicBezTo>
                  <a:close/>
                  <a:moveTo>
                    <a:pt x="807" y="285"/>
                  </a:moveTo>
                  <a:cubicBezTo>
                    <a:pt x="792" y="252"/>
                    <a:pt x="783" y="215"/>
                    <a:pt x="783" y="176"/>
                  </a:cubicBezTo>
                  <a:cubicBezTo>
                    <a:pt x="783" y="129"/>
                    <a:pt x="795" y="85"/>
                    <a:pt x="816" y="47"/>
                  </a:cubicBezTo>
                  <a:cubicBezTo>
                    <a:pt x="446" y="43"/>
                    <a:pt x="446" y="43"/>
                    <a:pt x="446" y="43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57" y="79"/>
                    <a:pt x="466" y="118"/>
                    <a:pt x="466" y="160"/>
                  </a:cubicBezTo>
                  <a:cubicBezTo>
                    <a:pt x="466" y="208"/>
                    <a:pt x="455" y="253"/>
                    <a:pt x="435" y="293"/>
                  </a:cubicBezTo>
                  <a:cubicBezTo>
                    <a:pt x="650" y="289"/>
                    <a:pt x="756" y="286"/>
                    <a:pt x="807" y="285"/>
                  </a:cubicBezTo>
                  <a:close/>
                  <a:moveTo>
                    <a:pt x="1591" y="734"/>
                  </a:moveTo>
                  <a:cubicBezTo>
                    <a:pt x="1599" y="734"/>
                    <a:pt x="1607" y="735"/>
                    <a:pt x="1615" y="736"/>
                  </a:cubicBezTo>
                  <a:cubicBezTo>
                    <a:pt x="1417" y="472"/>
                    <a:pt x="1327" y="351"/>
                    <a:pt x="1289" y="300"/>
                  </a:cubicBezTo>
                  <a:cubicBezTo>
                    <a:pt x="1250" y="374"/>
                    <a:pt x="1178" y="428"/>
                    <a:pt x="1092" y="441"/>
                  </a:cubicBezTo>
                  <a:cubicBezTo>
                    <a:pt x="1307" y="727"/>
                    <a:pt x="1388" y="835"/>
                    <a:pt x="1418" y="874"/>
                  </a:cubicBezTo>
                  <a:cubicBezTo>
                    <a:pt x="1433" y="795"/>
                    <a:pt x="1505" y="734"/>
                    <a:pt x="1591" y="734"/>
                  </a:cubicBezTo>
                  <a:close/>
                </a:path>
              </a:pathLst>
            </a:custGeom>
            <a:solidFill>
              <a:srgbClr val="44546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248797-6D1B-407C-8654-9C785CEE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anose="020B0604020202020204" pitchFamily="34" charset="0"/>
              </a:rPr>
              <a:t>National e-Governance Plan in Agriculture 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anose="020B0604020202020204" pitchFamily="34" charset="0"/>
              </a:rPr>
              <a:t>NeGP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anose="020B0604020202020204" pitchFamily="34" charset="0"/>
              </a:rPr>
              <a:t>-A)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Arial" panose="020B0604020202020204" pitchFamily="34" charset="0"/>
              </a:rPr>
            </a:b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7419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D52A7B-5C68-43B9-8531-7F985CF9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accent6"/>
                </a:solidFill>
              </a:rPr>
              <a:t>Project Sanction under National e-Governance Plan in Agriculture(NeGPA) during the last 3 years and the Utilization by the State 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xmlns="" id="{5568B0EC-F167-4F17-89CD-3F7BEEB187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831481504"/>
              </p:ext>
            </p:extLst>
          </p:nvPr>
        </p:nvGraphicFramePr>
        <p:xfrm>
          <a:off x="1" y="987861"/>
          <a:ext cx="12192000" cy="6368154"/>
        </p:xfrm>
        <a:graphic>
          <a:graphicData uri="http://schemas.openxmlformats.org/drawingml/2006/table">
            <a:tbl>
              <a:tblPr firstRow="1" bandRow="1"/>
              <a:tblGrid>
                <a:gridCol w="3106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763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96069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0330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96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94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39345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53839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90226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S.No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Name of the 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Year of Sanction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Total Project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Amount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released (Rs. In </a:t>
                      </a:r>
                      <a:r>
                        <a:rPr lang="en-US" sz="1050" baseline="0" dirty="0" err="1">
                          <a:solidFill>
                            <a:sysClr val="windowText" lastClr="000000"/>
                          </a:solidFill>
                        </a:rPr>
                        <a:t>lakhs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Utilization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 as per the UC received </a:t>
                      </a:r>
                      <a:r>
                        <a:rPr lang="en-US" sz="1050" baseline="0" dirty="0" err="1">
                          <a:solidFill>
                            <a:sysClr val="windowText" lastClr="000000"/>
                          </a:solidFill>
                        </a:rPr>
                        <a:t>w.r.t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. released amount ( %)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kern="1200" baseline="0" dirty="0">
                          <a:solidFill>
                            <a:sysClr val="windowText" lastClr="000000"/>
                          </a:solidFill>
                          <a:latin typeface="Century Gothic"/>
                          <a:ea typeface="+mn-ea"/>
                          <a:cs typeface="+mn-cs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825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Arunachal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Pradesh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just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Resilient Supply Chain for Agricultural Crops 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2020-21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81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81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Project Completed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1974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Developing </a:t>
                      </a: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a resilient Agriculture /Farm Produce Supply Chain System Leveraging Digitalization in Arunachal Pradesh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270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68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Project Completed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825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Bihar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just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Digital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Package of Practices for Major Crops and Automation Technique in Irrigation in State Seed Multiplication Farms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2020-21</a:t>
                      </a:r>
                    </a:p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354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354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UCs/Progress report not submitted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825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Meghalaya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just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Crop Pest Surveillance and Advisory Project (CROPSAP)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2020-21</a:t>
                      </a:r>
                    </a:p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63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63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Project Completed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37265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Creation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of F</a:t>
                      </a: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armers database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33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UCs/Progress report not submitted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8825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Uttar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Pradesh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UAV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for Agriculture Applications,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Soil Health Monitoring Integrated system and Automated Fire Alert System for Crop Residue Burning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2020-21</a:t>
                      </a:r>
                    </a:p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121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121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71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Partial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ly UCs received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15804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 err="1">
                          <a:solidFill>
                            <a:sysClr val="windowText" lastClr="000000"/>
                          </a:solidFill>
                        </a:rPr>
                        <a:t>Telangana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05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)Crop Monitoring(ii)Automated irrigation Systems(iii) Fertilizer Calculation(iv)Automated Farm Operation (v)Traceability from seeds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2020-21</a:t>
                      </a:r>
                    </a:p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186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186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Project Completed</a:t>
                      </a:r>
                    </a:p>
                    <a:p>
                      <a:pPr algn="l"/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8825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 err="1">
                          <a:solidFill>
                            <a:sysClr val="windowText" lastClr="000000"/>
                          </a:solidFill>
                        </a:rPr>
                        <a:t>Odisha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Creation of Farmer Database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2020-21</a:t>
                      </a:r>
                    </a:p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178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178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Project Completed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37265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Phase II of </a:t>
                      </a:r>
                      <a:r>
                        <a:rPr lang="en-US" sz="1050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Krushak</a:t>
                      </a: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database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165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41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UCs/Progress report not submitted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15804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Punjab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05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)Development of Crop and Soil Digital Algorithms for Crop Growth Monitoring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(ii)Precision irrigation in major cropping systems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2020-21</a:t>
                      </a:r>
                    </a:p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58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Partial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ly UCs received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8825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Estimation of Groundwater Unit Draft and Water</a:t>
                      </a:r>
                      <a:r>
                        <a:rPr lang="en-US" sz="1050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Budgeting in Different Agro-climatic Regions of </a:t>
                      </a:r>
                      <a:r>
                        <a:rPr lang="en-US" sz="1050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Puniab</a:t>
                      </a:r>
                      <a:endParaRPr lang="en-US" sz="105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205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51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UCs/Progress report not submitted</a:t>
                      </a:r>
                    </a:p>
                    <a:p>
                      <a:pPr algn="r"/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8825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Assam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e-project on ML based Crop Health Check up for paddy crops.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2020-21</a:t>
                      </a:r>
                    </a:p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134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134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Partial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ly UCs received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8825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Andhra Pradesh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Gap Analysis &amp; proposed solution to overcome the gaps in existing system for integration digital transformation &amp; seamless process flow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2020-21</a:t>
                      </a:r>
                    </a:p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426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426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Project Completed</a:t>
                      </a:r>
                    </a:p>
                    <a:p>
                      <a:pPr algn="l"/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690226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Gap Analysis &amp; proposed solution to overcome the gaps in existing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system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2667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667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submitted for central share only. State has been </a:t>
                      </a:r>
                      <a:r>
                        <a:rPr lang="en-US" sz="1050" baseline="0" dirty="0" err="1">
                          <a:solidFill>
                            <a:sysClr val="windowText" lastClr="000000"/>
                          </a:solidFill>
                        </a:rPr>
                        <a:t>requsted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to transfer the state share for release of next installment.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91548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D9E887-594F-45C2-882F-E051DE65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accent6"/>
                </a:solidFill>
              </a:rPr>
              <a:t>Project Sanction under National e-Governance Plan in Agriculture(NeGPA) during the last 3 years and the Utilization by the State (contd..)</a:t>
            </a:r>
            <a:endParaRPr lang="en-GB" sz="2400" b="1" dirty="0">
              <a:solidFill>
                <a:schemeClr val="accent6"/>
              </a:solidFill>
            </a:endParaRP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xmlns="" id="{8002E55F-691B-4DA7-B69E-EE41664FF1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121142205"/>
              </p:ext>
            </p:extLst>
          </p:nvPr>
        </p:nvGraphicFramePr>
        <p:xfrm>
          <a:off x="609601" y="1029684"/>
          <a:ext cx="11377352" cy="5789474"/>
        </p:xfrm>
        <a:graphic>
          <a:graphicData uri="http://schemas.openxmlformats.org/drawingml/2006/table">
            <a:tbl>
              <a:tblPr firstRow="1" bandRow="1"/>
              <a:tblGrid>
                <a:gridCol w="3596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941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955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597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94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3982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2989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47966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878306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 err="1">
                          <a:solidFill>
                            <a:sysClr val="windowText" lastClr="000000"/>
                          </a:solidFill>
                        </a:rPr>
                        <a:t>S.No</a:t>
                      </a: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State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Name of the Project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Year of Sanction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Total Project Cost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Amount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released (Rs. In </a:t>
                      </a:r>
                      <a:r>
                        <a:rPr lang="en-US" sz="1050" baseline="0" dirty="0" err="1">
                          <a:solidFill>
                            <a:sysClr val="windowText" lastClr="000000"/>
                          </a:solidFill>
                        </a:rPr>
                        <a:t>lakhs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b="1" kern="1200">
                          <a:solidFill>
                            <a:schemeClr val="lt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Utilization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 as per the UC received ( %)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baseline="0" dirty="0">
                          <a:solidFill>
                            <a:sysClr val="windowText" lastClr="000000"/>
                          </a:solidFill>
                          <a:latin typeface="Century Gothic"/>
                          <a:ea typeface="+mn-ea"/>
                          <a:cs typeface="+mn-cs"/>
                        </a:rPr>
                        <a:t>Remarks</a:t>
                      </a:r>
                    </a:p>
                    <a:p>
                      <a:pPr algn="ctr"/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537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Madhya Pradesh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05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)Precision Farming and (ii)Ground water 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Availability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2020-21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283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191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57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Partial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UCs received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r"/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3017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Sikkim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Sikkim Agriculture Resource and Management System (ARMS)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251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155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43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for 3</a:t>
                      </a:r>
                      <a:r>
                        <a:rPr lang="en-US" sz="1050" baseline="30000" dirty="0">
                          <a:solidFill>
                            <a:sysClr val="windowText" lastClr="000000"/>
                          </a:solidFill>
                        </a:rPr>
                        <a:t>rd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installment not received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537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 err="1">
                          <a:solidFill>
                            <a:sysClr val="windowText" lastClr="000000"/>
                          </a:solidFill>
                        </a:rPr>
                        <a:t>Uttarakhand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1.computerize reporting of Agricultural Statistics Land Use Statistics and Area under different crops right from village level to State level</a:t>
                      </a:r>
                    </a:p>
                  </a:txBody>
                  <a:tcPr marL="114300" marR="11430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57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UCs/Progress report not submitted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537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Nagaland 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Soil &amp; Water Resource Management, Meteorological Analysis &amp; Forecasting System using Remote Sensing, GIS mapping, Drone and Emerging Technologies.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1097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452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41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Partial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ly UCs received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3017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Tamil Nadu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creation of Unified Farmers Database and building layers or solutions over the Farmers Database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257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161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Release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of 3</a:t>
                      </a:r>
                      <a:r>
                        <a:rPr lang="en-US" sz="1050" baseline="30000" dirty="0">
                          <a:solidFill>
                            <a:sysClr val="windowText" lastClr="000000"/>
                          </a:solidFill>
                        </a:rPr>
                        <a:t>rd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installment is in process.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0537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Mizoram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Geospatial Analytics &amp; Decision Support for agriculture Development in Mizoram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  <a:p>
                      <a:pPr algn="ctr"/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36.08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UCs/Progress report not submitted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537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Haryana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 of Emerging Technologies in Agriculture Sector in Haryana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2021-22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497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127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UCs/Progress report not submitted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537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Himachal</a:t>
                      </a:r>
                      <a:r>
                        <a:rPr lang="en-US" sz="1050" baseline="0" dirty="0">
                          <a:solidFill>
                            <a:sysClr val="windowText" lastClr="000000"/>
                          </a:solidFill>
                        </a:rPr>
                        <a:t> Pradesh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Project proposal for setup of ICT Infrastructure Requirements in the Department of Agriculture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2022-23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1188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297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UCs/Progress report not submitted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720662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Tripura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Centralized farmer database, Direct benefit transfer, Precision farming, Integrated Information Ecosystem, Use of AI/ ML and </a:t>
                      </a:r>
                      <a:r>
                        <a:rPr lang="en-US" sz="1050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Blockchain</a:t>
                      </a: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technologies, Capacity Building of Employees, Digital Soil Health Card App, SSO Integrated Platform, Farmer Producer Organization (FPO) Portal etc.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2022-23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756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189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UCs/Progress report not submitted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63017"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r>
                        <a:rPr lang="en-US" sz="1050" dirty="0" err="1">
                          <a:solidFill>
                            <a:sysClr val="windowText" lastClr="000000"/>
                          </a:solidFill>
                        </a:rPr>
                        <a:t>Puducherry</a:t>
                      </a:r>
                      <a:endParaRPr 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just"/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Project proposal for setup of  Intelligent Agriculture Advisory System(</a:t>
                      </a:r>
                      <a:r>
                        <a:rPr lang="en-US" sz="1050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5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-AAS), Robotic Control Tissue culture(RCTC) and real time irrigation management system(RIMS)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2022-23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225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1pPr>
                      <a:lvl2pPr marL="4569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2pPr>
                      <a:lvl3pPr marL="913943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3pPr>
                      <a:lvl4pPr marL="1370914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4pPr>
                      <a:lvl5pPr marL="1827886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5pPr>
                      <a:lvl6pPr marL="2284857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6pPr>
                      <a:lvl7pPr marL="2741828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7pPr>
                      <a:lvl8pPr marL="3198800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8pPr>
                      <a:lvl9pPr marL="3655771" algn="l" defTabSz="913943" rtl="0" eaLnBrk="1" latinLnBrk="0" hangingPunct="1">
                        <a:defRPr sz="1799" kern="1200">
                          <a:solidFill>
                            <a:schemeClr val="dk1"/>
                          </a:solidFill>
                          <a:latin typeface="Century Gothic"/>
                        </a:defRPr>
                      </a:lvl9pPr>
                    </a:lstStyle>
                    <a:p>
                      <a:pPr algn="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UCs/Progress report not submitted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20098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2B04062B-FB2D-4C1F-83D4-BC7F9F8F1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4640"/>
            <a:ext cx="10972800" cy="590400"/>
          </a:xfrm>
        </p:spPr>
        <p:txBody>
          <a:bodyPr/>
          <a:lstStyle/>
          <a:p>
            <a:r>
              <a:rPr lang="en-IN" sz="2800" b="1" dirty="0">
                <a:solidFill>
                  <a:schemeClr val="accent6"/>
                </a:solidFill>
              </a:rPr>
              <a:t>Challenges in the implementation of NeGP-A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A681B28C-ED1E-48D4-8A04-A87EE4F8594D}"/>
              </a:ext>
            </a:extLst>
          </p:cNvPr>
          <p:cNvSpPr txBox="1">
            <a:spLocks/>
          </p:cNvSpPr>
          <p:nvPr/>
        </p:nvSpPr>
        <p:spPr>
          <a:xfrm>
            <a:off x="609600" y="955040"/>
            <a:ext cx="10972800" cy="4947920"/>
          </a:xfrm>
          <a:prstGeom prst="rect">
            <a:avLst/>
          </a:prstGeom>
        </p:spPr>
        <p:txBody>
          <a:bodyPr/>
          <a:lstStyle>
            <a:lvl1pPr marL="356438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9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2875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7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313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5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5751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3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2188" indent="-356438" algn="l" defTabSz="913943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199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3343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314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286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257" indent="-228486" algn="l" defTabSz="91394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bg2"/>
              </a:buClr>
              <a:buFont typeface="Wingdings" pitchFamily="2" charset="2"/>
              <a:buChar char="q"/>
            </a:pPr>
            <a:r>
              <a:rPr lang="en-IN" sz="2400" dirty="0">
                <a:latin typeface="+mj-lt"/>
              </a:rPr>
              <a:t>Delay in submission of proposals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itchFamily="2" charset="2"/>
              <a:buChar char="q"/>
            </a:pPr>
            <a:r>
              <a:rPr lang="en-IN" sz="2400" dirty="0">
                <a:latin typeface="+mj-lt"/>
              </a:rPr>
              <a:t>Delay in completion of the approved projects in the same financial year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itchFamily="2" charset="2"/>
              <a:buChar char="q"/>
            </a:pPr>
            <a:r>
              <a:rPr lang="en-IN" sz="2400" dirty="0">
                <a:latin typeface="+mj-lt"/>
              </a:rPr>
              <a:t>Delay in the transfer of state share to the SNA account and updating the same by the State PFMS team</a:t>
            </a:r>
          </a:p>
          <a:p>
            <a:pPr>
              <a:buClr>
                <a:schemeClr val="bg2"/>
              </a:buClr>
              <a:buFont typeface="Wingdings" pitchFamily="2" charset="2"/>
              <a:buChar char="q"/>
            </a:pPr>
            <a:r>
              <a:rPr lang="en-IN" sz="2400" dirty="0">
                <a:latin typeface="+mj-lt"/>
              </a:rPr>
              <a:t>Submission of new proposals by the State Govt without completing the already sanctioned proposals. </a:t>
            </a:r>
          </a:p>
          <a:p>
            <a:pPr lvl="2">
              <a:buClr>
                <a:schemeClr val="bg2"/>
              </a:buClr>
              <a:buFont typeface="Wingdings" pitchFamily="2" charset="2"/>
              <a:buChar char="q"/>
            </a:pPr>
            <a:r>
              <a:rPr lang="en-IN" sz="2000" dirty="0">
                <a:latin typeface="+mj-lt"/>
              </a:rPr>
              <a:t>As per the new directives, multiple proposals will only be considered provided the State has completed more than 75% of the work w.r.t the funds released for the project in the preceding year 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687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AF7AA2B-E2AE-48BD-9B06-03516524C688}"/>
              </a:ext>
            </a:extLst>
          </p:cNvPr>
          <p:cNvSpPr txBox="1"/>
          <p:nvPr/>
        </p:nvSpPr>
        <p:spPr>
          <a:xfrm>
            <a:off x="2846433" y="2512261"/>
            <a:ext cx="6716582" cy="1541191"/>
          </a:xfrm>
          <a:prstGeom prst="rect">
            <a:avLst/>
          </a:prstGeom>
          <a:solidFill>
            <a:schemeClr val="tx1"/>
          </a:solidFill>
        </p:spPr>
        <p:txBody>
          <a:bodyPr wrap="none" lIns="0" tIns="36576" rIns="0" bIns="0" rtlCol="0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115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xmlns="" val="77620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hlinkClick r:id="" action="ppaction://noaction"/>
            <a:extLst>
              <a:ext uri="{FF2B5EF4-FFF2-40B4-BE49-F238E27FC236}">
                <a16:creationId xmlns:a16="http://schemas.microsoft.com/office/drawing/2014/main" xmlns="" id="{87DF2A7A-7BD2-1A95-A4CF-8E1AF8C3D62A}"/>
              </a:ext>
            </a:extLst>
          </p:cNvPr>
          <p:cNvSpPr/>
          <p:nvPr/>
        </p:nvSpPr>
        <p:spPr>
          <a:xfrm>
            <a:off x="163976" y="555046"/>
            <a:ext cx="2871462" cy="2534193"/>
          </a:xfrm>
          <a:prstGeom prst="roundRect">
            <a:avLst>
              <a:gd name="adj" fmla="val 9346"/>
            </a:avLst>
          </a:prstGeom>
          <a:noFill/>
          <a:ln w="9525">
            <a:solidFill>
              <a:schemeClr val="tx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1" i="0" u="none" strike="noStrike" kern="1200" cap="none" spc="0" normalizeH="0" baseline="0" noProof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PM KISAN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PMFBY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AIF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KCC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Fertilizer subsidy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PMKSY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xmlns="" id="{0FA134E8-BDDF-0382-00BE-CE612EF3F5C8}"/>
              </a:ext>
            </a:extLst>
          </p:cNvPr>
          <p:cNvSpPr/>
          <p:nvPr/>
        </p:nvSpPr>
        <p:spPr>
          <a:xfrm>
            <a:off x="159079" y="526551"/>
            <a:ext cx="2871462" cy="68106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Central Government Schemes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D9EE9D91-CE41-C22A-55D5-D765E73080D7}"/>
              </a:ext>
            </a:extLst>
          </p:cNvPr>
          <p:cNvGrpSpPr/>
          <p:nvPr/>
        </p:nvGrpSpPr>
        <p:grpSpPr>
          <a:xfrm>
            <a:off x="4654258" y="1628077"/>
            <a:ext cx="2871462" cy="2871462"/>
            <a:chOff x="4660269" y="1171807"/>
            <a:chExt cx="2871462" cy="287146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xmlns="" id="{1DA45489-DC5F-4D29-851F-49D03AC8CF0F}"/>
                </a:ext>
              </a:extLst>
            </p:cNvPr>
            <p:cNvSpPr/>
            <p:nvPr/>
          </p:nvSpPr>
          <p:spPr>
            <a:xfrm>
              <a:off x="4660269" y="1171807"/>
              <a:ext cx="2871462" cy="2871462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xmlns="" id="{FE78C22B-768A-4A24-AA2F-02AFA266D2A4}"/>
                </a:ext>
              </a:extLst>
            </p:cNvPr>
            <p:cNvSpPr/>
            <p:nvPr/>
          </p:nvSpPr>
          <p:spPr>
            <a:xfrm>
              <a:off x="4981614" y="1491046"/>
              <a:ext cx="2228771" cy="2232983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xmlns="" id="{16F9B7AC-B902-46CD-B905-9BE11531D0F1}"/>
                </a:ext>
              </a:extLst>
            </p:cNvPr>
            <p:cNvSpPr/>
            <p:nvPr/>
          </p:nvSpPr>
          <p:spPr>
            <a:xfrm>
              <a:off x="5322915" y="1834454"/>
              <a:ext cx="1546170" cy="1546170"/>
            </a:xfrm>
            <a:prstGeom prst="ellipse">
              <a:avLst/>
            </a:prstGeom>
            <a:solidFill>
              <a:srgbClr val="CEF4F3"/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467B482-F6DF-2E55-4108-ADBDB6C7E032}"/>
              </a:ext>
            </a:extLst>
          </p:cNvPr>
          <p:cNvSpPr txBox="1"/>
          <p:nvPr/>
        </p:nvSpPr>
        <p:spPr>
          <a:xfrm>
            <a:off x="5695078" y="3882838"/>
            <a:ext cx="771413" cy="193899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CONSENT</a:t>
            </a:r>
            <a:endParaRPr kumimoji="0" lang="en-IN" sz="1200" b="1" i="0" u="none" strike="noStrike" kern="1200" cap="none" spc="0" normalizeH="0" baseline="0" noProof="0" err="1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A1979CD-FF75-25A7-1610-1BD58EB90B7F}"/>
              </a:ext>
            </a:extLst>
          </p:cNvPr>
          <p:cNvSpPr txBox="1"/>
          <p:nvPr/>
        </p:nvSpPr>
        <p:spPr>
          <a:xfrm>
            <a:off x="5769809" y="4259693"/>
            <a:ext cx="640360" cy="198830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UFSI</a:t>
            </a:r>
            <a:endParaRPr kumimoji="0" lang="en-IN" sz="1200" b="1" i="0" u="none" strike="noStrike" kern="1200" cap="none" spc="0" normalizeH="0" baseline="0" noProof="0" err="1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27" name="Rectangle: Rounded Corners 26">
            <a:hlinkClick r:id="" action="ppaction://noaction"/>
            <a:extLst>
              <a:ext uri="{FF2B5EF4-FFF2-40B4-BE49-F238E27FC236}">
                <a16:creationId xmlns:a16="http://schemas.microsoft.com/office/drawing/2014/main" xmlns="" id="{15EEFBA7-26F1-E245-5E81-64D71F881452}"/>
              </a:ext>
            </a:extLst>
          </p:cNvPr>
          <p:cNvSpPr/>
          <p:nvPr/>
        </p:nvSpPr>
        <p:spPr>
          <a:xfrm>
            <a:off x="160237" y="4106712"/>
            <a:ext cx="2871462" cy="2610202"/>
          </a:xfrm>
          <a:prstGeom prst="roundRect">
            <a:avLst>
              <a:gd name="adj" fmla="val 19094"/>
            </a:avLst>
          </a:prstGeom>
          <a:solidFill>
            <a:schemeClr val="tx1"/>
          </a:solidFill>
          <a:ln w="9525">
            <a:solidFill>
              <a:schemeClr val="tx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800" b="0" i="0" u="none" strike="sng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ICCC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Krishi DSS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eNAM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mKisan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IPMS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NPSS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Seed traceability system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Kisan Call Centre</a:t>
            </a: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xmlns="" id="{DBFD21F7-B745-8312-4EF0-4944E3FE950D}"/>
              </a:ext>
            </a:extLst>
          </p:cNvPr>
          <p:cNvSpPr/>
          <p:nvPr/>
        </p:nvSpPr>
        <p:spPr>
          <a:xfrm>
            <a:off x="164403" y="4078216"/>
            <a:ext cx="2871462" cy="68106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Central Government Systems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29" name="Rectangle: Rounded Corners 28">
            <a:hlinkClick r:id="" action="ppaction://noaction"/>
            <a:extLst>
              <a:ext uri="{FF2B5EF4-FFF2-40B4-BE49-F238E27FC236}">
                <a16:creationId xmlns:a16="http://schemas.microsoft.com/office/drawing/2014/main" xmlns="" id="{E3C41B55-A7D9-EF6C-BCB3-EA4FEBADC425}"/>
              </a:ext>
            </a:extLst>
          </p:cNvPr>
          <p:cNvSpPr/>
          <p:nvPr/>
        </p:nvSpPr>
        <p:spPr>
          <a:xfrm>
            <a:off x="9137799" y="4105231"/>
            <a:ext cx="2871462" cy="2610201"/>
          </a:xfrm>
          <a:prstGeom prst="roundRect">
            <a:avLst>
              <a:gd name="adj" fmla="val 16230"/>
            </a:avLst>
          </a:prstGeom>
          <a:solidFill>
            <a:schemeClr val="tx1"/>
          </a:solidFill>
          <a:ln w="9525">
            <a:solidFill>
              <a:schemeClr val="tx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UP FPO Shakti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FRUITS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i-Khedut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e-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Karshak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e-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Adangal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MahaDBT MahaAgriTech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ICCC Odisha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DB757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31" name="Rectangle: Rounded Corners 30">
            <a:hlinkClick r:id="" action="ppaction://noaction"/>
            <a:extLst>
              <a:ext uri="{FF2B5EF4-FFF2-40B4-BE49-F238E27FC236}">
                <a16:creationId xmlns:a16="http://schemas.microsoft.com/office/drawing/2014/main" xmlns="" id="{D70045CA-C1A4-5CAC-A8E8-B2E0937FA812}"/>
              </a:ext>
            </a:extLst>
          </p:cNvPr>
          <p:cNvSpPr/>
          <p:nvPr/>
        </p:nvSpPr>
        <p:spPr>
          <a:xfrm>
            <a:off x="9147190" y="555046"/>
            <a:ext cx="2871462" cy="2534193"/>
          </a:xfrm>
          <a:prstGeom prst="roundRect">
            <a:avLst>
              <a:gd name="adj" fmla="val 8649"/>
            </a:avLst>
          </a:prstGeom>
          <a:noFill/>
          <a:ln w="9525">
            <a:solidFill>
              <a:schemeClr val="tx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KALIA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Uttarakhand Farm Loan Scheme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Rythu Bandhu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Krishi Abhiyaana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GMKBY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1024" name="Rectangle: Top Corners Rounded 1023">
            <a:extLst>
              <a:ext uri="{FF2B5EF4-FFF2-40B4-BE49-F238E27FC236}">
                <a16:creationId xmlns:a16="http://schemas.microsoft.com/office/drawing/2014/main" xmlns="" id="{A0C1EBCE-5D70-0620-CCAA-7864EC6EB056}"/>
              </a:ext>
            </a:extLst>
          </p:cNvPr>
          <p:cNvSpPr/>
          <p:nvPr/>
        </p:nvSpPr>
        <p:spPr>
          <a:xfrm>
            <a:off x="9149437" y="526551"/>
            <a:ext cx="2871462" cy="68106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State Government Schemes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graphicFrame>
        <p:nvGraphicFramePr>
          <p:cNvPr id="1062" name="Diagram 1061">
            <a:extLst>
              <a:ext uri="{FF2B5EF4-FFF2-40B4-BE49-F238E27FC236}">
                <a16:creationId xmlns:a16="http://schemas.microsoft.com/office/drawing/2014/main" xmlns="" id="{FBE381F4-64CA-E879-AC6E-7815C2127803}"/>
              </a:ext>
            </a:extLst>
          </p:cNvPr>
          <p:cNvGraphicFramePr/>
          <p:nvPr/>
        </p:nvGraphicFramePr>
        <p:xfrm>
          <a:off x="5221568" y="2669236"/>
          <a:ext cx="1718434" cy="1145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63" name="TextBox 1062">
            <a:extLst>
              <a:ext uri="{FF2B5EF4-FFF2-40B4-BE49-F238E27FC236}">
                <a16:creationId xmlns:a16="http://schemas.microsoft.com/office/drawing/2014/main" xmlns="" id="{BCB688B5-B572-AA39-A666-EE153085BA0B}"/>
              </a:ext>
            </a:extLst>
          </p:cNvPr>
          <p:cNvSpPr txBox="1"/>
          <p:nvPr/>
        </p:nvSpPr>
        <p:spPr>
          <a:xfrm>
            <a:off x="5507722" y="2449176"/>
            <a:ext cx="1155144" cy="220060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rPr>
              <a:t>REGISTRIES</a:t>
            </a:r>
            <a:endParaRPr kumimoji="0" lang="en-IN" sz="1200" b="1" i="0" u="none" strike="noStrike" kern="1200" cap="none" spc="0" normalizeH="0" baseline="0" noProof="0" err="1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" panose="02000503020000020004" pitchFamily="2" charset="0"/>
              <a:ea typeface="+mn-ea"/>
              <a:cs typeface="+mn-cs"/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xmlns="" id="{62407BE8-8926-91B9-4E8B-3834EF6FC94E}"/>
              </a:ext>
            </a:extLst>
          </p:cNvPr>
          <p:cNvSpPr/>
          <p:nvPr/>
        </p:nvSpPr>
        <p:spPr>
          <a:xfrm>
            <a:off x="9140046" y="4076736"/>
            <a:ext cx="2871462" cy="68106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92D0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State Government Systems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xmlns="" id="{38A1DC76-CA25-4C10-9578-AA15F61C9B46}"/>
              </a:ext>
            </a:extLst>
          </p:cNvPr>
          <p:cNvSpPr txBox="1">
            <a:spLocks/>
          </p:cNvSpPr>
          <p:nvPr/>
        </p:nvSpPr>
        <p:spPr>
          <a:xfrm>
            <a:off x="3007181" y="493502"/>
            <a:ext cx="6191427" cy="1037836"/>
          </a:xfrm>
          <a:prstGeom prst="rect">
            <a:avLst/>
          </a:prstGeom>
          <a:noFill/>
        </p:spPr>
        <p:txBody>
          <a:bodyPr/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ctr" defTabSz="913943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399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" panose="02000503020000020004" pitchFamily="2" charset="0"/>
                <a:ea typeface="+mj-ea"/>
                <a:cs typeface="Arial" pitchFamily="34" charset="0"/>
              </a:rPr>
              <a:t>                </a:t>
            </a:r>
          </a:p>
          <a:p>
            <a:pPr marL="0" marR="0" lvl="0" indent="0" algn="ctr" defTabSz="913943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188CE5"/>
                </a:solidFill>
                <a:effectLst/>
                <a:uLnTx/>
                <a:uFillTx/>
                <a:latin typeface="EYInterstate" panose="02000503020000020004" pitchFamily="2" charset="0"/>
                <a:ea typeface="+mj-ea"/>
                <a:cs typeface="Arial" pitchFamily="34" charset="0"/>
              </a:rPr>
              <a:t>Easing Access to the </a:t>
            </a:r>
          </a:p>
          <a:p>
            <a:pPr marL="0" marR="0" lvl="0" indent="0" algn="ctr" defTabSz="913943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188CE5"/>
                </a:solidFill>
                <a:effectLst/>
                <a:uLnTx/>
                <a:uFillTx/>
                <a:latin typeface="EYInterstate" panose="02000503020000020004" pitchFamily="2" charset="0"/>
                <a:ea typeface="+mj-ea"/>
                <a:cs typeface="Arial" pitchFamily="34" charset="0"/>
              </a:rPr>
              <a:t>Centre and State Government Schemes</a:t>
            </a: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xmlns="" id="{23B68906-20A3-4A77-81D8-43F93491CDE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 t="24931" b="25207"/>
          <a:stretch/>
        </p:blipFill>
        <p:spPr>
          <a:xfrm>
            <a:off x="4242624" y="-40005"/>
            <a:ext cx="3527053" cy="93795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0B9FAFC8-B11C-4507-B24D-263FA733B5F4}"/>
              </a:ext>
            </a:extLst>
          </p:cNvPr>
          <p:cNvCxnSpPr>
            <a:cxnSpLocks/>
          </p:cNvCxnSpPr>
          <p:nvPr/>
        </p:nvCxnSpPr>
        <p:spPr>
          <a:xfrm>
            <a:off x="3184053" y="1722914"/>
            <a:ext cx="1392476" cy="777691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xmlns="" id="{2498EAED-2475-4AC2-852D-EBAD908DEF6A}"/>
              </a:ext>
            </a:extLst>
          </p:cNvPr>
          <p:cNvCxnSpPr>
            <a:cxnSpLocks/>
          </p:cNvCxnSpPr>
          <p:nvPr/>
        </p:nvCxnSpPr>
        <p:spPr>
          <a:xfrm>
            <a:off x="7478060" y="4041230"/>
            <a:ext cx="1500331" cy="780272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5CC9F9AF-A35F-4D1B-BE38-52575466E888}"/>
              </a:ext>
            </a:extLst>
          </p:cNvPr>
          <p:cNvCxnSpPr>
            <a:cxnSpLocks/>
          </p:cNvCxnSpPr>
          <p:nvPr/>
        </p:nvCxnSpPr>
        <p:spPr>
          <a:xfrm flipH="1">
            <a:off x="3183963" y="3979787"/>
            <a:ext cx="1480844" cy="958422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xmlns="" id="{8CC5DDC3-45E8-4C5B-BDFF-BC879F76ACC6}"/>
              </a:ext>
            </a:extLst>
          </p:cNvPr>
          <p:cNvCxnSpPr>
            <a:cxnSpLocks/>
          </p:cNvCxnSpPr>
          <p:nvPr/>
        </p:nvCxnSpPr>
        <p:spPr>
          <a:xfrm flipH="1">
            <a:off x="7592112" y="1638230"/>
            <a:ext cx="1392476" cy="777691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95FD18B6-3D11-0BBA-A662-E91A90E896C8}"/>
              </a:ext>
            </a:extLst>
          </p:cNvPr>
          <p:cNvGrpSpPr/>
          <p:nvPr/>
        </p:nvGrpSpPr>
        <p:grpSpPr>
          <a:xfrm>
            <a:off x="499839" y="237477"/>
            <a:ext cx="2083376" cy="247740"/>
            <a:chOff x="358377" y="247678"/>
            <a:chExt cx="2083376" cy="2477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0E055D11-2045-EDC3-E422-83602002CA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/>
            <a:srcRect l="1872"/>
            <a:stretch/>
          </p:blipFill>
          <p:spPr>
            <a:xfrm>
              <a:off x="358377" y="247895"/>
              <a:ext cx="262109" cy="24752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7270A0A7-AE2D-70B5-ED8D-30EB73EBBD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/>
            <a:srcRect l="4457"/>
            <a:stretch/>
          </p:blipFill>
          <p:spPr>
            <a:xfrm>
              <a:off x="642609" y="247895"/>
              <a:ext cx="246624" cy="247521"/>
            </a:xfrm>
            <a:prstGeom prst="rect">
              <a:avLst/>
            </a:prstGeom>
          </p:spPr>
        </p:pic>
        <p:pic>
          <p:nvPicPr>
            <p:cNvPr id="10" name="Picture 2" descr="Home | PMKSY">
              <a:extLst>
                <a:ext uri="{FF2B5EF4-FFF2-40B4-BE49-F238E27FC236}">
                  <a16:creationId xmlns:a16="http://schemas.microsoft.com/office/drawing/2014/main" xmlns="" id="{C21AA4A9-26BB-DB53-FDED-15AA6A31E8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1356" y="247680"/>
              <a:ext cx="892277" cy="247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DA&amp;FW Initiatives in Natural Farming">
              <a:extLst>
                <a:ext uri="{FF2B5EF4-FFF2-40B4-BE49-F238E27FC236}">
                  <a16:creationId xmlns:a16="http://schemas.microsoft.com/office/drawing/2014/main" xmlns="" id="{27768FCE-6B5B-D3D1-F02B-76BFC7017B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906" t="6577" r="3604" b="6328"/>
            <a:stretch/>
          </p:blipFill>
          <p:spPr bwMode="auto">
            <a:xfrm>
              <a:off x="1825756" y="247678"/>
              <a:ext cx="303916" cy="247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6" descr="Soil Health Card Scheme Toll-free Phone number, Features, How to apply,  Official Website, Eligibility - DigitalLocker.gov.in FAQ's">
              <a:extLst>
                <a:ext uri="{FF2B5EF4-FFF2-40B4-BE49-F238E27FC236}">
                  <a16:creationId xmlns:a16="http://schemas.microsoft.com/office/drawing/2014/main" xmlns="" id="{96F50055-4594-C379-B66A-CC528CEC04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549" t="1159" r="1799" b="1766"/>
            <a:stretch/>
          </p:blipFill>
          <p:spPr bwMode="auto">
            <a:xfrm>
              <a:off x="2151794" y="247679"/>
              <a:ext cx="289959" cy="247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" name="Picture 12">
            <a:extLst>
              <a:ext uri="{FF2B5EF4-FFF2-40B4-BE49-F238E27FC236}">
                <a16:creationId xmlns:a16="http://schemas.microsoft.com/office/drawing/2014/main" xmlns="" id="{0D7A1632-3D71-38A1-97DA-BB8EDCCCD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053156" y="257371"/>
            <a:ext cx="246624" cy="24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Emblem of Maharashtra - Wikipedia">
            <a:extLst>
              <a:ext uri="{FF2B5EF4-FFF2-40B4-BE49-F238E27FC236}">
                <a16:creationId xmlns:a16="http://schemas.microsoft.com/office/drawing/2014/main" xmlns="" id="{E17E3EF6-344D-738D-E975-0081E554A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379152" y="256257"/>
            <a:ext cx="247738" cy="247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Kalia">
            <a:extLst>
              <a:ext uri="{FF2B5EF4-FFF2-40B4-BE49-F238E27FC236}">
                <a16:creationId xmlns:a16="http://schemas.microsoft.com/office/drawing/2014/main" xmlns="" id="{3D74BF2C-8E79-7560-5B00-7ABD32B70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04368" y="256257"/>
            <a:ext cx="448741" cy="24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 descr="Centre pushes for eNAM in states without APMCs - The Economic Times">
            <a:extLst>
              <a:ext uri="{FF2B5EF4-FFF2-40B4-BE49-F238E27FC236}">
                <a16:creationId xmlns:a16="http://schemas.microsoft.com/office/drawing/2014/main" xmlns="" id="{57CE0542-0BCA-F9E5-F1E4-7DE41B854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59192" y="3710397"/>
            <a:ext cx="483358" cy="36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Download Free Buyer Seller - mKisan Vector logo PNG and SVG File">
            <a:extLst>
              <a:ext uri="{FF2B5EF4-FFF2-40B4-BE49-F238E27FC236}">
                <a16:creationId xmlns:a16="http://schemas.microsoft.com/office/drawing/2014/main" xmlns="" id="{A6DB0677-30CA-14F9-A5DE-B5197B985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09623" y="3768762"/>
            <a:ext cx="629962" cy="226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Emblem of Karnataka - Wikipedia">
            <a:extLst>
              <a:ext uri="{FF2B5EF4-FFF2-40B4-BE49-F238E27FC236}">
                <a16:creationId xmlns:a16="http://schemas.microsoft.com/office/drawing/2014/main" xmlns="" id="{2871DE1F-0CA7-DCC2-8EA8-C5F57792A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041803" y="3820152"/>
            <a:ext cx="260299" cy="224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0" descr="Download UP FPO Shakti 1.3(4).apk for Android - apkdl.in">
            <a:extLst>
              <a:ext uri="{FF2B5EF4-FFF2-40B4-BE49-F238E27FC236}">
                <a16:creationId xmlns:a16="http://schemas.microsoft.com/office/drawing/2014/main" xmlns="" id="{76017323-60AB-DDD0-CD1A-C05AB7661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348800" y="3797991"/>
            <a:ext cx="255119" cy="25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2" descr="e - Crop">
            <a:extLst>
              <a:ext uri="{FF2B5EF4-FFF2-40B4-BE49-F238E27FC236}">
                <a16:creationId xmlns:a16="http://schemas.microsoft.com/office/drawing/2014/main" xmlns="" id="{B516A66F-0D1E-8EE1-0C6C-2ABEA80EF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19704" y="3792512"/>
            <a:ext cx="255119" cy="25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TN-eAdangal – Apps on Google Play">
            <a:extLst>
              <a:ext uri="{FF2B5EF4-FFF2-40B4-BE49-F238E27FC236}">
                <a16:creationId xmlns:a16="http://schemas.microsoft.com/office/drawing/2014/main" xmlns="" id="{7EA1A599-816C-6F7C-A964-C0CB8D22C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918032" y="3794680"/>
            <a:ext cx="235077" cy="235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76440974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B43ABF-0731-4ABD-9CD3-B4D5BA78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Advantages for Farmers</a:t>
            </a: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5049EF-B30B-4D8F-A18C-4F71BF6E5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7670799" cy="494792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IN" sz="1800" b="1" dirty="0"/>
              <a:t>Bhavantar Bhugtan Yojana – Madhya Pradesh –</a:t>
            </a:r>
          </a:p>
          <a:p>
            <a:pPr lvl="1">
              <a:spcBef>
                <a:spcPts val="300"/>
              </a:spcBef>
            </a:pPr>
            <a:r>
              <a:rPr lang="en-IN" sz="1600" dirty="0"/>
              <a:t>The Bhavantar Bhugtan Yojana (BBY) was launched in October 2017 in Madhya Pradesh to compensate farmers in the event of a price crash and to that extent hedge the price risk faced by them.</a:t>
            </a:r>
          </a:p>
          <a:p>
            <a:pPr lvl="1">
              <a:spcBef>
                <a:spcPts val="300"/>
              </a:spcBef>
            </a:pPr>
            <a:r>
              <a:rPr lang="en-IN" sz="1600" dirty="0"/>
              <a:t>The scheme faced challenges in identifying the how much crop was grown, in a particular land by a particular farmer.</a:t>
            </a:r>
          </a:p>
          <a:p>
            <a:pPr lvl="2">
              <a:spcBef>
                <a:spcPts val="300"/>
              </a:spcBef>
            </a:pPr>
            <a:r>
              <a:rPr lang="en-IN" sz="1600" dirty="0"/>
              <a:t>Digital Crop Survey can help:</a:t>
            </a:r>
          </a:p>
          <a:p>
            <a:pPr marL="1615267" lvl="3" indent="-355422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IN" sz="1600" dirty="0"/>
              <a:t>Identify the number of farmers growing MSP crop</a:t>
            </a:r>
          </a:p>
          <a:p>
            <a:pPr marL="1615267" lvl="3" indent="-355422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IN" sz="1600" dirty="0"/>
              <a:t>Identify crops being grown survey number wise</a:t>
            </a:r>
          </a:p>
          <a:p>
            <a:pPr marL="1615267" lvl="3" indent="-355422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IN" sz="1600" dirty="0"/>
              <a:t>During a procurement cycle, the government will know the farmers growing the MSP crop and its extent</a:t>
            </a:r>
          </a:p>
          <a:p>
            <a:pPr marL="1615267" lvl="3" indent="-355422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IN" sz="1600" dirty="0"/>
              <a:t>Further the government may implement AI/ML algorithms to identify the MSP price, and generate effective and efficient procurement plans</a:t>
            </a:r>
          </a:p>
          <a:p>
            <a:pPr lvl="2">
              <a:spcBef>
                <a:spcPts val="300"/>
              </a:spcBef>
            </a:pPr>
            <a:r>
              <a:rPr lang="en-IN" sz="1600" dirty="0"/>
              <a:t>This may help ensure that the intended benefits reach the right and needy beneficiaries</a:t>
            </a:r>
            <a:endParaRPr lang="en-GB" sz="1600" dirty="0"/>
          </a:p>
        </p:txBody>
      </p:sp>
      <p:pic>
        <p:nvPicPr>
          <p:cNvPr id="4098" name="Picture 2" descr="भावांतर भुगतान योजना: ऑनलाइन आवेदन (Bhavantar Bhugtan Yojana) रजिस्ट्रेशन">
            <a:extLst>
              <a:ext uri="{FF2B5EF4-FFF2-40B4-BE49-F238E27FC236}">
                <a16:creationId xmlns:a16="http://schemas.microsoft.com/office/drawing/2014/main" xmlns="" id="{2E43C4EE-FDC1-4EEA-9E95-A2C254107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79185" y="1134035"/>
            <a:ext cx="3125747" cy="2048219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68244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BC089807-716F-4105-B1B6-144DBE44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2E2E38"/>
                </a:solidFill>
              </a:rPr>
              <a:t>Guidelines for Digital Crop Survey </a:t>
            </a:r>
            <a:r>
              <a:rPr lang="en-GB" sz="1799" dirty="0">
                <a:solidFill>
                  <a:srgbClr val="2E2E38"/>
                </a:solidFill>
              </a:rPr>
              <a:t>(2/2)</a:t>
            </a:r>
            <a:endParaRPr lang="en-IN" dirty="0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26409BCF-67EC-496E-9B90-1A53E79E6946}"/>
              </a:ext>
            </a:extLst>
          </p:cNvPr>
          <p:cNvSpPr txBox="1">
            <a:spLocks noChangeArrowheads="1"/>
          </p:cNvSpPr>
          <p:nvPr/>
        </p:nvSpPr>
        <p:spPr>
          <a:xfrm>
            <a:off x="767214" y="2285503"/>
            <a:ext cx="4902402" cy="4082017"/>
          </a:xfrm>
          <a:prstGeom prst="rect">
            <a:avLst/>
          </a:prstGeom>
          <a:noFill/>
          <a:ln w="19050">
            <a:solidFill>
              <a:schemeClr val="tx1">
                <a:lumMod val="85000"/>
              </a:schemeClr>
            </a:solidFill>
          </a:ln>
        </p:spPr>
        <p:txBody>
          <a:bodyPr vert="horz" lIns="89953" tIns="89953" rIns="89953" bIns="89953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3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Rs 10/- per owner plot is being provisioned for calculation of the total cost for the State/UTs</a:t>
            </a:r>
          </a:p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3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Funding pattern will be as below:</a:t>
            </a:r>
          </a:p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US" sz="13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US" sz="13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US" sz="13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US" sz="13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3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US" sz="13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3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50% of the total amount will be released in advance after receiving the proposal, </a:t>
            </a:r>
          </a:p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3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The rest will be released after receiving the UCs for 75% expenditure of the released amount</a:t>
            </a:r>
            <a:endParaRPr kumimoji="0" lang="en-IN" sz="13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US" sz="13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The fund received from the Government of India will not be utilised to pay the salary of regular employees</a:t>
            </a:r>
            <a:endParaRPr kumimoji="0" lang="en-IN" sz="1399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xmlns="" id="{C53B9512-51EE-4B6B-87DB-A86FA1930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386" y="2285503"/>
            <a:ext cx="4902402" cy="4082017"/>
          </a:xfrm>
          <a:prstGeom prst="rect">
            <a:avLst/>
          </a:prstGeom>
          <a:noFill/>
          <a:ln w="19050">
            <a:solidFill>
              <a:schemeClr val="tx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89953" tIns="89953" rIns="89953" bIns="89953"/>
          <a:lstStyle/>
          <a:p>
            <a:pPr marL="356438" marR="0" lvl="2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IN" sz="13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Approval of the project shall have to be taken in the State-level Steering Committee on Agri Stack chaired by the Chief Secretary</a:t>
            </a:r>
          </a:p>
          <a:p>
            <a:pPr marL="356438" marR="0" lvl="2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IN" sz="13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The State-level Implementation Committee on Agri Stack will review the Pilots' implementation monthly</a:t>
            </a:r>
          </a:p>
          <a:p>
            <a:pPr marL="356438" marR="0" lvl="2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IN" sz="13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The District-level Implementation Committee to monitor the Pilot fortnightly</a:t>
            </a:r>
          </a:p>
          <a:p>
            <a:pPr marL="356438" marR="0" lvl="2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r>
              <a:rPr kumimoji="0" lang="en-IN" sz="13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The Government of India will periodically monitor the implementation of the Pilot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xmlns="" id="{35E1159F-CFF5-4AD2-8574-05CFA17F87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22386" y="1864540"/>
            <a:ext cx="4902402" cy="4188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algn="ctr">
            <a:solidFill>
              <a:schemeClr val="tx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89953" tIns="89953" rIns="89953" bIns="89953" anchor="ctr"/>
          <a:lstStyle/>
          <a:p>
            <a:pPr marL="0" marR="0" lvl="0" indent="0" algn="ctr" defTabSz="91394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28A"/>
              </a:buClr>
              <a:buSzTx/>
              <a:buFontTx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Approval and Scheme Monitoring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xmlns="" id="{5DD6709C-3300-4142-BCAE-CC7F3A0FC4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7214" y="1864540"/>
            <a:ext cx="4902402" cy="418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algn="ctr">
            <a:solidFill>
              <a:schemeClr val="tx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lIns="89953" tIns="89953" rIns="89953" bIns="89953" anchor="ctr"/>
          <a:lstStyle/>
          <a:p>
            <a:pPr marL="0" marR="0" lvl="0" indent="0" algn="ctr" defTabSz="91394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28A"/>
              </a:buClr>
              <a:buSzTx/>
              <a:buFontTx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Funding Pattern</a:t>
            </a:r>
          </a:p>
        </p:txBody>
      </p:sp>
      <p:cxnSp>
        <p:nvCxnSpPr>
          <p:cNvPr id="12" name="AutoShape 16">
            <a:extLst>
              <a:ext uri="{FF2B5EF4-FFF2-40B4-BE49-F238E27FC236}">
                <a16:creationId xmlns:a16="http://schemas.microsoft.com/office/drawing/2014/main" xmlns="" id="{F007AD54-8C64-4A0D-A516-D67486AE8CAF}"/>
              </a:ext>
            </a:extLst>
          </p:cNvPr>
          <p:cNvCxnSpPr>
            <a:cxnSpLocks noChangeShapeType="1"/>
            <a:endCxn id="10" idx="0"/>
          </p:cNvCxnSpPr>
          <p:nvPr/>
        </p:nvCxnSpPr>
        <p:spPr bwMode="auto">
          <a:xfrm rot="5400000">
            <a:off x="4180595" y="-50867"/>
            <a:ext cx="953229" cy="2877586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>
                <a:lumMod val="85000"/>
              </a:schemeClr>
            </a:solidFill>
            <a:miter lim="800000"/>
            <a:headEnd/>
            <a:tailEnd/>
          </a:ln>
          <a:effectLst/>
        </p:spPr>
      </p:cxnSp>
      <p:cxnSp>
        <p:nvCxnSpPr>
          <p:cNvPr id="13" name="AutoShape 17">
            <a:extLst>
              <a:ext uri="{FF2B5EF4-FFF2-40B4-BE49-F238E27FC236}">
                <a16:creationId xmlns:a16="http://schemas.microsoft.com/office/drawing/2014/main" xmlns="" id="{927573CE-D0FF-446C-A52F-79909C82113D}"/>
              </a:ext>
            </a:extLst>
          </p:cNvPr>
          <p:cNvCxnSpPr>
            <a:cxnSpLocks noChangeShapeType="1"/>
            <a:endCxn id="9" idx="0"/>
          </p:cNvCxnSpPr>
          <p:nvPr/>
        </p:nvCxnSpPr>
        <p:spPr bwMode="auto">
          <a:xfrm rot="16200000" flipH="1">
            <a:off x="7058180" y="-50868"/>
            <a:ext cx="953229" cy="2877586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>
                <a:lumMod val="85000"/>
              </a:schemeClr>
            </a:solidFill>
            <a:miter lim="800000"/>
            <a:headEnd/>
            <a:tailEnd/>
          </a:ln>
          <a:effectLst/>
        </p:spPr>
      </p:cxnSp>
      <p:graphicFrame>
        <p:nvGraphicFramePr>
          <p:cNvPr id="25" name="Table 3">
            <a:extLst>
              <a:ext uri="{FF2B5EF4-FFF2-40B4-BE49-F238E27FC236}">
                <a16:creationId xmlns:a16="http://schemas.microsoft.com/office/drawing/2014/main" xmlns="" id="{4BDD8665-5566-4024-AF9E-71C11B27E6F8}"/>
              </a:ext>
            </a:extLst>
          </p:cNvPr>
          <p:cNvGraphicFramePr>
            <a:graphicFrameLocks noGrp="1"/>
          </p:cNvGraphicFramePr>
          <p:nvPr/>
        </p:nvGraphicFramePr>
        <p:xfrm>
          <a:off x="1200133" y="3141159"/>
          <a:ext cx="4029545" cy="1309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907">
                  <a:extLst>
                    <a:ext uri="{9D8B030D-6E8A-4147-A177-3AD203B41FA5}">
                      <a16:colId xmlns:a16="http://schemas.microsoft.com/office/drawing/2014/main" xmlns="" val="3741295424"/>
                    </a:ext>
                  </a:extLst>
                </a:gridCol>
                <a:gridCol w="2519638">
                  <a:extLst>
                    <a:ext uri="{9D8B030D-6E8A-4147-A177-3AD203B41FA5}">
                      <a16:colId xmlns:a16="http://schemas.microsoft.com/office/drawing/2014/main" xmlns="" val="1784743877"/>
                    </a:ext>
                  </a:extLst>
                </a:gridCol>
              </a:tblGrid>
              <a:tr h="456962">
                <a:tc>
                  <a:txBody>
                    <a:bodyPr/>
                    <a:lstStyle/>
                    <a:p>
                      <a:r>
                        <a:rPr lang="en-US" sz="1200" b="0" dirty="0"/>
                        <a:t>North Eastern &amp; Himalayan States</a:t>
                      </a:r>
                      <a:endParaRPr lang="en-IN" sz="1200" b="0" dirty="0">
                        <a:solidFill>
                          <a:schemeClr val="bg2"/>
                        </a:solidFill>
                      </a:endParaRPr>
                    </a:p>
                  </a:txBody>
                  <a:tcPr marL="91392" marR="91392" marT="45696" marB="4569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solidFill>
                            <a:schemeClr val="bg2"/>
                          </a:solidFill>
                        </a:rPr>
                        <a:t>90% Central and 10% State share</a:t>
                      </a:r>
                    </a:p>
                  </a:txBody>
                  <a:tcPr marL="91392" marR="91392" marT="45696" marB="4569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8485549"/>
                  </a:ext>
                </a:extLst>
              </a:tr>
              <a:tr h="426008">
                <a:tc>
                  <a:txBody>
                    <a:bodyPr/>
                    <a:lstStyle/>
                    <a:p>
                      <a:r>
                        <a:rPr lang="en-IN" sz="1200" b="0" dirty="0">
                          <a:solidFill>
                            <a:schemeClr val="bg2"/>
                          </a:solidFill>
                        </a:rPr>
                        <a:t>Other States</a:t>
                      </a:r>
                    </a:p>
                  </a:txBody>
                  <a:tcPr marL="91392" marR="91392" marT="45696" marB="4569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solidFill>
                            <a:schemeClr val="bg2"/>
                          </a:solidFill>
                        </a:rPr>
                        <a:t>60% Central and 40% State share</a:t>
                      </a:r>
                    </a:p>
                  </a:txBody>
                  <a:tcPr marL="91392" marR="91392" marT="45696" marB="4569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44455648"/>
                  </a:ext>
                </a:extLst>
              </a:tr>
              <a:tr h="426008">
                <a:tc>
                  <a:txBody>
                    <a:bodyPr/>
                    <a:lstStyle/>
                    <a:p>
                      <a:r>
                        <a:rPr lang="en-IN" sz="1200" b="0" dirty="0">
                          <a:solidFill>
                            <a:schemeClr val="bg2"/>
                          </a:solidFill>
                        </a:rPr>
                        <a:t>Union Territories</a:t>
                      </a:r>
                    </a:p>
                  </a:txBody>
                  <a:tcPr marL="91392" marR="91392" marT="45696" marB="4569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solidFill>
                            <a:schemeClr val="bg2"/>
                          </a:solidFill>
                        </a:rPr>
                        <a:t>100% Central and 0% State share</a:t>
                      </a:r>
                    </a:p>
                  </a:txBody>
                  <a:tcPr marL="91392" marR="91392" marT="45696" marB="45696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07750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39197062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60C48E-C248-47F2-8934-D7796200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38110"/>
            <a:ext cx="10972800" cy="590093"/>
          </a:xfrm>
        </p:spPr>
        <p:txBody>
          <a:bodyPr/>
          <a:lstStyle/>
          <a:p>
            <a:r>
              <a:rPr lang="en-IN" b="1" dirty="0"/>
              <a:t>Technical Prerequisites for Digital Crop Survey</a:t>
            </a:r>
          </a:p>
        </p:txBody>
      </p:sp>
      <p:grpSp>
        <p:nvGrpSpPr>
          <p:cNvPr id="15" name="Group 10">
            <a:extLst>
              <a:ext uri="{FF2B5EF4-FFF2-40B4-BE49-F238E27FC236}">
                <a16:creationId xmlns:a16="http://schemas.microsoft.com/office/drawing/2014/main" xmlns="" id="{16216E28-52D7-4853-A4FB-5B8ED425B91F}"/>
              </a:ext>
            </a:extLst>
          </p:cNvPr>
          <p:cNvGrpSpPr>
            <a:grpSpLocks/>
          </p:cNvGrpSpPr>
          <p:nvPr/>
        </p:nvGrpSpPr>
        <p:grpSpPr bwMode="auto">
          <a:xfrm>
            <a:off x="3990485" y="1831408"/>
            <a:ext cx="4211032" cy="4258632"/>
            <a:chOff x="2895" y="2169"/>
            <a:chExt cx="1009" cy="1030"/>
          </a:xfrm>
        </p:grpSpPr>
        <p:sp>
          <p:nvSpPr>
            <p:cNvPr id="16" name="AutoShape 11">
              <a:extLst>
                <a:ext uri="{FF2B5EF4-FFF2-40B4-BE49-F238E27FC236}">
                  <a16:creationId xmlns:a16="http://schemas.microsoft.com/office/drawing/2014/main" xmlns="" id="{E5742708-5CB9-4F6A-8223-604BAF8D279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95" y="2169"/>
              <a:ext cx="1008" cy="1030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xmlns="" id="{2481B56C-9E90-41AF-98FC-C5E324AF7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2722"/>
              <a:ext cx="636" cy="477"/>
            </a:xfrm>
            <a:custGeom>
              <a:avLst/>
              <a:gdLst/>
              <a:ahLst/>
              <a:cxnLst>
                <a:cxn ang="0">
                  <a:pos x="1730" y="11"/>
                </a:cxn>
                <a:cxn ang="0">
                  <a:pos x="2537" y="104"/>
                </a:cxn>
                <a:cxn ang="0">
                  <a:pos x="2524" y="171"/>
                </a:cxn>
                <a:cxn ang="0">
                  <a:pos x="2499" y="255"/>
                </a:cxn>
                <a:cxn ang="0">
                  <a:pos x="2467" y="334"/>
                </a:cxn>
                <a:cxn ang="0">
                  <a:pos x="2409" y="445"/>
                </a:cxn>
                <a:cxn ang="0">
                  <a:pos x="2355" y="529"/>
                </a:cxn>
                <a:cxn ang="0">
                  <a:pos x="2297" y="605"/>
                </a:cxn>
                <a:cxn ang="0">
                  <a:pos x="2228" y="683"/>
                </a:cxn>
                <a:cxn ang="0">
                  <a:pos x="2160" y="749"/>
                </a:cxn>
                <a:cxn ang="0">
                  <a:pos x="2085" y="815"/>
                </a:cxn>
                <a:cxn ang="0">
                  <a:pos x="2011" y="870"/>
                </a:cxn>
                <a:cxn ang="0">
                  <a:pos x="1934" y="925"/>
                </a:cxn>
                <a:cxn ang="0">
                  <a:pos x="1840" y="982"/>
                </a:cxn>
                <a:cxn ang="0">
                  <a:pos x="1744" y="1030"/>
                </a:cxn>
                <a:cxn ang="0">
                  <a:pos x="1629" y="1077"/>
                </a:cxn>
                <a:cxn ang="0">
                  <a:pos x="1562" y="1102"/>
                </a:cxn>
                <a:cxn ang="0">
                  <a:pos x="1467" y="1131"/>
                </a:cxn>
                <a:cxn ang="0">
                  <a:pos x="1389" y="1151"/>
                </a:cxn>
                <a:cxn ang="0">
                  <a:pos x="1278" y="1175"/>
                </a:cxn>
                <a:cxn ang="0">
                  <a:pos x="1189" y="1189"/>
                </a:cxn>
                <a:cxn ang="0">
                  <a:pos x="1096" y="1200"/>
                </a:cxn>
                <a:cxn ang="0">
                  <a:pos x="996" y="1208"/>
                </a:cxn>
                <a:cxn ang="0">
                  <a:pos x="893" y="1211"/>
                </a:cxn>
                <a:cxn ang="0">
                  <a:pos x="819" y="1221"/>
                </a:cxn>
                <a:cxn ang="0">
                  <a:pos x="819" y="1321"/>
                </a:cxn>
                <a:cxn ang="0">
                  <a:pos x="820" y="146"/>
                </a:cxn>
                <a:cxn ang="0">
                  <a:pos x="849" y="465"/>
                </a:cxn>
                <a:cxn ang="0">
                  <a:pos x="909" y="464"/>
                </a:cxn>
                <a:cxn ang="0">
                  <a:pos x="958" y="461"/>
                </a:cxn>
                <a:cxn ang="0">
                  <a:pos x="1014" y="454"/>
                </a:cxn>
                <a:cxn ang="0">
                  <a:pos x="1076" y="443"/>
                </a:cxn>
                <a:cxn ang="0">
                  <a:pos x="1141" y="426"/>
                </a:cxn>
                <a:cxn ang="0">
                  <a:pos x="1207" y="402"/>
                </a:cxn>
                <a:cxn ang="0">
                  <a:pos x="1252" y="382"/>
                </a:cxn>
                <a:cxn ang="0">
                  <a:pos x="1318" y="344"/>
                </a:cxn>
                <a:cxn ang="0">
                  <a:pos x="1347" y="324"/>
                </a:cxn>
                <a:cxn ang="0">
                  <a:pos x="1381" y="296"/>
                </a:cxn>
                <a:cxn ang="0">
                  <a:pos x="1434" y="245"/>
                </a:cxn>
                <a:cxn ang="0">
                  <a:pos x="1463" y="210"/>
                </a:cxn>
                <a:cxn ang="0">
                  <a:pos x="1514" y="141"/>
                </a:cxn>
                <a:cxn ang="0">
                  <a:pos x="1541" y="92"/>
                </a:cxn>
                <a:cxn ang="0">
                  <a:pos x="1566" y="38"/>
                </a:cxn>
              </a:cxnLst>
              <a:rect l="0" t="0" r="r" b="b"/>
              <a:pathLst>
                <a:path w="2541" h="1431">
                  <a:moveTo>
                    <a:pt x="1580" y="0"/>
                  </a:moveTo>
                  <a:lnTo>
                    <a:pt x="1622" y="2"/>
                  </a:lnTo>
                  <a:lnTo>
                    <a:pt x="1730" y="11"/>
                  </a:lnTo>
                  <a:lnTo>
                    <a:pt x="2061" y="39"/>
                  </a:lnTo>
                  <a:lnTo>
                    <a:pt x="2541" y="81"/>
                  </a:lnTo>
                  <a:lnTo>
                    <a:pt x="2537" y="104"/>
                  </a:lnTo>
                  <a:lnTo>
                    <a:pt x="2533" y="126"/>
                  </a:lnTo>
                  <a:lnTo>
                    <a:pt x="2529" y="148"/>
                  </a:lnTo>
                  <a:lnTo>
                    <a:pt x="2524" y="171"/>
                  </a:lnTo>
                  <a:lnTo>
                    <a:pt x="2512" y="213"/>
                  </a:lnTo>
                  <a:lnTo>
                    <a:pt x="2506" y="234"/>
                  </a:lnTo>
                  <a:lnTo>
                    <a:pt x="2499" y="255"/>
                  </a:lnTo>
                  <a:lnTo>
                    <a:pt x="2491" y="275"/>
                  </a:lnTo>
                  <a:lnTo>
                    <a:pt x="2483" y="296"/>
                  </a:lnTo>
                  <a:lnTo>
                    <a:pt x="2467" y="334"/>
                  </a:lnTo>
                  <a:lnTo>
                    <a:pt x="2449" y="373"/>
                  </a:lnTo>
                  <a:lnTo>
                    <a:pt x="2429" y="409"/>
                  </a:lnTo>
                  <a:lnTo>
                    <a:pt x="2409" y="445"/>
                  </a:lnTo>
                  <a:lnTo>
                    <a:pt x="2388" y="480"/>
                  </a:lnTo>
                  <a:lnTo>
                    <a:pt x="2365" y="513"/>
                  </a:lnTo>
                  <a:lnTo>
                    <a:pt x="2355" y="529"/>
                  </a:lnTo>
                  <a:lnTo>
                    <a:pt x="2343" y="545"/>
                  </a:lnTo>
                  <a:lnTo>
                    <a:pt x="2320" y="575"/>
                  </a:lnTo>
                  <a:lnTo>
                    <a:pt x="2297" y="605"/>
                  </a:lnTo>
                  <a:lnTo>
                    <a:pt x="2274" y="632"/>
                  </a:lnTo>
                  <a:lnTo>
                    <a:pt x="2250" y="659"/>
                  </a:lnTo>
                  <a:lnTo>
                    <a:pt x="2228" y="683"/>
                  </a:lnTo>
                  <a:lnTo>
                    <a:pt x="2205" y="706"/>
                  </a:lnTo>
                  <a:lnTo>
                    <a:pt x="2183" y="729"/>
                  </a:lnTo>
                  <a:lnTo>
                    <a:pt x="2160" y="749"/>
                  </a:lnTo>
                  <a:lnTo>
                    <a:pt x="2121" y="786"/>
                  </a:lnTo>
                  <a:lnTo>
                    <a:pt x="2102" y="801"/>
                  </a:lnTo>
                  <a:lnTo>
                    <a:pt x="2085" y="815"/>
                  </a:lnTo>
                  <a:lnTo>
                    <a:pt x="2055" y="839"/>
                  </a:lnTo>
                  <a:lnTo>
                    <a:pt x="2031" y="856"/>
                  </a:lnTo>
                  <a:lnTo>
                    <a:pt x="2011" y="870"/>
                  </a:lnTo>
                  <a:lnTo>
                    <a:pt x="1992" y="885"/>
                  </a:lnTo>
                  <a:lnTo>
                    <a:pt x="1969" y="902"/>
                  </a:lnTo>
                  <a:lnTo>
                    <a:pt x="1934" y="925"/>
                  </a:lnTo>
                  <a:lnTo>
                    <a:pt x="1892" y="951"/>
                  </a:lnTo>
                  <a:lnTo>
                    <a:pt x="1867" y="966"/>
                  </a:lnTo>
                  <a:lnTo>
                    <a:pt x="1840" y="982"/>
                  </a:lnTo>
                  <a:lnTo>
                    <a:pt x="1810" y="997"/>
                  </a:lnTo>
                  <a:lnTo>
                    <a:pt x="1778" y="1013"/>
                  </a:lnTo>
                  <a:lnTo>
                    <a:pt x="1744" y="1030"/>
                  </a:lnTo>
                  <a:lnTo>
                    <a:pt x="1708" y="1046"/>
                  </a:lnTo>
                  <a:lnTo>
                    <a:pt x="1670" y="1062"/>
                  </a:lnTo>
                  <a:lnTo>
                    <a:pt x="1629" y="1077"/>
                  </a:lnTo>
                  <a:lnTo>
                    <a:pt x="1606" y="1085"/>
                  </a:lnTo>
                  <a:lnTo>
                    <a:pt x="1585" y="1094"/>
                  </a:lnTo>
                  <a:lnTo>
                    <a:pt x="1562" y="1102"/>
                  </a:lnTo>
                  <a:lnTo>
                    <a:pt x="1539" y="1109"/>
                  </a:lnTo>
                  <a:lnTo>
                    <a:pt x="1491" y="1124"/>
                  </a:lnTo>
                  <a:lnTo>
                    <a:pt x="1467" y="1131"/>
                  </a:lnTo>
                  <a:lnTo>
                    <a:pt x="1442" y="1138"/>
                  </a:lnTo>
                  <a:lnTo>
                    <a:pt x="1416" y="1144"/>
                  </a:lnTo>
                  <a:lnTo>
                    <a:pt x="1389" y="1151"/>
                  </a:lnTo>
                  <a:lnTo>
                    <a:pt x="1363" y="1158"/>
                  </a:lnTo>
                  <a:lnTo>
                    <a:pt x="1335" y="1164"/>
                  </a:lnTo>
                  <a:lnTo>
                    <a:pt x="1278" y="1175"/>
                  </a:lnTo>
                  <a:lnTo>
                    <a:pt x="1249" y="1180"/>
                  </a:lnTo>
                  <a:lnTo>
                    <a:pt x="1220" y="1185"/>
                  </a:lnTo>
                  <a:lnTo>
                    <a:pt x="1189" y="1189"/>
                  </a:lnTo>
                  <a:lnTo>
                    <a:pt x="1159" y="1193"/>
                  </a:lnTo>
                  <a:lnTo>
                    <a:pt x="1127" y="1197"/>
                  </a:lnTo>
                  <a:lnTo>
                    <a:pt x="1096" y="1200"/>
                  </a:lnTo>
                  <a:lnTo>
                    <a:pt x="1062" y="1203"/>
                  </a:lnTo>
                  <a:lnTo>
                    <a:pt x="1029" y="1206"/>
                  </a:lnTo>
                  <a:lnTo>
                    <a:pt x="996" y="1208"/>
                  </a:lnTo>
                  <a:lnTo>
                    <a:pt x="962" y="1209"/>
                  </a:lnTo>
                  <a:lnTo>
                    <a:pt x="928" y="1211"/>
                  </a:lnTo>
                  <a:lnTo>
                    <a:pt x="893" y="1211"/>
                  </a:lnTo>
                  <a:lnTo>
                    <a:pt x="820" y="1211"/>
                  </a:lnTo>
                  <a:lnTo>
                    <a:pt x="820" y="1214"/>
                  </a:lnTo>
                  <a:lnTo>
                    <a:pt x="819" y="1221"/>
                  </a:lnTo>
                  <a:lnTo>
                    <a:pt x="819" y="1246"/>
                  </a:lnTo>
                  <a:lnTo>
                    <a:pt x="819" y="1281"/>
                  </a:lnTo>
                  <a:lnTo>
                    <a:pt x="819" y="1321"/>
                  </a:lnTo>
                  <a:lnTo>
                    <a:pt x="820" y="1431"/>
                  </a:lnTo>
                  <a:lnTo>
                    <a:pt x="0" y="785"/>
                  </a:lnTo>
                  <a:lnTo>
                    <a:pt x="820" y="146"/>
                  </a:lnTo>
                  <a:lnTo>
                    <a:pt x="820" y="463"/>
                  </a:lnTo>
                  <a:lnTo>
                    <a:pt x="834" y="464"/>
                  </a:lnTo>
                  <a:lnTo>
                    <a:pt x="849" y="465"/>
                  </a:lnTo>
                  <a:lnTo>
                    <a:pt x="869" y="465"/>
                  </a:lnTo>
                  <a:lnTo>
                    <a:pt x="896" y="465"/>
                  </a:lnTo>
                  <a:lnTo>
                    <a:pt x="909" y="464"/>
                  </a:lnTo>
                  <a:lnTo>
                    <a:pt x="925" y="463"/>
                  </a:lnTo>
                  <a:lnTo>
                    <a:pt x="941" y="462"/>
                  </a:lnTo>
                  <a:lnTo>
                    <a:pt x="958" y="461"/>
                  </a:lnTo>
                  <a:lnTo>
                    <a:pt x="976" y="459"/>
                  </a:lnTo>
                  <a:lnTo>
                    <a:pt x="995" y="457"/>
                  </a:lnTo>
                  <a:lnTo>
                    <a:pt x="1014" y="454"/>
                  </a:lnTo>
                  <a:lnTo>
                    <a:pt x="1033" y="451"/>
                  </a:lnTo>
                  <a:lnTo>
                    <a:pt x="1055" y="447"/>
                  </a:lnTo>
                  <a:lnTo>
                    <a:pt x="1076" y="443"/>
                  </a:lnTo>
                  <a:lnTo>
                    <a:pt x="1097" y="438"/>
                  </a:lnTo>
                  <a:lnTo>
                    <a:pt x="1118" y="432"/>
                  </a:lnTo>
                  <a:lnTo>
                    <a:pt x="1141" y="426"/>
                  </a:lnTo>
                  <a:lnTo>
                    <a:pt x="1162" y="419"/>
                  </a:lnTo>
                  <a:lnTo>
                    <a:pt x="1184" y="410"/>
                  </a:lnTo>
                  <a:lnTo>
                    <a:pt x="1207" y="402"/>
                  </a:lnTo>
                  <a:lnTo>
                    <a:pt x="1229" y="392"/>
                  </a:lnTo>
                  <a:lnTo>
                    <a:pt x="1240" y="387"/>
                  </a:lnTo>
                  <a:lnTo>
                    <a:pt x="1252" y="382"/>
                  </a:lnTo>
                  <a:lnTo>
                    <a:pt x="1274" y="370"/>
                  </a:lnTo>
                  <a:lnTo>
                    <a:pt x="1295" y="358"/>
                  </a:lnTo>
                  <a:lnTo>
                    <a:pt x="1318" y="344"/>
                  </a:lnTo>
                  <a:lnTo>
                    <a:pt x="1328" y="337"/>
                  </a:lnTo>
                  <a:lnTo>
                    <a:pt x="1339" y="329"/>
                  </a:lnTo>
                  <a:lnTo>
                    <a:pt x="1347" y="324"/>
                  </a:lnTo>
                  <a:lnTo>
                    <a:pt x="1355" y="317"/>
                  </a:lnTo>
                  <a:lnTo>
                    <a:pt x="1367" y="308"/>
                  </a:lnTo>
                  <a:lnTo>
                    <a:pt x="1381" y="296"/>
                  </a:lnTo>
                  <a:lnTo>
                    <a:pt x="1397" y="281"/>
                  </a:lnTo>
                  <a:lnTo>
                    <a:pt x="1414" y="264"/>
                  </a:lnTo>
                  <a:lnTo>
                    <a:pt x="1434" y="245"/>
                  </a:lnTo>
                  <a:lnTo>
                    <a:pt x="1443" y="234"/>
                  </a:lnTo>
                  <a:lnTo>
                    <a:pt x="1454" y="222"/>
                  </a:lnTo>
                  <a:lnTo>
                    <a:pt x="1463" y="210"/>
                  </a:lnTo>
                  <a:lnTo>
                    <a:pt x="1474" y="198"/>
                  </a:lnTo>
                  <a:lnTo>
                    <a:pt x="1494" y="171"/>
                  </a:lnTo>
                  <a:lnTo>
                    <a:pt x="1514" y="141"/>
                  </a:lnTo>
                  <a:lnTo>
                    <a:pt x="1523" y="126"/>
                  </a:lnTo>
                  <a:lnTo>
                    <a:pt x="1532" y="110"/>
                  </a:lnTo>
                  <a:lnTo>
                    <a:pt x="1541" y="92"/>
                  </a:lnTo>
                  <a:lnTo>
                    <a:pt x="1549" y="75"/>
                  </a:lnTo>
                  <a:lnTo>
                    <a:pt x="1559" y="57"/>
                  </a:lnTo>
                  <a:lnTo>
                    <a:pt x="1566" y="38"/>
                  </a:lnTo>
                  <a:lnTo>
                    <a:pt x="1573" y="19"/>
                  </a:lnTo>
                  <a:lnTo>
                    <a:pt x="158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28575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xmlns="" id="{9033F876-FE04-4B2B-90F2-A22A0C85C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2247"/>
              <a:ext cx="466" cy="650"/>
            </a:xfrm>
            <a:custGeom>
              <a:avLst/>
              <a:gdLst/>
              <a:ahLst/>
              <a:cxnLst>
                <a:cxn ang="0">
                  <a:pos x="16" y="622"/>
                </a:cxn>
                <a:cxn ang="0">
                  <a:pos x="137" y="2"/>
                </a:cxn>
                <a:cxn ang="0">
                  <a:pos x="224" y="13"/>
                </a:cxn>
                <a:cxn ang="0">
                  <a:pos x="334" y="32"/>
                </a:cxn>
                <a:cxn ang="0">
                  <a:pos x="437" y="57"/>
                </a:cxn>
                <a:cxn ang="0">
                  <a:pos x="581" y="100"/>
                </a:cxn>
                <a:cxn ang="0">
                  <a:pos x="690" y="142"/>
                </a:cxn>
                <a:cxn ang="0">
                  <a:pos x="788" y="187"/>
                </a:cxn>
                <a:cxn ang="0">
                  <a:pos x="891" y="241"/>
                </a:cxn>
                <a:cxn ang="0">
                  <a:pos x="977" y="291"/>
                </a:cxn>
                <a:cxn ang="0">
                  <a:pos x="1063" y="350"/>
                </a:cxn>
                <a:cxn ang="0">
                  <a:pos x="1134" y="406"/>
                </a:cxn>
                <a:cxn ang="0">
                  <a:pos x="1176" y="440"/>
                </a:cxn>
                <a:cxn ang="0">
                  <a:pos x="1260" y="517"/>
                </a:cxn>
                <a:cxn ang="0">
                  <a:pos x="1321" y="585"/>
                </a:cxn>
                <a:cxn ang="0">
                  <a:pos x="1383" y="670"/>
                </a:cxn>
                <a:cxn ang="0">
                  <a:pos x="1425" y="735"/>
                </a:cxn>
                <a:cxn ang="0">
                  <a:pos x="1465" y="806"/>
                </a:cxn>
                <a:cxn ang="0">
                  <a:pos x="1491" y="864"/>
                </a:cxn>
                <a:cxn ang="0">
                  <a:pos x="1516" y="926"/>
                </a:cxn>
                <a:cxn ang="0">
                  <a:pos x="1543" y="1015"/>
                </a:cxn>
                <a:cxn ang="0">
                  <a:pos x="1560" y="1085"/>
                </a:cxn>
                <a:cxn ang="0">
                  <a:pos x="1571" y="1161"/>
                </a:cxn>
                <a:cxn ang="0">
                  <a:pos x="1577" y="1239"/>
                </a:cxn>
                <a:cxn ang="0">
                  <a:pos x="1581" y="1322"/>
                </a:cxn>
                <a:cxn ang="0">
                  <a:pos x="1669" y="1323"/>
                </a:cxn>
                <a:cxn ang="0">
                  <a:pos x="1023" y="1951"/>
                </a:cxn>
                <a:cxn ang="0">
                  <a:pos x="606" y="1311"/>
                </a:cxn>
                <a:cxn ang="0">
                  <a:pos x="608" y="1264"/>
                </a:cxn>
                <a:cxn ang="0">
                  <a:pos x="604" y="1229"/>
                </a:cxn>
                <a:cxn ang="0">
                  <a:pos x="597" y="1188"/>
                </a:cxn>
                <a:cxn ang="0">
                  <a:pos x="584" y="1142"/>
                </a:cxn>
                <a:cxn ang="0">
                  <a:pos x="564" y="1092"/>
                </a:cxn>
                <a:cxn ang="0">
                  <a:pos x="536" y="1042"/>
                </a:cxn>
                <a:cxn ang="0">
                  <a:pos x="506" y="999"/>
                </a:cxn>
                <a:cxn ang="0">
                  <a:pos x="467" y="956"/>
                </a:cxn>
                <a:cxn ang="0">
                  <a:pos x="430" y="924"/>
                </a:cxn>
                <a:cxn ang="0">
                  <a:pos x="403" y="901"/>
                </a:cxn>
                <a:cxn ang="0">
                  <a:pos x="346" y="865"/>
                </a:cxn>
                <a:cxn ang="0">
                  <a:pos x="291" y="835"/>
                </a:cxn>
                <a:cxn ang="0">
                  <a:pos x="224" y="804"/>
                </a:cxn>
                <a:cxn ang="0">
                  <a:pos x="145" y="774"/>
                </a:cxn>
                <a:cxn ang="0">
                  <a:pos x="76" y="755"/>
                </a:cxn>
                <a:cxn ang="0">
                  <a:pos x="0" y="738"/>
                </a:cxn>
              </a:cxnLst>
              <a:rect l="0" t="0" r="r" b="b"/>
              <a:pathLst>
                <a:path w="1864" h="1951">
                  <a:moveTo>
                    <a:pt x="0" y="738"/>
                  </a:moveTo>
                  <a:lnTo>
                    <a:pt x="4" y="706"/>
                  </a:lnTo>
                  <a:lnTo>
                    <a:pt x="16" y="622"/>
                  </a:lnTo>
                  <a:lnTo>
                    <a:pt x="53" y="369"/>
                  </a:lnTo>
                  <a:lnTo>
                    <a:pt x="108" y="0"/>
                  </a:lnTo>
                  <a:lnTo>
                    <a:pt x="137" y="2"/>
                  </a:lnTo>
                  <a:lnTo>
                    <a:pt x="166" y="5"/>
                  </a:lnTo>
                  <a:lnTo>
                    <a:pt x="195" y="9"/>
                  </a:lnTo>
                  <a:lnTo>
                    <a:pt x="224" y="13"/>
                  </a:lnTo>
                  <a:lnTo>
                    <a:pt x="280" y="21"/>
                  </a:lnTo>
                  <a:lnTo>
                    <a:pt x="306" y="26"/>
                  </a:lnTo>
                  <a:lnTo>
                    <a:pt x="334" y="32"/>
                  </a:lnTo>
                  <a:lnTo>
                    <a:pt x="360" y="37"/>
                  </a:lnTo>
                  <a:lnTo>
                    <a:pt x="387" y="43"/>
                  </a:lnTo>
                  <a:lnTo>
                    <a:pt x="437" y="57"/>
                  </a:lnTo>
                  <a:lnTo>
                    <a:pt x="487" y="70"/>
                  </a:lnTo>
                  <a:lnTo>
                    <a:pt x="535" y="85"/>
                  </a:lnTo>
                  <a:lnTo>
                    <a:pt x="581" y="100"/>
                  </a:lnTo>
                  <a:lnTo>
                    <a:pt x="626" y="117"/>
                  </a:lnTo>
                  <a:lnTo>
                    <a:pt x="670" y="134"/>
                  </a:lnTo>
                  <a:lnTo>
                    <a:pt x="690" y="142"/>
                  </a:lnTo>
                  <a:lnTo>
                    <a:pt x="711" y="151"/>
                  </a:lnTo>
                  <a:lnTo>
                    <a:pt x="750" y="168"/>
                  </a:lnTo>
                  <a:lnTo>
                    <a:pt x="788" y="187"/>
                  </a:lnTo>
                  <a:lnTo>
                    <a:pt x="825" y="205"/>
                  </a:lnTo>
                  <a:lnTo>
                    <a:pt x="859" y="222"/>
                  </a:lnTo>
                  <a:lnTo>
                    <a:pt x="891" y="241"/>
                  </a:lnTo>
                  <a:lnTo>
                    <a:pt x="921" y="258"/>
                  </a:lnTo>
                  <a:lnTo>
                    <a:pt x="950" y="275"/>
                  </a:lnTo>
                  <a:lnTo>
                    <a:pt x="977" y="291"/>
                  </a:lnTo>
                  <a:lnTo>
                    <a:pt x="1023" y="323"/>
                  </a:lnTo>
                  <a:lnTo>
                    <a:pt x="1044" y="337"/>
                  </a:lnTo>
                  <a:lnTo>
                    <a:pt x="1063" y="350"/>
                  </a:lnTo>
                  <a:lnTo>
                    <a:pt x="1093" y="374"/>
                  </a:lnTo>
                  <a:lnTo>
                    <a:pt x="1116" y="391"/>
                  </a:lnTo>
                  <a:lnTo>
                    <a:pt x="1134" y="406"/>
                  </a:lnTo>
                  <a:lnTo>
                    <a:pt x="1139" y="410"/>
                  </a:lnTo>
                  <a:lnTo>
                    <a:pt x="1154" y="422"/>
                  </a:lnTo>
                  <a:lnTo>
                    <a:pt x="1176" y="440"/>
                  </a:lnTo>
                  <a:lnTo>
                    <a:pt x="1206" y="465"/>
                  </a:lnTo>
                  <a:lnTo>
                    <a:pt x="1240" y="498"/>
                  </a:lnTo>
                  <a:lnTo>
                    <a:pt x="1260" y="517"/>
                  </a:lnTo>
                  <a:lnTo>
                    <a:pt x="1278" y="538"/>
                  </a:lnTo>
                  <a:lnTo>
                    <a:pt x="1299" y="561"/>
                  </a:lnTo>
                  <a:lnTo>
                    <a:pt x="1321" y="585"/>
                  </a:lnTo>
                  <a:lnTo>
                    <a:pt x="1340" y="612"/>
                  </a:lnTo>
                  <a:lnTo>
                    <a:pt x="1362" y="640"/>
                  </a:lnTo>
                  <a:lnTo>
                    <a:pt x="1383" y="670"/>
                  </a:lnTo>
                  <a:lnTo>
                    <a:pt x="1404" y="701"/>
                  </a:lnTo>
                  <a:lnTo>
                    <a:pt x="1415" y="717"/>
                  </a:lnTo>
                  <a:lnTo>
                    <a:pt x="1425" y="735"/>
                  </a:lnTo>
                  <a:lnTo>
                    <a:pt x="1434" y="752"/>
                  </a:lnTo>
                  <a:lnTo>
                    <a:pt x="1445" y="769"/>
                  </a:lnTo>
                  <a:lnTo>
                    <a:pt x="1465" y="806"/>
                  </a:lnTo>
                  <a:lnTo>
                    <a:pt x="1474" y="825"/>
                  </a:lnTo>
                  <a:lnTo>
                    <a:pt x="1482" y="844"/>
                  </a:lnTo>
                  <a:lnTo>
                    <a:pt x="1491" y="864"/>
                  </a:lnTo>
                  <a:lnTo>
                    <a:pt x="1499" y="884"/>
                  </a:lnTo>
                  <a:lnTo>
                    <a:pt x="1508" y="905"/>
                  </a:lnTo>
                  <a:lnTo>
                    <a:pt x="1516" y="926"/>
                  </a:lnTo>
                  <a:lnTo>
                    <a:pt x="1531" y="969"/>
                  </a:lnTo>
                  <a:lnTo>
                    <a:pt x="1538" y="992"/>
                  </a:lnTo>
                  <a:lnTo>
                    <a:pt x="1543" y="1015"/>
                  </a:lnTo>
                  <a:lnTo>
                    <a:pt x="1549" y="1039"/>
                  </a:lnTo>
                  <a:lnTo>
                    <a:pt x="1555" y="1062"/>
                  </a:lnTo>
                  <a:lnTo>
                    <a:pt x="1560" y="1085"/>
                  </a:lnTo>
                  <a:lnTo>
                    <a:pt x="1564" y="1111"/>
                  </a:lnTo>
                  <a:lnTo>
                    <a:pt x="1568" y="1135"/>
                  </a:lnTo>
                  <a:lnTo>
                    <a:pt x="1571" y="1161"/>
                  </a:lnTo>
                  <a:lnTo>
                    <a:pt x="1575" y="1186"/>
                  </a:lnTo>
                  <a:lnTo>
                    <a:pt x="1576" y="1212"/>
                  </a:lnTo>
                  <a:lnTo>
                    <a:pt x="1577" y="1239"/>
                  </a:lnTo>
                  <a:lnTo>
                    <a:pt x="1579" y="1266"/>
                  </a:lnTo>
                  <a:lnTo>
                    <a:pt x="1579" y="1321"/>
                  </a:lnTo>
                  <a:lnTo>
                    <a:pt x="1581" y="1322"/>
                  </a:lnTo>
                  <a:lnTo>
                    <a:pt x="1590" y="1322"/>
                  </a:lnTo>
                  <a:lnTo>
                    <a:pt x="1624" y="1323"/>
                  </a:lnTo>
                  <a:lnTo>
                    <a:pt x="1669" y="1323"/>
                  </a:lnTo>
                  <a:lnTo>
                    <a:pt x="1721" y="1323"/>
                  </a:lnTo>
                  <a:lnTo>
                    <a:pt x="1864" y="1321"/>
                  </a:lnTo>
                  <a:lnTo>
                    <a:pt x="1023" y="1951"/>
                  </a:lnTo>
                  <a:lnTo>
                    <a:pt x="192" y="1321"/>
                  </a:lnTo>
                  <a:lnTo>
                    <a:pt x="605" y="1321"/>
                  </a:lnTo>
                  <a:lnTo>
                    <a:pt x="606" y="1311"/>
                  </a:lnTo>
                  <a:lnTo>
                    <a:pt x="606" y="1300"/>
                  </a:lnTo>
                  <a:lnTo>
                    <a:pt x="608" y="1284"/>
                  </a:lnTo>
                  <a:lnTo>
                    <a:pt x="608" y="1264"/>
                  </a:lnTo>
                  <a:lnTo>
                    <a:pt x="606" y="1253"/>
                  </a:lnTo>
                  <a:lnTo>
                    <a:pt x="605" y="1241"/>
                  </a:lnTo>
                  <a:lnTo>
                    <a:pt x="604" y="1229"/>
                  </a:lnTo>
                  <a:lnTo>
                    <a:pt x="602" y="1215"/>
                  </a:lnTo>
                  <a:lnTo>
                    <a:pt x="600" y="1202"/>
                  </a:lnTo>
                  <a:lnTo>
                    <a:pt x="597" y="1188"/>
                  </a:lnTo>
                  <a:lnTo>
                    <a:pt x="593" y="1173"/>
                  </a:lnTo>
                  <a:lnTo>
                    <a:pt x="589" y="1158"/>
                  </a:lnTo>
                  <a:lnTo>
                    <a:pt x="584" y="1142"/>
                  </a:lnTo>
                  <a:lnTo>
                    <a:pt x="578" y="1126"/>
                  </a:lnTo>
                  <a:lnTo>
                    <a:pt x="572" y="1110"/>
                  </a:lnTo>
                  <a:lnTo>
                    <a:pt x="564" y="1092"/>
                  </a:lnTo>
                  <a:lnTo>
                    <a:pt x="556" y="1076"/>
                  </a:lnTo>
                  <a:lnTo>
                    <a:pt x="547" y="1059"/>
                  </a:lnTo>
                  <a:lnTo>
                    <a:pt x="536" y="1042"/>
                  </a:lnTo>
                  <a:lnTo>
                    <a:pt x="526" y="1024"/>
                  </a:lnTo>
                  <a:lnTo>
                    <a:pt x="512" y="1007"/>
                  </a:lnTo>
                  <a:lnTo>
                    <a:pt x="506" y="999"/>
                  </a:lnTo>
                  <a:lnTo>
                    <a:pt x="499" y="991"/>
                  </a:lnTo>
                  <a:lnTo>
                    <a:pt x="483" y="974"/>
                  </a:lnTo>
                  <a:lnTo>
                    <a:pt x="467" y="956"/>
                  </a:lnTo>
                  <a:lnTo>
                    <a:pt x="450" y="940"/>
                  </a:lnTo>
                  <a:lnTo>
                    <a:pt x="441" y="932"/>
                  </a:lnTo>
                  <a:lnTo>
                    <a:pt x="430" y="924"/>
                  </a:lnTo>
                  <a:lnTo>
                    <a:pt x="424" y="918"/>
                  </a:lnTo>
                  <a:lnTo>
                    <a:pt x="414" y="911"/>
                  </a:lnTo>
                  <a:lnTo>
                    <a:pt x="403" y="901"/>
                  </a:lnTo>
                  <a:lnTo>
                    <a:pt x="387" y="891"/>
                  </a:lnTo>
                  <a:lnTo>
                    <a:pt x="368" y="878"/>
                  </a:lnTo>
                  <a:lnTo>
                    <a:pt x="346" y="865"/>
                  </a:lnTo>
                  <a:lnTo>
                    <a:pt x="321" y="851"/>
                  </a:lnTo>
                  <a:lnTo>
                    <a:pt x="306" y="842"/>
                  </a:lnTo>
                  <a:lnTo>
                    <a:pt x="291" y="835"/>
                  </a:lnTo>
                  <a:lnTo>
                    <a:pt x="276" y="827"/>
                  </a:lnTo>
                  <a:lnTo>
                    <a:pt x="260" y="820"/>
                  </a:lnTo>
                  <a:lnTo>
                    <a:pt x="224" y="804"/>
                  </a:lnTo>
                  <a:lnTo>
                    <a:pt x="186" y="790"/>
                  </a:lnTo>
                  <a:lnTo>
                    <a:pt x="166" y="781"/>
                  </a:lnTo>
                  <a:lnTo>
                    <a:pt x="145" y="774"/>
                  </a:lnTo>
                  <a:lnTo>
                    <a:pt x="122" y="767"/>
                  </a:lnTo>
                  <a:lnTo>
                    <a:pt x="100" y="761"/>
                  </a:lnTo>
                  <a:lnTo>
                    <a:pt x="76" y="755"/>
                  </a:lnTo>
                  <a:lnTo>
                    <a:pt x="52" y="749"/>
                  </a:lnTo>
                  <a:lnTo>
                    <a:pt x="27" y="743"/>
                  </a:lnTo>
                  <a:lnTo>
                    <a:pt x="0" y="738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28575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xmlns="" id="{099EC9C9-DE0C-4AB4-B711-30FA73B57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2169"/>
              <a:ext cx="635" cy="477"/>
            </a:xfrm>
            <a:custGeom>
              <a:avLst/>
              <a:gdLst/>
              <a:ahLst/>
              <a:cxnLst>
                <a:cxn ang="0">
                  <a:pos x="809" y="1420"/>
                </a:cxn>
                <a:cxn ang="0">
                  <a:pos x="2" y="1327"/>
                </a:cxn>
                <a:cxn ang="0">
                  <a:pos x="17" y="1261"/>
                </a:cxn>
                <a:cxn ang="0">
                  <a:pos x="42" y="1177"/>
                </a:cxn>
                <a:cxn ang="0">
                  <a:pos x="74" y="1097"/>
                </a:cxn>
                <a:cxn ang="0">
                  <a:pos x="131" y="986"/>
                </a:cxn>
                <a:cxn ang="0">
                  <a:pos x="185" y="903"/>
                </a:cxn>
                <a:cxn ang="0">
                  <a:pos x="243" y="827"/>
                </a:cxn>
                <a:cxn ang="0">
                  <a:pos x="313" y="748"/>
                </a:cxn>
                <a:cxn ang="0">
                  <a:pos x="379" y="683"/>
                </a:cxn>
                <a:cxn ang="0">
                  <a:pos x="456" y="616"/>
                </a:cxn>
                <a:cxn ang="0">
                  <a:pos x="529" y="561"/>
                </a:cxn>
                <a:cxn ang="0">
                  <a:pos x="572" y="529"/>
                </a:cxn>
                <a:cxn ang="0">
                  <a:pos x="673" y="466"/>
                </a:cxn>
                <a:cxn ang="0">
                  <a:pos x="762" y="419"/>
                </a:cxn>
                <a:cxn ang="0">
                  <a:pos x="871" y="370"/>
                </a:cxn>
                <a:cxn ang="0">
                  <a:pos x="956" y="337"/>
                </a:cxn>
                <a:cxn ang="0">
                  <a:pos x="1049" y="308"/>
                </a:cxn>
                <a:cxn ang="0">
                  <a:pos x="1124" y="287"/>
                </a:cxn>
                <a:cxn ang="0">
                  <a:pos x="1205" y="268"/>
                </a:cxn>
                <a:cxn ang="0">
                  <a:pos x="1321" y="247"/>
                </a:cxn>
                <a:cxn ang="0">
                  <a:pos x="1414" y="235"/>
                </a:cxn>
                <a:cxn ang="0">
                  <a:pos x="1510" y="226"/>
                </a:cxn>
                <a:cxn ang="0">
                  <a:pos x="1612" y="221"/>
                </a:cxn>
                <a:cxn ang="0">
                  <a:pos x="1721" y="218"/>
                </a:cxn>
                <a:cxn ang="0">
                  <a:pos x="1722" y="150"/>
                </a:cxn>
                <a:cxn ang="0">
                  <a:pos x="2539" y="646"/>
                </a:cxn>
                <a:cxn ang="0">
                  <a:pos x="1706" y="967"/>
                </a:cxn>
                <a:cxn ang="0">
                  <a:pos x="1645" y="967"/>
                </a:cxn>
                <a:cxn ang="0">
                  <a:pos x="1599" y="969"/>
                </a:cxn>
                <a:cxn ang="0">
                  <a:pos x="1546" y="974"/>
                </a:cxn>
                <a:cxn ang="0">
                  <a:pos x="1486" y="984"/>
                </a:cxn>
                <a:cxn ang="0">
                  <a:pos x="1422" y="999"/>
                </a:cxn>
                <a:cxn ang="0">
                  <a:pos x="1356" y="1021"/>
                </a:cxn>
                <a:cxn ang="0">
                  <a:pos x="1300" y="1044"/>
                </a:cxn>
                <a:cxn ang="0">
                  <a:pos x="1244" y="1073"/>
                </a:cxn>
                <a:cxn ang="0">
                  <a:pos x="1202" y="1102"/>
                </a:cxn>
                <a:cxn ang="0">
                  <a:pos x="1173" y="1123"/>
                </a:cxn>
                <a:cxn ang="0">
                  <a:pos x="1125" y="1167"/>
                </a:cxn>
                <a:cxn ang="0">
                  <a:pos x="1087" y="1209"/>
                </a:cxn>
                <a:cxn ang="0">
                  <a:pos x="1046" y="1260"/>
                </a:cxn>
                <a:cxn ang="0">
                  <a:pos x="1008" y="1322"/>
                </a:cxn>
                <a:cxn ang="0">
                  <a:pos x="982" y="1374"/>
                </a:cxn>
                <a:cxn ang="0">
                  <a:pos x="960" y="1432"/>
                </a:cxn>
              </a:cxnLst>
              <a:rect l="0" t="0" r="r" b="b"/>
              <a:pathLst>
                <a:path w="2539" h="1432">
                  <a:moveTo>
                    <a:pt x="960" y="1432"/>
                  </a:moveTo>
                  <a:lnTo>
                    <a:pt x="919" y="1429"/>
                  </a:lnTo>
                  <a:lnTo>
                    <a:pt x="809" y="1420"/>
                  </a:lnTo>
                  <a:lnTo>
                    <a:pt x="480" y="1393"/>
                  </a:lnTo>
                  <a:lnTo>
                    <a:pt x="0" y="1350"/>
                  </a:lnTo>
                  <a:lnTo>
                    <a:pt x="2" y="1327"/>
                  </a:lnTo>
                  <a:lnTo>
                    <a:pt x="6" y="1305"/>
                  </a:lnTo>
                  <a:lnTo>
                    <a:pt x="12" y="1283"/>
                  </a:lnTo>
                  <a:lnTo>
                    <a:pt x="17" y="1261"/>
                  </a:lnTo>
                  <a:lnTo>
                    <a:pt x="27" y="1219"/>
                  </a:lnTo>
                  <a:lnTo>
                    <a:pt x="34" y="1197"/>
                  </a:lnTo>
                  <a:lnTo>
                    <a:pt x="42" y="1177"/>
                  </a:lnTo>
                  <a:lnTo>
                    <a:pt x="49" y="1156"/>
                  </a:lnTo>
                  <a:lnTo>
                    <a:pt x="56" y="1136"/>
                  </a:lnTo>
                  <a:lnTo>
                    <a:pt x="74" y="1097"/>
                  </a:lnTo>
                  <a:lnTo>
                    <a:pt x="91" y="1058"/>
                  </a:lnTo>
                  <a:lnTo>
                    <a:pt x="111" y="1022"/>
                  </a:lnTo>
                  <a:lnTo>
                    <a:pt x="131" y="986"/>
                  </a:lnTo>
                  <a:lnTo>
                    <a:pt x="152" y="951"/>
                  </a:lnTo>
                  <a:lnTo>
                    <a:pt x="174" y="919"/>
                  </a:lnTo>
                  <a:lnTo>
                    <a:pt x="185" y="903"/>
                  </a:lnTo>
                  <a:lnTo>
                    <a:pt x="197" y="886"/>
                  </a:lnTo>
                  <a:lnTo>
                    <a:pt x="219" y="856"/>
                  </a:lnTo>
                  <a:lnTo>
                    <a:pt x="243" y="827"/>
                  </a:lnTo>
                  <a:lnTo>
                    <a:pt x="267" y="800"/>
                  </a:lnTo>
                  <a:lnTo>
                    <a:pt x="289" y="774"/>
                  </a:lnTo>
                  <a:lnTo>
                    <a:pt x="313" y="748"/>
                  </a:lnTo>
                  <a:lnTo>
                    <a:pt x="336" y="725"/>
                  </a:lnTo>
                  <a:lnTo>
                    <a:pt x="358" y="703"/>
                  </a:lnTo>
                  <a:lnTo>
                    <a:pt x="379" y="683"/>
                  </a:lnTo>
                  <a:lnTo>
                    <a:pt x="420" y="646"/>
                  </a:lnTo>
                  <a:lnTo>
                    <a:pt x="439" y="630"/>
                  </a:lnTo>
                  <a:lnTo>
                    <a:pt x="456" y="616"/>
                  </a:lnTo>
                  <a:lnTo>
                    <a:pt x="486" y="593"/>
                  </a:lnTo>
                  <a:lnTo>
                    <a:pt x="509" y="575"/>
                  </a:lnTo>
                  <a:lnTo>
                    <a:pt x="529" y="561"/>
                  </a:lnTo>
                  <a:lnTo>
                    <a:pt x="534" y="557"/>
                  </a:lnTo>
                  <a:lnTo>
                    <a:pt x="549" y="546"/>
                  </a:lnTo>
                  <a:lnTo>
                    <a:pt x="572" y="529"/>
                  </a:lnTo>
                  <a:lnTo>
                    <a:pt x="605" y="506"/>
                  </a:lnTo>
                  <a:lnTo>
                    <a:pt x="648" y="480"/>
                  </a:lnTo>
                  <a:lnTo>
                    <a:pt x="673" y="466"/>
                  </a:lnTo>
                  <a:lnTo>
                    <a:pt x="701" y="450"/>
                  </a:lnTo>
                  <a:lnTo>
                    <a:pt x="730" y="434"/>
                  </a:lnTo>
                  <a:lnTo>
                    <a:pt x="762" y="419"/>
                  </a:lnTo>
                  <a:lnTo>
                    <a:pt x="796" y="403"/>
                  </a:lnTo>
                  <a:lnTo>
                    <a:pt x="833" y="386"/>
                  </a:lnTo>
                  <a:lnTo>
                    <a:pt x="871" y="370"/>
                  </a:lnTo>
                  <a:lnTo>
                    <a:pt x="912" y="354"/>
                  </a:lnTo>
                  <a:lnTo>
                    <a:pt x="934" y="346"/>
                  </a:lnTo>
                  <a:lnTo>
                    <a:pt x="956" y="337"/>
                  </a:lnTo>
                  <a:lnTo>
                    <a:pt x="979" y="330"/>
                  </a:lnTo>
                  <a:lnTo>
                    <a:pt x="1001" y="322"/>
                  </a:lnTo>
                  <a:lnTo>
                    <a:pt x="1049" y="308"/>
                  </a:lnTo>
                  <a:lnTo>
                    <a:pt x="1074" y="301"/>
                  </a:lnTo>
                  <a:lnTo>
                    <a:pt x="1099" y="294"/>
                  </a:lnTo>
                  <a:lnTo>
                    <a:pt x="1124" y="287"/>
                  </a:lnTo>
                  <a:lnTo>
                    <a:pt x="1150" y="281"/>
                  </a:lnTo>
                  <a:lnTo>
                    <a:pt x="1178" y="274"/>
                  </a:lnTo>
                  <a:lnTo>
                    <a:pt x="1205" y="268"/>
                  </a:lnTo>
                  <a:lnTo>
                    <a:pt x="1262" y="257"/>
                  </a:lnTo>
                  <a:lnTo>
                    <a:pt x="1291" y="252"/>
                  </a:lnTo>
                  <a:lnTo>
                    <a:pt x="1321" y="247"/>
                  </a:lnTo>
                  <a:lnTo>
                    <a:pt x="1352" y="242"/>
                  </a:lnTo>
                  <a:lnTo>
                    <a:pt x="1382" y="238"/>
                  </a:lnTo>
                  <a:lnTo>
                    <a:pt x="1414" y="235"/>
                  </a:lnTo>
                  <a:lnTo>
                    <a:pt x="1445" y="231"/>
                  </a:lnTo>
                  <a:lnTo>
                    <a:pt x="1477" y="228"/>
                  </a:lnTo>
                  <a:lnTo>
                    <a:pt x="1510" y="226"/>
                  </a:lnTo>
                  <a:lnTo>
                    <a:pt x="1543" y="224"/>
                  </a:lnTo>
                  <a:lnTo>
                    <a:pt x="1578" y="222"/>
                  </a:lnTo>
                  <a:lnTo>
                    <a:pt x="1612" y="221"/>
                  </a:lnTo>
                  <a:lnTo>
                    <a:pt x="1648" y="220"/>
                  </a:lnTo>
                  <a:lnTo>
                    <a:pt x="1719" y="220"/>
                  </a:lnTo>
                  <a:lnTo>
                    <a:pt x="1721" y="218"/>
                  </a:lnTo>
                  <a:lnTo>
                    <a:pt x="1721" y="210"/>
                  </a:lnTo>
                  <a:lnTo>
                    <a:pt x="1722" y="186"/>
                  </a:lnTo>
                  <a:lnTo>
                    <a:pt x="1722" y="150"/>
                  </a:lnTo>
                  <a:lnTo>
                    <a:pt x="1722" y="110"/>
                  </a:lnTo>
                  <a:lnTo>
                    <a:pt x="1719" y="0"/>
                  </a:lnTo>
                  <a:lnTo>
                    <a:pt x="2539" y="646"/>
                  </a:lnTo>
                  <a:lnTo>
                    <a:pt x="1719" y="1285"/>
                  </a:lnTo>
                  <a:lnTo>
                    <a:pt x="1719" y="968"/>
                  </a:lnTo>
                  <a:lnTo>
                    <a:pt x="1706" y="967"/>
                  </a:lnTo>
                  <a:lnTo>
                    <a:pt x="1692" y="967"/>
                  </a:lnTo>
                  <a:lnTo>
                    <a:pt x="1670" y="966"/>
                  </a:lnTo>
                  <a:lnTo>
                    <a:pt x="1645" y="967"/>
                  </a:lnTo>
                  <a:lnTo>
                    <a:pt x="1631" y="967"/>
                  </a:lnTo>
                  <a:lnTo>
                    <a:pt x="1615" y="968"/>
                  </a:lnTo>
                  <a:lnTo>
                    <a:pt x="1599" y="969"/>
                  </a:lnTo>
                  <a:lnTo>
                    <a:pt x="1582" y="970"/>
                  </a:lnTo>
                  <a:lnTo>
                    <a:pt x="1565" y="972"/>
                  </a:lnTo>
                  <a:lnTo>
                    <a:pt x="1546" y="974"/>
                  </a:lnTo>
                  <a:lnTo>
                    <a:pt x="1526" y="977"/>
                  </a:lnTo>
                  <a:lnTo>
                    <a:pt x="1506" y="980"/>
                  </a:lnTo>
                  <a:lnTo>
                    <a:pt x="1486" y="984"/>
                  </a:lnTo>
                  <a:lnTo>
                    <a:pt x="1465" y="988"/>
                  </a:lnTo>
                  <a:lnTo>
                    <a:pt x="1444" y="993"/>
                  </a:lnTo>
                  <a:lnTo>
                    <a:pt x="1422" y="999"/>
                  </a:lnTo>
                  <a:lnTo>
                    <a:pt x="1400" y="1005"/>
                  </a:lnTo>
                  <a:lnTo>
                    <a:pt x="1378" y="1012"/>
                  </a:lnTo>
                  <a:lnTo>
                    <a:pt x="1356" y="1021"/>
                  </a:lnTo>
                  <a:lnTo>
                    <a:pt x="1333" y="1030"/>
                  </a:lnTo>
                  <a:lnTo>
                    <a:pt x="1311" y="1039"/>
                  </a:lnTo>
                  <a:lnTo>
                    <a:pt x="1300" y="1044"/>
                  </a:lnTo>
                  <a:lnTo>
                    <a:pt x="1289" y="1050"/>
                  </a:lnTo>
                  <a:lnTo>
                    <a:pt x="1267" y="1061"/>
                  </a:lnTo>
                  <a:lnTo>
                    <a:pt x="1244" y="1073"/>
                  </a:lnTo>
                  <a:lnTo>
                    <a:pt x="1223" y="1088"/>
                  </a:lnTo>
                  <a:lnTo>
                    <a:pt x="1213" y="1095"/>
                  </a:lnTo>
                  <a:lnTo>
                    <a:pt x="1202" y="1102"/>
                  </a:lnTo>
                  <a:lnTo>
                    <a:pt x="1194" y="1107"/>
                  </a:lnTo>
                  <a:lnTo>
                    <a:pt x="1185" y="1114"/>
                  </a:lnTo>
                  <a:lnTo>
                    <a:pt x="1173" y="1123"/>
                  </a:lnTo>
                  <a:lnTo>
                    <a:pt x="1160" y="1135"/>
                  </a:lnTo>
                  <a:lnTo>
                    <a:pt x="1144" y="1150"/>
                  </a:lnTo>
                  <a:lnTo>
                    <a:pt x="1125" y="1167"/>
                  </a:lnTo>
                  <a:lnTo>
                    <a:pt x="1107" y="1186"/>
                  </a:lnTo>
                  <a:lnTo>
                    <a:pt x="1096" y="1197"/>
                  </a:lnTo>
                  <a:lnTo>
                    <a:pt x="1087" y="1209"/>
                  </a:lnTo>
                  <a:lnTo>
                    <a:pt x="1076" y="1221"/>
                  </a:lnTo>
                  <a:lnTo>
                    <a:pt x="1067" y="1234"/>
                  </a:lnTo>
                  <a:lnTo>
                    <a:pt x="1046" y="1260"/>
                  </a:lnTo>
                  <a:lnTo>
                    <a:pt x="1027" y="1290"/>
                  </a:lnTo>
                  <a:lnTo>
                    <a:pt x="1017" y="1306"/>
                  </a:lnTo>
                  <a:lnTo>
                    <a:pt x="1008" y="1322"/>
                  </a:lnTo>
                  <a:lnTo>
                    <a:pt x="1000" y="1339"/>
                  </a:lnTo>
                  <a:lnTo>
                    <a:pt x="990" y="1356"/>
                  </a:lnTo>
                  <a:lnTo>
                    <a:pt x="982" y="1374"/>
                  </a:lnTo>
                  <a:lnTo>
                    <a:pt x="975" y="1394"/>
                  </a:lnTo>
                  <a:lnTo>
                    <a:pt x="967" y="1412"/>
                  </a:lnTo>
                  <a:lnTo>
                    <a:pt x="960" y="143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8575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xmlns="" id="{4373E40D-1EBC-44D6-912C-3DED8A1DD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2471"/>
              <a:ext cx="431" cy="652"/>
            </a:xfrm>
            <a:custGeom>
              <a:avLst/>
              <a:gdLst/>
              <a:ahLst/>
              <a:cxnLst>
                <a:cxn ang="0">
                  <a:pos x="1668" y="1167"/>
                </a:cxn>
                <a:cxn ang="0">
                  <a:pos x="1599" y="1221"/>
                </a:cxn>
                <a:cxn ang="0">
                  <a:pos x="1191" y="1537"/>
                </a:cxn>
                <a:cxn ang="0">
                  <a:pos x="1696" y="1952"/>
                </a:cxn>
                <a:cxn ang="0">
                  <a:pos x="1639" y="1944"/>
                </a:cxn>
                <a:cxn ang="0">
                  <a:pos x="1585" y="1934"/>
                </a:cxn>
                <a:cxn ang="0">
                  <a:pos x="1505" y="1917"/>
                </a:cxn>
                <a:cxn ang="0">
                  <a:pos x="1430" y="1897"/>
                </a:cxn>
                <a:cxn ang="0">
                  <a:pos x="1359" y="1876"/>
                </a:cxn>
                <a:cxn ang="0">
                  <a:pos x="1269" y="1845"/>
                </a:cxn>
                <a:cxn ang="0">
                  <a:pos x="1185" y="1812"/>
                </a:cxn>
                <a:cxn ang="0">
                  <a:pos x="1107" y="1777"/>
                </a:cxn>
                <a:cxn ang="0">
                  <a:pos x="1037" y="1743"/>
                </a:cxn>
                <a:cxn ang="0">
                  <a:pos x="975" y="1708"/>
                </a:cxn>
                <a:cxn ang="0">
                  <a:pos x="919" y="1676"/>
                </a:cxn>
                <a:cxn ang="0">
                  <a:pos x="870" y="1645"/>
                </a:cxn>
                <a:cxn ang="0">
                  <a:pos x="812" y="1606"/>
                </a:cxn>
                <a:cxn ang="0">
                  <a:pos x="763" y="1567"/>
                </a:cxn>
                <a:cxn ang="0">
                  <a:pos x="737" y="1547"/>
                </a:cxn>
                <a:cxn ang="0">
                  <a:pos x="693" y="1512"/>
                </a:cxn>
                <a:cxn ang="0">
                  <a:pos x="626" y="1449"/>
                </a:cxn>
                <a:cxn ang="0">
                  <a:pos x="586" y="1407"/>
                </a:cxn>
                <a:cxn ang="0">
                  <a:pos x="544" y="1359"/>
                </a:cxn>
                <a:cxn ang="0">
                  <a:pos x="501" y="1304"/>
                </a:cxn>
                <a:cxn ang="0">
                  <a:pos x="480" y="1273"/>
                </a:cxn>
                <a:cxn ang="0">
                  <a:pos x="448" y="1226"/>
                </a:cxn>
                <a:cxn ang="0">
                  <a:pos x="429" y="1191"/>
                </a:cxn>
                <a:cxn ang="0">
                  <a:pos x="399" y="1137"/>
                </a:cxn>
                <a:cxn ang="0">
                  <a:pos x="364" y="1059"/>
                </a:cxn>
                <a:cxn ang="0">
                  <a:pos x="348" y="1017"/>
                </a:cxn>
                <a:cxn ang="0">
                  <a:pos x="327" y="952"/>
                </a:cxn>
                <a:cxn ang="0">
                  <a:pos x="310" y="884"/>
                </a:cxn>
                <a:cxn ang="0">
                  <a:pos x="300" y="836"/>
                </a:cxn>
                <a:cxn ang="0">
                  <a:pos x="291" y="762"/>
                </a:cxn>
                <a:cxn ang="0">
                  <a:pos x="287" y="710"/>
                </a:cxn>
                <a:cxn ang="0">
                  <a:pos x="286" y="630"/>
                </a:cxn>
                <a:cxn ang="0">
                  <a:pos x="274" y="629"/>
                </a:cxn>
                <a:cxn ang="0">
                  <a:pos x="196" y="628"/>
                </a:cxn>
                <a:cxn ang="0">
                  <a:pos x="0" y="630"/>
                </a:cxn>
                <a:cxn ang="0">
                  <a:pos x="1672" y="630"/>
                </a:cxn>
                <a:cxn ang="0">
                  <a:pos x="1258" y="640"/>
                </a:cxn>
                <a:cxn ang="0">
                  <a:pos x="1257" y="668"/>
                </a:cxn>
                <a:cxn ang="0">
                  <a:pos x="1259" y="711"/>
                </a:cxn>
                <a:cxn ang="0">
                  <a:pos x="1262" y="738"/>
                </a:cxn>
                <a:cxn ang="0">
                  <a:pos x="1269" y="766"/>
                </a:cxn>
                <a:cxn ang="0">
                  <a:pos x="1287" y="828"/>
                </a:cxn>
                <a:cxn ang="0">
                  <a:pos x="1302" y="862"/>
                </a:cxn>
                <a:cxn ang="0">
                  <a:pos x="1320" y="896"/>
                </a:cxn>
                <a:cxn ang="0">
                  <a:pos x="1343" y="931"/>
                </a:cxn>
                <a:cxn ang="0">
                  <a:pos x="1369" y="965"/>
                </a:cxn>
                <a:cxn ang="0">
                  <a:pos x="1402" y="999"/>
                </a:cxn>
                <a:cxn ang="0">
                  <a:pos x="1439" y="1032"/>
                </a:cxn>
                <a:cxn ang="0">
                  <a:pos x="1479" y="1061"/>
                </a:cxn>
                <a:cxn ang="0">
                  <a:pos x="1542" y="1099"/>
                </a:cxn>
                <a:cxn ang="0">
                  <a:pos x="1582" y="1122"/>
                </a:cxn>
                <a:cxn ang="0">
                  <a:pos x="1626" y="1142"/>
                </a:cxn>
                <a:cxn ang="0">
                  <a:pos x="1673" y="1162"/>
                </a:cxn>
              </a:cxnLst>
              <a:rect l="0" t="0" r="r" b="b"/>
              <a:pathLst>
                <a:path w="1724" h="1956">
                  <a:moveTo>
                    <a:pt x="1673" y="1162"/>
                  </a:moveTo>
                  <a:lnTo>
                    <a:pt x="1668" y="1167"/>
                  </a:lnTo>
                  <a:lnTo>
                    <a:pt x="1654" y="1179"/>
                  </a:lnTo>
                  <a:lnTo>
                    <a:pt x="1599" y="1221"/>
                  </a:lnTo>
                  <a:lnTo>
                    <a:pt x="1434" y="1350"/>
                  </a:lnTo>
                  <a:lnTo>
                    <a:pt x="1191" y="1537"/>
                  </a:lnTo>
                  <a:lnTo>
                    <a:pt x="1724" y="1956"/>
                  </a:lnTo>
                  <a:lnTo>
                    <a:pt x="1696" y="1952"/>
                  </a:lnTo>
                  <a:lnTo>
                    <a:pt x="1667" y="1948"/>
                  </a:lnTo>
                  <a:lnTo>
                    <a:pt x="1639" y="1944"/>
                  </a:lnTo>
                  <a:lnTo>
                    <a:pt x="1613" y="1939"/>
                  </a:lnTo>
                  <a:lnTo>
                    <a:pt x="1585" y="1934"/>
                  </a:lnTo>
                  <a:lnTo>
                    <a:pt x="1558" y="1929"/>
                  </a:lnTo>
                  <a:lnTo>
                    <a:pt x="1505" y="1917"/>
                  </a:lnTo>
                  <a:lnTo>
                    <a:pt x="1455" y="1904"/>
                  </a:lnTo>
                  <a:lnTo>
                    <a:pt x="1430" y="1897"/>
                  </a:lnTo>
                  <a:lnTo>
                    <a:pt x="1406" y="1890"/>
                  </a:lnTo>
                  <a:lnTo>
                    <a:pt x="1359" y="1876"/>
                  </a:lnTo>
                  <a:lnTo>
                    <a:pt x="1312" y="1861"/>
                  </a:lnTo>
                  <a:lnTo>
                    <a:pt x="1269" y="1845"/>
                  </a:lnTo>
                  <a:lnTo>
                    <a:pt x="1226" y="1828"/>
                  </a:lnTo>
                  <a:lnTo>
                    <a:pt x="1185" y="1812"/>
                  </a:lnTo>
                  <a:lnTo>
                    <a:pt x="1146" y="1795"/>
                  </a:lnTo>
                  <a:lnTo>
                    <a:pt x="1107" y="1777"/>
                  </a:lnTo>
                  <a:lnTo>
                    <a:pt x="1071" y="1760"/>
                  </a:lnTo>
                  <a:lnTo>
                    <a:pt x="1037" y="1743"/>
                  </a:lnTo>
                  <a:lnTo>
                    <a:pt x="1005" y="1726"/>
                  </a:lnTo>
                  <a:lnTo>
                    <a:pt x="975" y="1708"/>
                  </a:lnTo>
                  <a:lnTo>
                    <a:pt x="946" y="1692"/>
                  </a:lnTo>
                  <a:lnTo>
                    <a:pt x="919" y="1676"/>
                  </a:lnTo>
                  <a:lnTo>
                    <a:pt x="894" y="1661"/>
                  </a:lnTo>
                  <a:lnTo>
                    <a:pt x="870" y="1645"/>
                  </a:lnTo>
                  <a:lnTo>
                    <a:pt x="849" y="1631"/>
                  </a:lnTo>
                  <a:lnTo>
                    <a:pt x="812" y="1606"/>
                  </a:lnTo>
                  <a:lnTo>
                    <a:pt x="784" y="1583"/>
                  </a:lnTo>
                  <a:lnTo>
                    <a:pt x="763" y="1567"/>
                  </a:lnTo>
                  <a:lnTo>
                    <a:pt x="746" y="1553"/>
                  </a:lnTo>
                  <a:lnTo>
                    <a:pt x="737" y="1547"/>
                  </a:lnTo>
                  <a:lnTo>
                    <a:pt x="720" y="1532"/>
                  </a:lnTo>
                  <a:lnTo>
                    <a:pt x="693" y="1512"/>
                  </a:lnTo>
                  <a:lnTo>
                    <a:pt x="663" y="1484"/>
                  </a:lnTo>
                  <a:lnTo>
                    <a:pt x="626" y="1449"/>
                  </a:lnTo>
                  <a:lnTo>
                    <a:pt x="606" y="1429"/>
                  </a:lnTo>
                  <a:lnTo>
                    <a:pt x="586" y="1407"/>
                  </a:lnTo>
                  <a:lnTo>
                    <a:pt x="565" y="1384"/>
                  </a:lnTo>
                  <a:lnTo>
                    <a:pt x="544" y="1359"/>
                  </a:lnTo>
                  <a:lnTo>
                    <a:pt x="523" y="1332"/>
                  </a:lnTo>
                  <a:lnTo>
                    <a:pt x="501" y="1304"/>
                  </a:lnTo>
                  <a:lnTo>
                    <a:pt x="491" y="1289"/>
                  </a:lnTo>
                  <a:lnTo>
                    <a:pt x="480" y="1273"/>
                  </a:lnTo>
                  <a:lnTo>
                    <a:pt x="459" y="1242"/>
                  </a:lnTo>
                  <a:lnTo>
                    <a:pt x="448" y="1226"/>
                  </a:lnTo>
                  <a:lnTo>
                    <a:pt x="439" y="1208"/>
                  </a:lnTo>
                  <a:lnTo>
                    <a:pt x="429" y="1191"/>
                  </a:lnTo>
                  <a:lnTo>
                    <a:pt x="418" y="1174"/>
                  </a:lnTo>
                  <a:lnTo>
                    <a:pt x="399" y="1137"/>
                  </a:lnTo>
                  <a:lnTo>
                    <a:pt x="381" y="1098"/>
                  </a:lnTo>
                  <a:lnTo>
                    <a:pt x="364" y="1059"/>
                  </a:lnTo>
                  <a:lnTo>
                    <a:pt x="356" y="1038"/>
                  </a:lnTo>
                  <a:lnTo>
                    <a:pt x="348" y="1017"/>
                  </a:lnTo>
                  <a:lnTo>
                    <a:pt x="333" y="974"/>
                  </a:lnTo>
                  <a:lnTo>
                    <a:pt x="327" y="952"/>
                  </a:lnTo>
                  <a:lnTo>
                    <a:pt x="320" y="930"/>
                  </a:lnTo>
                  <a:lnTo>
                    <a:pt x="310" y="884"/>
                  </a:lnTo>
                  <a:lnTo>
                    <a:pt x="304" y="861"/>
                  </a:lnTo>
                  <a:lnTo>
                    <a:pt x="300" y="836"/>
                  </a:lnTo>
                  <a:lnTo>
                    <a:pt x="294" y="786"/>
                  </a:lnTo>
                  <a:lnTo>
                    <a:pt x="291" y="762"/>
                  </a:lnTo>
                  <a:lnTo>
                    <a:pt x="288" y="737"/>
                  </a:lnTo>
                  <a:lnTo>
                    <a:pt x="287" y="710"/>
                  </a:lnTo>
                  <a:lnTo>
                    <a:pt x="286" y="684"/>
                  </a:lnTo>
                  <a:lnTo>
                    <a:pt x="286" y="630"/>
                  </a:lnTo>
                  <a:lnTo>
                    <a:pt x="283" y="630"/>
                  </a:lnTo>
                  <a:lnTo>
                    <a:pt x="274" y="629"/>
                  </a:lnTo>
                  <a:lnTo>
                    <a:pt x="241" y="629"/>
                  </a:lnTo>
                  <a:lnTo>
                    <a:pt x="196" y="628"/>
                  </a:lnTo>
                  <a:lnTo>
                    <a:pt x="143" y="629"/>
                  </a:lnTo>
                  <a:lnTo>
                    <a:pt x="0" y="630"/>
                  </a:lnTo>
                  <a:lnTo>
                    <a:pt x="841" y="0"/>
                  </a:lnTo>
                  <a:lnTo>
                    <a:pt x="1672" y="630"/>
                  </a:lnTo>
                  <a:lnTo>
                    <a:pt x="1259" y="630"/>
                  </a:lnTo>
                  <a:lnTo>
                    <a:pt x="1258" y="640"/>
                  </a:lnTo>
                  <a:lnTo>
                    <a:pt x="1258" y="652"/>
                  </a:lnTo>
                  <a:lnTo>
                    <a:pt x="1257" y="668"/>
                  </a:lnTo>
                  <a:lnTo>
                    <a:pt x="1258" y="688"/>
                  </a:lnTo>
                  <a:lnTo>
                    <a:pt x="1259" y="711"/>
                  </a:lnTo>
                  <a:lnTo>
                    <a:pt x="1261" y="724"/>
                  </a:lnTo>
                  <a:lnTo>
                    <a:pt x="1262" y="738"/>
                  </a:lnTo>
                  <a:lnTo>
                    <a:pt x="1265" y="751"/>
                  </a:lnTo>
                  <a:lnTo>
                    <a:pt x="1269" y="766"/>
                  </a:lnTo>
                  <a:lnTo>
                    <a:pt x="1277" y="797"/>
                  </a:lnTo>
                  <a:lnTo>
                    <a:pt x="1287" y="828"/>
                  </a:lnTo>
                  <a:lnTo>
                    <a:pt x="1294" y="845"/>
                  </a:lnTo>
                  <a:lnTo>
                    <a:pt x="1302" y="862"/>
                  </a:lnTo>
                  <a:lnTo>
                    <a:pt x="1310" y="879"/>
                  </a:lnTo>
                  <a:lnTo>
                    <a:pt x="1320" y="896"/>
                  </a:lnTo>
                  <a:lnTo>
                    <a:pt x="1331" y="913"/>
                  </a:lnTo>
                  <a:lnTo>
                    <a:pt x="1343" y="931"/>
                  </a:lnTo>
                  <a:lnTo>
                    <a:pt x="1355" y="948"/>
                  </a:lnTo>
                  <a:lnTo>
                    <a:pt x="1369" y="965"/>
                  </a:lnTo>
                  <a:lnTo>
                    <a:pt x="1385" y="983"/>
                  </a:lnTo>
                  <a:lnTo>
                    <a:pt x="1402" y="999"/>
                  </a:lnTo>
                  <a:lnTo>
                    <a:pt x="1419" y="1016"/>
                  </a:lnTo>
                  <a:lnTo>
                    <a:pt x="1439" y="1032"/>
                  </a:lnTo>
                  <a:lnTo>
                    <a:pt x="1458" y="1046"/>
                  </a:lnTo>
                  <a:lnTo>
                    <a:pt x="1479" y="1061"/>
                  </a:lnTo>
                  <a:lnTo>
                    <a:pt x="1508" y="1079"/>
                  </a:lnTo>
                  <a:lnTo>
                    <a:pt x="1542" y="1099"/>
                  </a:lnTo>
                  <a:lnTo>
                    <a:pt x="1561" y="1111"/>
                  </a:lnTo>
                  <a:lnTo>
                    <a:pt x="1582" y="1122"/>
                  </a:lnTo>
                  <a:lnTo>
                    <a:pt x="1603" y="1132"/>
                  </a:lnTo>
                  <a:lnTo>
                    <a:pt x="1626" y="1142"/>
                  </a:lnTo>
                  <a:lnTo>
                    <a:pt x="1650" y="1152"/>
                  </a:lnTo>
                  <a:lnTo>
                    <a:pt x="1673" y="116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8575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E2660DA-B2CF-4C10-A45F-9BF67C2140F5}"/>
              </a:ext>
            </a:extLst>
          </p:cNvPr>
          <p:cNvSpPr/>
          <p:nvPr/>
        </p:nvSpPr>
        <p:spPr>
          <a:xfrm>
            <a:off x="1975637" y="1408387"/>
            <a:ext cx="2878501" cy="184224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l" defTabSz="913943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9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Complete Geo-Referencing of village maps for selected districts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A555D4AD-A23A-466B-8DDC-7533E7CAFF8E}"/>
              </a:ext>
            </a:extLst>
          </p:cNvPr>
          <p:cNvSpPr/>
          <p:nvPr/>
        </p:nvSpPr>
        <p:spPr>
          <a:xfrm>
            <a:off x="8759161" y="4567583"/>
            <a:ext cx="2878501" cy="184224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l" defTabSz="913943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9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Technical manpower for customization / implementation of Ref. Application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4F2F735E-05BC-4EAA-93EB-7EAB310D1F14}"/>
              </a:ext>
            </a:extLst>
          </p:cNvPr>
          <p:cNvSpPr/>
          <p:nvPr/>
        </p:nvSpPr>
        <p:spPr>
          <a:xfrm>
            <a:off x="2106418" y="4663949"/>
            <a:ext cx="2878501" cy="184224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l" defTabSz="913943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9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Provision of hardware and IT infrastructure/ Cloud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116E766E-7ABE-4FF9-83CB-25CD1A1DC457}"/>
              </a:ext>
            </a:extLst>
          </p:cNvPr>
          <p:cNvSpPr/>
          <p:nvPr/>
        </p:nvSpPr>
        <p:spPr>
          <a:xfrm>
            <a:off x="8795934" y="1408387"/>
            <a:ext cx="2878501" cy="184224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l" defTabSz="913943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27ACAA"/>
              </a:buClr>
              <a:buSzPct val="70000"/>
              <a:buFontTx/>
              <a:buNone/>
              <a:tabLst/>
              <a:defRPr/>
            </a:pPr>
            <a:r>
              <a:rPr kumimoji="0" lang="en-IN" sz="1999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Adhere to min. technology requirements shared by the Centre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0D80DAEB-45FD-4EF0-87E5-9D8952785EA2}"/>
              </a:ext>
            </a:extLst>
          </p:cNvPr>
          <p:cNvGrpSpPr/>
          <p:nvPr/>
        </p:nvGrpSpPr>
        <p:grpSpPr>
          <a:xfrm>
            <a:off x="1059986" y="1415260"/>
            <a:ext cx="7792024" cy="5090032"/>
            <a:chOff x="1187593" y="1414211"/>
            <a:chExt cx="7796082" cy="509268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F6E3F0C1-C74E-4244-8CF5-9DAC219C0654}"/>
                </a:ext>
              </a:extLst>
            </p:cNvPr>
            <p:cNvSpPr txBox="1"/>
            <p:nvPr/>
          </p:nvSpPr>
          <p:spPr>
            <a:xfrm>
              <a:off x="1187593" y="1414211"/>
              <a:ext cx="1096454" cy="1841145"/>
            </a:xfrm>
            <a:prstGeom prst="rect">
              <a:avLst/>
            </a:prstGeom>
            <a:noFill/>
          </p:spPr>
          <p:txBody>
            <a:bodyPr wrap="none" lIns="0" tIns="36557" rIns="0" bIns="0" rtlCol="0">
              <a:spAutoFit/>
            </a:bodyPr>
            <a:lstStyle/>
            <a:p>
              <a:pPr marL="0" marR="0" lvl="0" indent="0" algn="ctr" defTabSz="913943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FFE600"/>
                </a:buClr>
                <a:buSzPct val="70000"/>
                <a:buFontTx/>
                <a:buNone/>
                <a:tabLst/>
                <a:defRPr/>
              </a:pPr>
              <a:r>
                <a:rPr kumimoji="0" lang="en-US" sz="13793" b="1" i="0" u="none" strike="noStrike" kern="1200" cap="none" spc="0" normalizeH="0" baseline="0" noProof="0" dirty="0">
                  <a:ln>
                    <a:noFill/>
                  </a:ln>
                  <a:solidFill>
                    <a:srgbClr val="FFE600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rPr>
                <a:t>1</a:t>
              </a:r>
              <a:endParaRPr kumimoji="0" lang="en-IN" sz="13793" b="1" i="0" u="none" strike="noStrike" kern="120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819FA35A-05F9-47F5-88AC-32970D332A1A}"/>
                </a:ext>
              </a:extLst>
            </p:cNvPr>
            <p:cNvSpPr txBox="1"/>
            <p:nvPr/>
          </p:nvSpPr>
          <p:spPr>
            <a:xfrm>
              <a:off x="7887221" y="1414211"/>
              <a:ext cx="1096454" cy="1841145"/>
            </a:xfrm>
            <a:prstGeom prst="rect">
              <a:avLst/>
            </a:prstGeom>
            <a:noFill/>
          </p:spPr>
          <p:txBody>
            <a:bodyPr wrap="none" lIns="0" tIns="36557" rIns="0" bIns="0" rtlCol="0">
              <a:spAutoFit/>
            </a:bodyPr>
            <a:lstStyle/>
            <a:p>
              <a:pPr marL="0" marR="0" lvl="0" indent="0" algn="ctr" defTabSz="913943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FFE600"/>
                </a:buClr>
                <a:buSzPct val="70000"/>
                <a:buFontTx/>
                <a:buNone/>
                <a:tabLst/>
                <a:defRPr/>
              </a:pPr>
              <a:r>
                <a:rPr kumimoji="0" lang="en-US" sz="13793" b="1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rPr>
                <a:t>2</a:t>
              </a:r>
              <a:endParaRPr kumimoji="0" lang="en-IN" sz="13793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743A4442-2F81-496C-9D3D-89FAFDA0780F}"/>
                </a:ext>
              </a:extLst>
            </p:cNvPr>
            <p:cNvSpPr txBox="1"/>
            <p:nvPr/>
          </p:nvSpPr>
          <p:spPr>
            <a:xfrm>
              <a:off x="7887221" y="4665749"/>
              <a:ext cx="1096454" cy="1841145"/>
            </a:xfrm>
            <a:prstGeom prst="rect">
              <a:avLst/>
            </a:prstGeom>
            <a:noFill/>
          </p:spPr>
          <p:txBody>
            <a:bodyPr wrap="none" lIns="0" tIns="36557" rIns="0" bIns="0" rtlCol="0">
              <a:spAutoFit/>
            </a:bodyPr>
            <a:lstStyle/>
            <a:p>
              <a:pPr marL="0" marR="0" lvl="0" indent="0" algn="ctr" defTabSz="913943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FFE600"/>
                </a:buClr>
                <a:buSzPct val="70000"/>
                <a:buFontTx/>
                <a:buNone/>
                <a:tabLst/>
                <a:defRPr/>
              </a:pPr>
              <a:r>
                <a:rPr kumimoji="0" lang="en-US" sz="13793" b="1" i="0" u="none" strike="noStrike" kern="1200" cap="none" spc="0" normalizeH="0" baseline="0" noProof="0" dirty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rPr>
                <a:t>3</a:t>
              </a:r>
              <a:endParaRPr kumimoji="0" lang="en-IN" sz="13793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7FEBEF47-A41C-42A0-B5A6-BD13850FB2EC}"/>
                </a:ext>
              </a:extLst>
            </p:cNvPr>
            <p:cNvSpPr txBox="1"/>
            <p:nvPr/>
          </p:nvSpPr>
          <p:spPr>
            <a:xfrm>
              <a:off x="1187593" y="4665749"/>
              <a:ext cx="1096454" cy="1841145"/>
            </a:xfrm>
            <a:prstGeom prst="rect">
              <a:avLst/>
            </a:prstGeom>
            <a:noFill/>
          </p:spPr>
          <p:txBody>
            <a:bodyPr wrap="none" lIns="0" tIns="36557" rIns="0" bIns="0" rtlCol="0">
              <a:spAutoFit/>
            </a:bodyPr>
            <a:lstStyle/>
            <a:p>
              <a:pPr marL="0" marR="0" lvl="0" indent="0" algn="ctr" defTabSz="913943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FFE600"/>
                </a:buClr>
                <a:buSzPct val="70000"/>
                <a:buFontTx/>
                <a:buNone/>
                <a:tabLst/>
                <a:defRPr/>
              </a:pPr>
              <a:r>
                <a:rPr kumimoji="0" lang="en-US" sz="13793" b="1" i="0" u="none" strike="noStrike" kern="1200" cap="none" spc="0" normalizeH="0" baseline="0" noProof="0" dirty="0">
                  <a:ln>
                    <a:noFill/>
                  </a:ln>
                  <a:solidFill>
                    <a:srgbClr val="C0C0C0"/>
                  </a:solidFill>
                  <a:effectLst/>
                  <a:uLnTx/>
                  <a:uFillTx/>
                  <a:latin typeface="EYInterstate Light"/>
                  <a:ea typeface="+mn-ea"/>
                  <a:cs typeface="+mn-cs"/>
                </a:rPr>
                <a:t>4</a:t>
              </a:r>
              <a:endParaRPr kumimoji="0" lang="en-IN" sz="13793" b="1" i="0" u="none" strike="noStrike" kern="1200" cap="none" spc="0" normalizeH="0" baseline="0" noProof="0" dirty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81112954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12D01884-840B-4629-A737-DD2C09D8A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/>
          <a:p>
            <a:r>
              <a:rPr lang="en-IN" dirty="0"/>
              <a:t>Key Stakeholders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B81E551F-D391-4FED-9BE3-607C7624B86C}"/>
              </a:ext>
            </a:extLst>
          </p:cNvPr>
          <p:cNvCxnSpPr>
            <a:cxnSpLocks/>
          </p:cNvCxnSpPr>
          <p:nvPr/>
        </p:nvCxnSpPr>
        <p:spPr>
          <a:xfrm>
            <a:off x="3131995" y="1635887"/>
            <a:ext cx="5928010" cy="4156277"/>
          </a:xfrm>
          <a:prstGeom prst="line">
            <a:avLst/>
          </a:prstGeom>
          <a:ln w="19050">
            <a:solidFill>
              <a:schemeClr val="tx1">
                <a:lumMod val="65000"/>
              </a:schemeClr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88A7F9F6-0096-4FD6-83C4-590478F3EC03}"/>
              </a:ext>
            </a:extLst>
          </p:cNvPr>
          <p:cNvCxnSpPr>
            <a:cxnSpLocks/>
          </p:cNvCxnSpPr>
          <p:nvPr/>
        </p:nvCxnSpPr>
        <p:spPr>
          <a:xfrm>
            <a:off x="3123818" y="3699695"/>
            <a:ext cx="5936187" cy="0"/>
          </a:xfrm>
          <a:prstGeom prst="line">
            <a:avLst/>
          </a:prstGeom>
          <a:ln w="19050">
            <a:solidFill>
              <a:schemeClr val="tx1">
                <a:lumMod val="65000"/>
              </a:schemeClr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226CC71A-A32C-42D4-95B2-969BC61C3621}"/>
              </a:ext>
            </a:extLst>
          </p:cNvPr>
          <p:cNvCxnSpPr>
            <a:cxnSpLocks/>
          </p:cNvCxnSpPr>
          <p:nvPr/>
        </p:nvCxnSpPr>
        <p:spPr>
          <a:xfrm flipV="1">
            <a:off x="3129601" y="1635884"/>
            <a:ext cx="5932798" cy="4156280"/>
          </a:xfrm>
          <a:prstGeom prst="line">
            <a:avLst/>
          </a:prstGeom>
          <a:ln w="19050">
            <a:solidFill>
              <a:schemeClr val="tx1">
                <a:lumMod val="65000"/>
              </a:schemeClr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B8FBEADD-8948-4FFE-9092-876C570EE441}"/>
              </a:ext>
            </a:extLst>
          </p:cNvPr>
          <p:cNvGrpSpPr/>
          <p:nvPr/>
        </p:nvGrpSpPr>
        <p:grpSpPr>
          <a:xfrm>
            <a:off x="3954771" y="1288825"/>
            <a:ext cx="4680000" cy="4680000"/>
            <a:chOff x="3963765" y="1488066"/>
            <a:chExt cx="4680000" cy="4680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EA92D033-60C9-4EDA-8062-156FA0281244}"/>
                </a:ext>
              </a:extLst>
            </p:cNvPr>
            <p:cNvSpPr/>
            <p:nvPr/>
          </p:nvSpPr>
          <p:spPr>
            <a:xfrm>
              <a:off x="4116000" y="1734843"/>
              <a:ext cx="3960000" cy="39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E91A8070-72D0-45C4-8782-A616801D21B4}"/>
                </a:ext>
              </a:extLst>
            </p:cNvPr>
            <p:cNvSpPr/>
            <p:nvPr/>
          </p:nvSpPr>
          <p:spPr>
            <a:xfrm>
              <a:off x="4467089" y="2108669"/>
              <a:ext cx="3240000" cy="3240000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8E4D840D-01FE-4F28-B297-CD8A1B645982}"/>
                </a:ext>
              </a:extLst>
            </p:cNvPr>
            <p:cNvSpPr/>
            <p:nvPr/>
          </p:nvSpPr>
          <p:spPr>
            <a:xfrm>
              <a:off x="4534954" y="1938357"/>
              <a:ext cx="3240000" cy="324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>
                  <a:gd name="adj" fmla="val 280933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4B11C63D-43CA-4591-9BBE-ADAF2682543B}"/>
                </a:ext>
              </a:extLst>
            </p:cNvPr>
            <p:cNvSpPr/>
            <p:nvPr/>
          </p:nvSpPr>
          <p:spPr>
            <a:xfrm>
              <a:off x="4116000" y="1566451"/>
              <a:ext cx="3960000" cy="396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>
                  <a:gd name="adj" fmla="val 280933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EYInterstate" panose="02000503020000020004" pitchFamily="2" charset="0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AC2C5A68-2A38-44DF-989B-1F811ED085A6}"/>
                </a:ext>
              </a:extLst>
            </p:cNvPr>
            <p:cNvSpPr/>
            <p:nvPr/>
          </p:nvSpPr>
          <p:spPr>
            <a:xfrm>
              <a:off x="3963765" y="1488066"/>
              <a:ext cx="4680000" cy="4680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>
                  <a:gd name="adj" fmla="val 6166702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rgbClr val="FFFFFF">
                        <a:alpha val="40000"/>
                      </a:srgbClr>
                    </a:outerShdw>
                  </a:effectLst>
                  <a:uLnTx/>
                  <a:uFillTx/>
                  <a:latin typeface="EYInterstate" panose="02000503020000020004" pitchFamily="2" charset="0"/>
                  <a:ea typeface="+mn-ea"/>
                  <a:cs typeface="+mn-cs"/>
                </a:rPr>
                <a:t>                                                                                                                  </a:t>
              </a: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5EB05DDE-E45C-429E-8773-810134149383}"/>
              </a:ext>
            </a:extLst>
          </p:cNvPr>
          <p:cNvSpPr/>
          <p:nvPr/>
        </p:nvSpPr>
        <p:spPr>
          <a:xfrm>
            <a:off x="9062399" y="1095884"/>
            <a:ext cx="252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Other Central Ministries/Departments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i.e. Fisheries, Animal Husbandry, Fertilizer, Food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501EC06A-8BAF-4DE6-A707-E339CD674D92}"/>
              </a:ext>
            </a:extLst>
          </p:cNvPr>
          <p:cNvSpPr/>
          <p:nvPr/>
        </p:nvSpPr>
        <p:spPr>
          <a:xfrm>
            <a:off x="9060005" y="3159695"/>
            <a:ext cx="252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Other State Government Departments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xmlns="" id="{E5C57F32-080B-4FDD-954C-F6289E056155}"/>
              </a:ext>
            </a:extLst>
          </p:cNvPr>
          <p:cNvSpPr/>
          <p:nvPr/>
        </p:nvSpPr>
        <p:spPr>
          <a:xfrm>
            <a:off x="603818" y="3159695"/>
            <a:ext cx="252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State Agriculture Departments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A41919E4-C312-4F8D-9B44-AAE7DA039DC2}"/>
              </a:ext>
            </a:extLst>
          </p:cNvPr>
          <p:cNvSpPr/>
          <p:nvPr/>
        </p:nvSpPr>
        <p:spPr>
          <a:xfrm>
            <a:off x="609601" y="5252164"/>
            <a:ext cx="252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Private Sector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E7704A40-A2EF-48AD-BF01-1C84D63C6E28}"/>
              </a:ext>
            </a:extLst>
          </p:cNvPr>
          <p:cNvSpPr/>
          <p:nvPr/>
        </p:nvSpPr>
        <p:spPr>
          <a:xfrm>
            <a:off x="9060005" y="5252164"/>
            <a:ext cx="252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Other Government Agencies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xmlns="" id="{4E5276F5-8D7D-4469-B72E-113B6423A9D5}"/>
              </a:ext>
            </a:extLst>
          </p:cNvPr>
          <p:cNvSpPr/>
          <p:nvPr/>
        </p:nvSpPr>
        <p:spPr>
          <a:xfrm>
            <a:off x="611995" y="1095887"/>
            <a:ext cx="252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Ministry of Agriculture &amp; Farmers’ Welfare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xmlns="" id="{1DC689FB-F2AC-4C43-82E3-C8EB5404AE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24931" b="25207"/>
          <a:stretch/>
        </p:blipFill>
        <p:spPr>
          <a:xfrm>
            <a:off x="4032096" y="2880146"/>
            <a:ext cx="4127808" cy="109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9047443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Guidelines for Digital Crop Survey</a:t>
            </a:r>
            <a:endParaRPr lang="en-GB" sz="1799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xmlns="" id="{5966F39E-69F0-4150-9938-9055E23CB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262873"/>
            <a:ext cx="10972800" cy="4945344"/>
          </a:xfrm>
        </p:spPr>
        <p:txBody>
          <a:bodyPr/>
          <a:lstStyle/>
          <a:p>
            <a:pPr lvl="1">
              <a:spcBef>
                <a:spcPts val="1199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spcBef>
                <a:spcPts val="1199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/>
              <a:t>Geo-referencing of Village maps is a pre-requisite for conducting Digital Crop Surveys</a:t>
            </a:r>
            <a:endParaRPr lang="en-IN" dirty="0"/>
          </a:p>
          <a:p>
            <a:pPr lvl="1">
              <a:spcBef>
                <a:spcPts val="1199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/>
              <a:t>Digital Crop Survey would be conducted owner plot-wise </a:t>
            </a:r>
            <a:endParaRPr lang="en-IN" dirty="0"/>
          </a:p>
          <a:p>
            <a:pPr lvl="1">
              <a:spcBef>
                <a:spcPts val="1199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/>
              <a:t>The survey will be conducted during all three seasons </a:t>
            </a:r>
            <a:endParaRPr lang="en-IN" dirty="0"/>
          </a:p>
          <a:p>
            <a:pPr lvl="1">
              <a:spcBef>
                <a:spcPts val="1199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/>
              <a:t>Geo-tagged data will be captured using the Digital Crop Survey Mobile App</a:t>
            </a:r>
          </a:p>
          <a:p>
            <a:pPr lvl="1">
              <a:spcBef>
                <a:spcPts val="1199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/>
              <a:t>The Central Government shall provide reference application to the States to conduct the survey</a:t>
            </a:r>
            <a:endParaRPr lang="en-IN" dirty="0"/>
          </a:p>
          <a:p>
            <a:pPr lvl="1">
              <a:spcBef>
                <a:spcPts val="1199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dirty="0"/>
              <a:t>Data sharing between states and Central shall be governed by Agri Stack guidelines</a:t>
            </a:r>
          </a:p>
          <a:p>
            <a:pPr lvl="1">
              <a:spcBef>
                <a:spcPts val="1199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dirty="0"/>
              <a:t>States can conduct the survey through State officials/Private Agencies/Private persons</a:t>
            </a:r>
          </a:p>
          <a:p>
            <a:pPr lvl="1">
              <a:spcBef>
                <a:spcPts val="1199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dirty="0"/>
              <a:t>Principal Secretary will be the SPOC for States</a:t>
            </a:r>
          </a:p>
          <a:p>
            <a:pPr marL="356437" lvl="1" indent="0">
              <a:spcBef>
                <a:spcPts val="1199"/>
              </a:spcBef>
              <a:buClr>
                <a:schemeClr val="bg2"/>
              </a:buClr>
              <a:buNone/>
            </a:pPr>
            <a:endParaRPr lang="en-IN" dirty="0"/>
          </a:p>
        </p:txBody>
      </p:sp>
      <p:sp>
        <p:nvSpPr>
          <p:cNvPr id="4" name="KMA1D1FEAF">
            <a:extLst>
              <a:ext uri="{FF2B5EF4-FFF2-40B4-BE49-F238E27FC236}">
                <a16:creationId xmlns:a16="http://schemas.microsoft.com/office/drawing/2014/main" xmlns="" id="{7F9B93E7-0600-4B25-950B-7084177B319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609601" y="1139113"/>
            <a:ext cx="3511430" cy="478238"/>
          </a:xfrm>
          <a:prstGeom prst="homePlate">
            <a:avLst>
              <a:gd name="adj" fmla="val 37952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lIns="57996" tIns="28998" rIns="57996" bIns="28998" anchor="ctr"/>
          <a:lstStyle/>
          <a:p>
            <a:pPr marL="0" marR="0" lvl="0" indent="0" algn="l" defTabSz="736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ct val="60000"/>
              <a:buFontTx/>
              <a:buNone/>
              <a:tabLst/>
              <a:defRPr/>
            </a:pPr>
            <a:r>
              <a:rPr kumimoji="0" lang="en-US" sz="1999" b="1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Operational Mechanism</a:t>
            </a:r>
          </a:p>
        </p:txBody>
      </p:sp>
    </p:spTree>
    <p:extLst>
      <p:ext uri="{BB962C8B-B14F-4D97-AF65-F5344CB8AC3E}">
        <p14:creationId xmlns:p14="http://schemas.microsoft.com/office/powerpoint/2010/main" xmlns="" val="11566742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UPNAME" val="KMA1D1FEAF:R001:C001"/>
  <p:tag name="LEFT" val="41"/>
  <p:tag name="PRIORNAME" val="KMA1D1FEAF"/>
  <p:tag name="AUTHOR" val="KMA"/>
  <p:tag name="NUMBEROFROWS" val=" 1"/>
  <p:tag name="NUMBEROFCOLUMNS" val=" 1"/>
  <p:tag name="TABLEVERSION" val="3.00"/>
  <p:tag name="TABLEINFO" val="RW:R001;LK=False|RW:R001;ST=1|RW:R001;RH=1|CL:C001;LK=False|CL:C001;ST=1|CL:C001;CW=1"/>
  <p:tag name="BAINBULLET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UPNAME" val="KMA1D1FEAF:R001:C001"/>
  <p:tag name="LEFT" val="41"/>
  <p:tag name="PRIORNAME" val="KMA1D1FEAF"/>
  <p:tag name="AUTHOR" val="KMA"/>
  <p:tag name="NUMBEROFROWS" val=" 1"/>
  <p:tag name="NUMBEROFCOLUMNS" val=" 1"/>
  <p:tag name="TABLEVERSION" val="3.00"/>
  <p:tag name="TABLEINFO" val="RW:R001;LK=False|RW:R001;ST=1|RW:R001;RH=1|CL:C001;LK=False|CL:C001;ST=1|CL:C001;CW=1"/>
  <p:tag name="BAINBULLET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UPNAME" val="KMA1D1FEAF:R001:C001"/>
  <p:tag name="LEFT" val="41"/>
  <p:tag name="PRIORNAME" val="KMA1D1FEAF"/>
  <p:tag name="AUTHOR" val="KMA"/>
  <p:tag name="NUMBEROFROWS" val=" 1"/>
  <p:tag name="NUMBEROFCOLUMNS" val=" 1"/>
  <p:tag name="TABLEVERSION" val="3.00"/>
  <p:tag name="TABLEINFO" val="RW:R001;LK=False|RW:R001;ST=1|RW:R001;RH=1|CL:C001;LK=False|CL:C001;ST=1|CL:C001;CW=1"/>
  <p:tag name="BAINBULLET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9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2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7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1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3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10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5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">
    <a:dk1>
      <a:srgbClr val="FFFFFF"/>
    </a:dk1>
    <a:lt1>
      <a:srgbClr val="2E2E38"/>
    </a:lt1>
    <a:dk2>
      <a:srgbClr val="FFE600"/>
    </a:dk2>
    <a:lt2>
      <a:srgbClr val="000000"/>
    </a:lt2>
    <a:accent1>
      <a:srgbClr val="2DB757"/>
    </a:accent1>
    <a:accent2>
      <a:srgbClr val="27ACAA"/>
    </a:accent2>
    <a:accent3>
      <a:srgbClr val="188CE5"/>
    </a:accent3>
    <a:accent4>
      <a:srgbClr val="3D108A"/>
    </a:accent4>
    <a:accent5>
      <a:srgbClr val="FF4136"/>
    </a:accent5>
    <a:accent6>
      <a:srgbClr val="FF6D00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2334</TotalTime>
  <Words>2630</Words>
  <Application>Microsoft Macintosh PowerPoint</Application>
  <PresentationFormat>Custom</PresentationFormat>
  <Paragraphs>692</Paragraphs>
  <Slides>27</Slides>
  <Notes>3</Notes>
  <HiddenSlides>6</HiddenSlides>
  <MMClips>0</MMClips>
  <ScaleCrop>false</ScaleCrop>
  <HeadingPairs>
    <vt:vector size="4" baseType="variant">
      <vt:variant>
        <vt:lpstr>Theme</vt:lpstr>
      </vt:variant>
      <vt:variant>
        <vt:i4>12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Office Theme</vt:lpstr>
      <vt:lpstr>6_EY light background</vt:lpstr>
      <vt:lpstr>EY dark background</vt:lpstr>
      <vt:lpstr>EY light background</vt:lpstr>
      <vt:lpstr>9_EY light background</vt:lpstr>
      <vt:lpstr>2_EY light background</vt:lpstr>
      <vt:lpstr>7_EY light background</vt:lpstr>
      <vt:lpstr>1_EY light background</vt:lpstr>
      <vt:lpstr>3_EY light background</vt:lpstr>
      <vt:lpstr>10_EY light background</vt:lpstr>
      <vt:lpstr>Office Theme</vt:lpstr>
      <vt:lpstr>5_EY light background</vt:lpstr>
      <vt:lpstr>Slide 1</vt:lpstr>
      <vt:lpstr>Slide 2</vt:lpstr>
      <vt:lpstr>Digital Public Infrastructure for Agriculture</vt:lpstr>
      <vt:lpstr>Who is Shanti?</vt:lpstr>
      <vt:lpstr>Slide 5</vt:lpstr>
      <vt:lpstr>Crop Sown Registry enabled by Digital Crop Survey</vt:lpstr>
      <vt:lpstr>Digital Crop Survey – Rollout Plan by Kharif 2023 (As a Centrally Sponsored Scheme)</vt:lpstr>
      <vt:lpstr>Digital Crop Survey – Status &amp; Asks</vt:lpstr>
      <vt:lpstr>Advantages of Digital Crop Survey for the Government</vt:lpstr>
      <vt:lpstr>Supporting Registries/Master Databases in Agri Stack</vt:lpstr>
      <vt:lpstr>Slide 11</vt:lpstr>
      <vt:lpstr>Krishi-DSS Geospatial Decision Support System</vt:lpstr>
      <vt:lpstr>Slide 13</vt:lpstr>
      <vt:lpstr>Krishi MApper</vt:lpstr>
      <vt:lpstr>Overview of Krishi MApper</vt:lpstr>
      <vt:lpstr>Slide 16</vt:lpstr>
      <vt:lpstr>National e-Governance Plan in Agriculture (NeGP-A) </vt:lpstr>
      <vt:lpstr>Project Sanction under National e-Governance Plan in Agriculture(NeGPA) during the last 3 years and the Utilization by the State </vt:lpstr>
      <vt:lpstr>Project Sanction under National e-Governance Plan in Agriculture(NeGPA) during the last 3 years and the Utilization by the State (contd..)</vt:lpstr>
      <vt:lpstr>Challenges in the implementation of NeGP-A</vt:lpstr>
      <vt:lpstr>Slide 21</vt:lpstr>
      <vt:lpstr>Slide 22</vt:lpstr>
      <vt:lpstr>Advantages for Farmers</vt:lpstr>
      <vt:lpstr>Guidelines for Digital Crop Survey (2/2)</vt:lpstr>
      <vt:lpstr>Technical Prerequisites for Digital Crop Survey</vt:lpstr>
      <vt:lpstr>Key Stakeholders</vt:lpstr>
      <vt:lpstr>Guidelines for Digital Crop Survey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Akhil Paul</dc:creator>
  <cp:lastModifiedBy>Administrator</cp:lastModifiedBy>
  <cp:revision>16</cp:revision>
  <dcterms:created xsi:type="dcterms:W3CDTF">2023-03-24T06:49:09Z</dcterms:created>
  <dcterms:modified xsi:type="dcterms:W3CDTF">2023-05-01T09:53:12Z</dcterms:modified>
</cp:coreProperties>
</file>