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314" r:id="rId4"/>
    <p:sldId id="304" r:id="rId5"/>
    <p:sldId id="316" r:id="rId6"/>
    <p:sldId id="318" r:id="rId7"/>
    <p:sldId id="317" r:id="rId8"/>
    <p:sldId id="546" r:id="rId9"/>
  </p:sldIdLst>
  <p:sldSz cx="12192000" cy="6858000"/>
  <p:notesSz cx="6858000" cy="12192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980">
          <p15:clr>
            <a:srgbClr val="9AA0A6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84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4" roundtripDataSignature="AMtx7miNz7snD/7ofUKqTh413tBEsaBjy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Vanya Mehta" initials="" lastIdx="1" clrIdx="0"/>
  <p:cmAuthor id="1" name="Bangalore 16" initials="B1" lastIdx="8" clrIdx="1">
    <p:extLst>
      <p:ext uri="{19B8F6BF-5375-455C-9EA6-DF929625EA0E}">
        <p15:presenceInfo xmlns:p15="http://schemas.microsoft.com/office/powerpoint/2012/main" userId="S::bangalore16@sattvaimpact.onmicrosoft.com::0d4d254b-2508-49fd-a810-2a7d884db48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452A"/>
    <a:srgbClr val="E6E0C2"/>
    <a:srgbClr val="FFD828"/>
    <a:srgbClr val="E5A6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3710A6C-2729-415F-A585-4DD8E0274B16}">
  <a:tblStyle styleId="{93710A6C-2729-415F-A585-4DD8E0274B16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</a:tcBdr>
      </a:tcStyle>
    </a:band1H>
    <a:band2H>
      <a:tcTxStyle/>
      <a:tcStyle>
        <a:tcBdr/>
      </a:tcStyle>
    </a:band2H>
    <a:band1V>
      <a:tcTxStyle/>
      <a:tcStyle>
        <a:tcBdr>
          <a:lef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1V>
    <a:band2V>
      <a:tcTxStyle/>
      <a:tcStyle>
        <a:tcBdr>
          <a:lef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5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22"/>
    <p:restoredTop sz="94643"/>
  </p:normalViewPr>
  <p:slideViewPr>
    <p:cSldViewPr snapToGrid="0">
      <p:cViewPr>
        <p:scale>
          <a:sx n="46" d="100"/>
          <a:sy n="46" d="100"/>
        </p:scale>
        <p:origin x="1080" y="38"/>
      </p:cViewPr>
      <p:guideLst>
        <p:guide orient="horz" pos="198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84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6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65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64" Type="http://customschemas.google.com/relationships/presentationmetadata" Target="metadata"/><Relationship Id="rId6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98018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810946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6" name="Google Shape;41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354876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27108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6" name="Google Shape;41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451105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Bill &amp; Melinda Gates Foundation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BFEC94F-12C8-4E9F-9CD8-BA76233A02B3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0074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- Text Only">
  <p:cSld name="Title Slide - Text Onl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8"/>
          <p:cNvSpPr txBox="1">
            <a:spLocks noGrp="1"/>
          </p:cNvSpPr>
          <p:nvPr>
            <p:ph type="ctrTitle"/>
          </p:nvPr>
        </p:nvSpPr>
        <p:spPr>
          <a:xfrm>
            <a:off x="486835" y="2486273"/>
            <a:ext cx="11129432" cy="949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67"/>
              <a:buFont typeface="Arial"/>
              <a:buNone/>
              <a:defRPr sz="3067" b="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8"/>
          <p:cNvSpPr txBox="1">
            <a:spLocks noGrp="1"/>
          </p:cNvSpPr>
          <p:nvPr>
            <p:ph type="subTitle" idx="1"/>
          </p:nvPr>
        </p:nvSpPr>
        <p:spPr>
          <a:xfrm>
            <a:off x="486834" y="3501610"/>
            <a:ext cx="11129433" cy="586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67"/>
              <a:buNone/>
              <a:defRPr sz="1867" b="0">
                <a:solidFill>
                  <a:schemeClr val="accent4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SzPts val="1733"/>
              <a:buNone/>
              <a:defRPr>
                <a:solidFill>
                  <a:srgbClr val="99928B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SzPts val="1600"/>
              <a:buNone/>
              <a:defRPr>
                <a:solidFill>
                  <a:srgbClr val="99928B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SzPts val="1467"/>
              <a:buNone/>
              <a:defRPr>
                <a:solidFill>
                  <a:srgbClr val="99928B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SzPts val="1467"/>
              <a:buNone/>
              <a:defRPr>
                <a:solidFill>
                  <a:srgbClr val="99928B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99928B"/>
              </a:buClr>
              <a:buSzPts val="2667"/>
              <a:buNone/>
              <a:defRPr>
                <a:solidFill>
                  <a:srgbClr val="99928B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99928B"/>
              </a:buClr>
              <a:buSzPts val="2667"/>
              <a:buNone/>
              <a:defRPr>
                <a:solidFill>
                  <a:srgbClr val="99928B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99928B"/>
              </a:buClr>
              <a:buSzPts val="2667"/>
              <a:buNone/>
              <a:defRPr>
                <a:solidFill>
                  <a:srgbClr val="99928B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99928B"/>
              </a:buClr>
              <a:buSzPts val="2667"/>
              <a:buNone/>
              <a:defRPr>
                <a:solidFill>
                  <a:srgbClr val="99928B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48"/>
          <p:cNvSpPr txBox="1">
            <a:spLocks noGrp="1"/>
          </p:cNvSpPr>
          <p:nvPr>
            <p:ph type="body" idx="2"/>
          </p:nvPr>
        </p:nvSpPr>
        <p:spPr>
          <a:xfrm>
            <a:off x="486834" y="5413248"/>
            <a:ext cx="11106151" cy="1014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41687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7F7F7F"/>
                </a:solidFill>
              </a:defRPr>
            </a:lvl1pPr>
            <a:lvl2pPr marL="914400" lvl="1" indent="-228600" algn="l">
              <a:lnSpc>
                <a:spcPct val="141687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41687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7F7F7F"/>
                </a:solidFill>
              </a:defRPr>
            </a:lvl3pPr>
            <a:lvl4pPr marL="1828800" lvl="3" indent="-228600" algn="l">
              <a:lnSpc>
                <a:spcPct val="141687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41687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7F7F7F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8"/>
          <p:cNvSpPr txBox="1">
            <a:spLocks noGrp="1"/>
          </p:cNvSpPr>
          <p:nvPr>
            <p:ph type="dt" idx="10"/>
          </p:nvPr>
        </p:nvSpPr>
        <p:spPr>
          <a:xfrm>
            <a:off x="486834" y="4657345"/>
            <a:ext cx="11129433" cy="366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1" name="Google Shape;21;p48"/>
          <p:cNvCxnSpPr/>
          <p:nvPr/>
        </p:nvCxnSpPr>
        <p:spPr>
          <a:xfrm>
            <a:off x="486834" y="4293719"/>
            <a:ext cx="11129433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2" name="Google Shape;22;p48" descr="C:\Users\TERESA~1\AppData\Local\Temp\vmware-Teresa Sharp\VMwareDnD\99bbe9a7\BMGF_red_box_2in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421707" y="1"/>
            <a:ext cx="2194560" cy="219456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8"/>
          <p:cNvSpPr txBox="1">
            <a:spLocks noGrp="1"/>
          </p:cNvSpPr>
          <p:nvPr>
            <p:ph type="ftr" idx="11"/>
          </p:nvPr>
        </p:nvSpPr>
        <p:spPr>
          <a:xfrm>
            <a:off x="7755467" y="6527945"/>
            <a:ext cx="3860800" cy="20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67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Width Head + Copy - Text Only">
  <p:cSld name="Full Width Head + Copy - Text 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9"/>
          <p:cNvSpPr txBox="1">
            <a:spLocks noGrp="1"/>
          </p:cNvSpPr>
          <p:nvPr>
            <p:ph type="body" idx="1"/>
          </p:nvPr>
        </p:nvSpPr>
        <p:spPr>
          <a:xfrm>
            <a:off x="486833" y="1718734"/>
            <a:ext cx="11106151" cy="4519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867"/>
              <a:buNone/>
              <a:defRPr sz="1867" b="0"/>
            </a:lvl1pPr>
            <a:lvl2pPr marL="914400" lvl="1" indent="-338645" algn="l">
              <a:spcBef>
                <a:spcPts val="800"/>
              </a:spcBef>
              <a:spcAft>
                <a:spcPts val="0"/>
              </a:spcAft>
              <a:buClr>
                <a:srgbClr val="5393AA"/>
              </a:buClr>
              <a:buSzPts val="1733"/>
              <a:buFont typeface="Noto Sans Symbols"/>
              <a:buChar char="▪"/>
              <a:defRPr sz="1733"/>
            </a:lvl2pPr>
            <a:lvl3pPr marL="1371600" lvl="2" indent="-330200" algn="l">
              <a:spcBef>
                <a:spcPts val="800"/>
              </a:spcBef>
              <a:spcAft>
                <a:spcPts val="0"/>
              </a:spcAft>
              <a:buClr>
                <a:srgbClr val="3086AB"/>
              </a:buClr>
              <a:buSzPts val="1600"/>
              <a:buFont typeface="Arial"/>
              <a:buChar char="•"/>
              <a:defRPr/>
            </a:lvl3pPr>
            <a:lvl4pPr marL="1828800" lvl="3" indent="-321754" algn="l">
              <a:spcBef>
                <a:spcPts val="800"/>
              </a:spcBef>
              <a:spcAft>
                <a:spcPts val="0"/>
              </a:spcAft>
              <a:buSzPts val="1467"/>
              <a:buFont typeface="Arial"/>
              <a:buChar char="-"/>
              <a:defRPr/>
            </a:lvl4pPr>
            <a:lvl5pPr marL="2286000" lvl="4" indent="-321754" algn="l">
              <a:spcBef>
                <a:spcPts val="800"/>
              </a:spcBef>
              <a:spcAft>
                <a:spcPts val="0"/>
              </a:spcAft>
              <a:buSzPts val="1467"/>
              <a:buChar char="◦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49"/>
          <p:cNvSpPr txBox="1">
            <a:spLocks noGrp="1"/>
          </p:cNvSpPr>
          <p:nvPr>
            <p:ph type="ftr" idx="11"/>
          </p:nvPr>
        </p:nvSpPr>
        <p:spPr>
          <a:xfrm>
            <a:off x="7498085" y="6527945"/>
            <a:ext cx="3860800" cy="20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9"/>
          <p:cNvSpPr txBox="1">
            <a:spLocks noGrp="1"/>
          </p:cNvSpPr>
          <p:nvPr>
            <p:ph type="sldNum" idx="12"/>
          </p:nvPr>
        </p:nvSpPr>
        <p:spPr>
          <a:xfrm>
            <a:off x="11359635" y="6527357"/>
            <a:ext cx="253444" cy="20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49"/>
          <p:cNvSpPr txBox="1">
            <a:spLocks noGrp="1"/>
          </p:cNvSpPr>
          <p:nvPr>
            <p:ph type="title"/>
          </p:nvPr>
        </p:nvSpPr>
        <p:spPr>
          <a:xfrm>
            <a:off x="486833" y="646177"/>
            <a:ext cx="11106151" cy="697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67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9"/>
          <p:cNvSpPr txBox="1"/>
          <p:nvPr/>
        </p:nvSpPr>
        <p:spPr>
          <a:xfrm>
            <a:off x="5673723" y="6535264"/>
            <a:ext cx="732367" cy="20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7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CONFIDENTIAL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- Customize Photo">
  <p:cSld name="Title Slide - Customize Photo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5"/>
          <p:cNvSpPr>
            <a:spLocks noGrp="1"/>
          </p:cNvSpPr>
          <p:nvPr>
            <p:ph type="pic" idx="2"/>
          </p:nvPr>
        </p:nvSpPr>
        <p:spPr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55"/>
          <p:cNvSpPr txBox="1">
            <a:spLocks noGrp="1"/>
          </p:cNvSpPr>
          <p:nvPr>
            <p:ph type="ctrTitle"/>
          </p:nvPr>
        </p:nvSpPr>
        <p:spPr>
          <a:xfrm>
            <a:off x="486835" y="2459702"/>
            <a:ext cx="5520267" cy="1130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67"/>
              <a:buFont typeface="Arial"/>
              <a:buNone/>
              <a:defRPr b="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5"/>
          <p:cNvSpPr txBox="1">
            <a:spLocks noGrp="1"/>
          </p:cNvSpPr>
          <p:nvPr>
            <p:ph type="subTitle" idx="1"/>
          </p:nvPr>
        </p:nvSpPr>
        <p:spPr>
          <a:xfrm>
            <a:off x="486835" y="3629781"/>
            <a:ext cx="5520267" cy="696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67"/>
              <a:buNone/>
              <a:defRPr sz="1867" b="0">
                <a:solidFill>
                  <a:schemeClr val="lt1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SzPts val="1733"/>
              <a:buNone/>
              <a:defRPr>
                <a:solidFill>
                  <a:srgbClr val="99928B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SzPts val="1600"/>
              <a:buNone/>
              <a:defRPr>
                <a:solidFill>
                  <a:srgbClr val="99928B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SzPts val="1467"/>
              <a:buNone/>
              <a:defRPr>
                <a:solidFill>
                  <a:srgbClr val="99928B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SzPts val="1467"/>
              <a:buNone/>
              <a:defRPr>
                <a:solidFill>
                  <a:srgbClr val="99928B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99928B"/>
              </a:buClr>
              <a:buSzPts val="2667"/>
              <a:buNone/>
              <a:defRPr>
                <a:solidFill>
                  <a:srgbClr val="99928B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99928B"/>
              </a:buClr>
              <a:buSzPts val="2667"/>
              <a:buNone/>
              <a:defRPr>
                <a:solidFill>
                  <a:srgbClr val="99928B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99928B"/>
              </a:buClr>
              <a:buSzPts val="2667"/>
              <a:buNone/>
              <a:defRPr>
                <a:solidFill>
                  <a:srgbClr val="99928B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99928B"/>
              </a:buClr>
              <a:buSzPts val="2667"/>
              <a:buNone/>
              <a:defRPr>
                <a:solidFill>
                  <a:srgbClr val="99928B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55"/>
          <p:cNvSpPr txBox="1">
            <a:spLocks noGrp="1"/>
          </p:cNvSpPr>
          <p:nvPr>
            <p:ph type="body" idx="3"/>
          </p:nvPr>
        </p:nvSpPr>
        <p:spPr>
          <a:xfrm>
            <a:off x="486835" y="5408083"/>
            <a:ext cx="5520267" cy="1014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41687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41687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41687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41687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41687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55"/>
          <p:cNvSpPr txBox="1">
            <a:spLocks noGrp="1"/>
          </p:cNvSpPr>
          <p:nvPr>
            <p:ph type="dt" idx="10"/>
          </p:nvPr>
        </p:nvSpPr>
        <p:spPr>
          <a:xfrm>
            <a:off x="486833" y="4657345"/>
            <a:ext cx="5520268" cy="366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Google Shape;44;p55"/>
          <p:cNvSpPr txBox="1">
            <a:spLocks noGrp="1"/>
          </p:cNvSpPr>
          <p:nvPr>
            <p:ph type="ftr" idx="11"/>
          </p:nvPr>
        </p:nvSpPr>
        <p:spPr>
          <a:xfrm>
            <a:off x="7755467" y="6527945"/>
            <a:ext cx="3860800" cy="20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67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Width Head + Bold Subhead">
  <p:cSld name="Full Width Head + Bold Subhead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6"/>
          <p:cNvSpPr txBox="1">
            <a:spLocks noGrp="1"/>
          </p:cNvSpPr>
          <p:nvPr>
            <p:ph type="body" idx="1"/>
          </p:nvPr>
        </p:nvSpPr>
        <p:spPr>
          <a:xfrm>
            <a:off x="486833" y="1519627"/>
            <a:ext cx="11106151" cy="398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247"/>
              </a:lnSpc>
              <a:spcBef>
                <a:spcPts val="0"/>
              </a:spcBef>
              <a:spcAft>
                <a:spcPts val="0"/>
              </a:spcAft>
              <a:buSzPts val="1867"/>
              <a:buNone/>
              <a:defRPr sz="1867" b="1"/>
            </a:lvl1pPr>
            <a:lvl2pPr marL="914400" lvl="1" indent="-338645" algn="l">
              <a:spcBef>
                <a:spcPts val="448"/>
              </a:spcBef>
              <a:spcAft>
                <a:spcPts val="0"/>
              </a:spcAft>
              <a:buClr>
                <a:srgbClr val="5393AA"/>
              </a:buClr>
              <a:buSzPts val="1733"/>
              <a:buFont typeface="Noto Sans Symbols"/>
              <a:buChar char="▪"/>
              <a:defRPr sz="1733"/>
            </a:lvl2pPr>
            <a:lvl3pPr marL="1371600" lvl="2" indent="-330200" algn="l">
              <a:spcBef>
                <a:spcPts val="448"/>
              </a:spcBef>
              <a:spcAft>
                <a:spcPts val="0"/>
              </a:spcAft>
              <a:buClr>
                <a:srgbClr val="3086AB"/>
              </a:buClr>
              <a:buSzPts val="1600"/>
              <a:buFont typeface="Arial"/>
              <a:buChar char="•"/>
              <a:defRPr/>
            </a:lvl3pPr>
            <a:lvl4pPr marL="1828800" lvl="3" indent="-321754" algn="l">
              <a:spcBef>
                <a:spcPts val="448"/>
              </a:spcBef>
              <a:spcAft>
                <a:spcPts val="0"/>
              </a:spcAft>
              <a:buSzPts val="1467"/>
              <a:buFont typeface="Arial"/>
              <a:buChar char="-"/>
              <a:defRPr/>
            </a:lvl4pPr>
            <a:lvl5pPr marL="2286000" lvl="4" indent="-321754" algn="l">
              <a:spcBef>
                <a:spcPts val="448"/>
              </a:spcBef>
              <a:spcAft>
                <a:spcPts val="0"/>
              </a:spcAft>
              <a:buSzPts val="1467"/>
              <a:buChar char="◦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56"/>
          <p:cNvSpPr txBox="1">
            <a:spLocks noGrp="1"/>
          </p:cNvSpPr>
          <p:nvPr>
            <p:ph type="ftr" idx="11"/>
          </p:nvPr>
        </p:nvSpPr>
        <p:spPr>
          <a:xfrm>
            <a:off x="7498085" y="6527945"/>
            <a:ext cx="3860800" cy="20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6"/>
          <p:cNvSpPr txBox="1">
            <a:spLocks noGrp="1"/>
          </p:cNvSpPr>
          <p:nvPr>
            <p:ph type="sldNum" idx="12"/>
          </p:nvPr>
        </p:nvSpPr>
        <p:spPr>
          <a:xfrm>
            <a:off x="11359635" y="6527357"/>
            <a:ext cx="253444" cy="20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" name="Google Shape;49;p56"/>
          <p:cNvSpPr txBox="1">
            <a:spLocks noGrp="1"/>
          </p:cNvSpPr>
          <p:nvPr>
            <p:ph type="body" idx="2"/>
          </p:nvPr>
        </p:nvSpPr>
        <p:spPr>
          <a:xfrm>
            <a:off x="486834" y="2038298"/>
            <a:ext cx="11129433" cy="4221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733"/>
              <a:buNone/>
              <a:defRPr sz="1733"/>
            </a:lvl1pPr>
            <a:lvl2pPr marL="914400" lvl="1" indent="-338645" algn="l">
              <a:spcBef>
                <a:spcPts val="800"/>
              </a:spcBef>
              <a:spcAft>
                <a:spcPts val="0"/>
              </a:spcAft>
              <a:buSzPts val="1733"/>
              <a:buChar char="▪"/>
              <a:defRPr sz="1733"/>
            </a:lvl2pPr>
            <a:lvl3pPr marL="1371600" lvl="2" indent="-330200" algn="l"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21754" algn="l">
              <a:spcBef>
                <a:spcPts val="800"/>
              </a:spcBef>
              <a:spcAft>
                <a:spcPts val="0"/>
              </a:spcAft>
              <a:buSzPts val="1467"/>
              <a:buChar char="-"/>
              <a:defRPr sz="1467"/>
            </a:lvl4pPr>
            <a:lvl5pPr marL="2286000" lvl="4" indent="-313245" algn="l">
              <a:spcBef>
                <a:spcPts val="800"/>
              </a:spcBef>
              <a:spcAft>
                <a:spcPts val="0"/>
              </a:spcAft>
              <a:buSzPts val="1333"/>
              <a:buChar char="◦"/>
              <a:defRPr sz="1333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56"/>
          <p:cNvSpPr txBox="1">
            <a:spLocks noGrp="1"/>
          </p:cNvSpPr>
          <p:nvPr>
            <p:ph type="title"/>
          </p:nvPr>
        </p:nvSpPr>
        <p:spPr>
          <a:xfrm>
            <a:off x="486833" y="646177"/>
            <a:ext cx="11106151" cy="697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67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/3 Width Head + 2/3 Copy - Text Only">
  <p:cSld name="1/3 Width Head + 2/3 Copy - Text 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7"/>
          <p:cNvSpPr txBox="1">
            <a:spLocks noGrp="1"/>
          </p:cNvSpPr>
          <p:nvPr>
            <p:ph type="ftr" idx="11"/>
          </p:nvPr>
        </p:nvSpPr>
        <p:spPr>
          <a:xfrm>
            <a:off x="7498085" y="6527945"/>
            <a:ext cx="3860800" cy="20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7"/>
          <p:cNvSpPr txBox="1">
            <a:spLocks noGrp="1"/>
          </p:cNvSpPr>
          <p:nvPr>
            <p:ph type="sldNum" idx="12"/>
          </p:nvPr>
        </p:nvSpPr>
        <p:spPr>
          <a:xfrm>
            <a:off x="11359635" y="6527357"/>
            <a:ext cx="253444" cy="20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p57"/>
          <p:cNvSpPr txBox="1">
            <a:spLocks noGrp="1"/>
          </p:cNvSpPr>
          <p:nvPr>
            <p:ph type="body" idx="1"/>
          </p:nvPr>
        </p:nvSpPr>
        <p:spPr>
          <a:xfrm>
            <a:off x="4887384" y="712944"/>
            <a:ext cx="6728883" cy="5535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867"/>
              <a:buNone/>
              <a:defRPr/>
            </a:lvl1pPr>
            <a:lvl2pPr marL="914400" lvl="1" indent="-338645" algn="l">
              <a:spcBef>
                <a:spcPts val="800"/>
              </a:spcBef>
              <a:spcAft>
                <a:spcPts val="0"/>
              </a:spcAft>
              <a:buSzPts val="1733"/>
              <a:buChar char="▪"/>
              <a:defRPr/>
            </a:lvl2pPr>
            <a:lvl3pPr marL="1371600" lvl="2" indent="-330200" algn="l">
              <a:spcBef>
                <a:spcPts val="80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21754" algn="l">
              <a:spcBef>
                <a:spcPts val="800"/>
              </a:spcBef>
              <a:spcAft>
                <a:spcPts val="0"/>
              </a:spcAft>
              <a:buSzPts val="1467"/>
              <a:buChar char="-"/>
              <a:defRPr/>
            </a:lvl4pPr>
            <a:lvl5pPr marL="2286000" lvl="4" indent="-321754" algn="l">
              <a:spcBef>
                <a:spcPts val="800"/>
              </a:spcBef>
              <a:spcAft>
                <a:spcPts val="0"/>
              </a:spcAft>
              <a:buSzPts val="1467"/>
              <a:buChar char="◦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57"/>
          <p:cNvSpPr txBox="1">
            <a:spLocks noGrp="1"/>
          </p:cNvSpPr>
          <p:nvPr>
            <p:ph type="title"/>
          </p:nvPr>
        </p:nvSpPr>
        <p:spPr>
          <a:xfrm>
            <a:off x="486833" y="646176"/>
            <a:ext cx="4226984" cy="862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67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Width Head, Copy + Visual">
  <p:cSld name="Full Width Head, Copy + Visual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8"/>
          <p:cNvSpPr txBox="1">
            <a:spLocks noGrp="1"/>
          </p:cNvSpPr>
          <p:nvPr>
            <p:ph type="ftr" idx="11"/>
          </p:nvPr>
        </p:nvSpPr>
        <p:spPr>
          <a:xfrm>
            <a:off x="7498085" y="6527945"/>
            <a:ext cx="3860800" cy="20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58"/>
          <p:cNvSpPr txBox="1">
            <a:spLocks noGrp="1"/>
          </p:cNvSpPr>
          <p:nvPr>
            <p:ph type="sldNum" idx="12"/>
          </p:nvPr>
        </p:nvSpPr>
        <p:spPr>
          <a:xfrm>
            <a:off x="11359635" y="6527357"/>
            <a:ext cx="253444" cy="20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" name="Google Shape;59;p58"/>
          <p:cNvSpPr txBox="1">
            <a:spLocks noGrp="1"/>
          </p:cNvSpPr>
          <p:nvPr>
            <p:ph type="body" idx="1"/>
          </p:nvPr>
        </p:nvSpPr>
        <p:spPr>
          <a:xfrm>
            <a:off x="486834" y="1162281"/>
            <a:ext cx="11106151" cy="600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667"/>
              <a:buNone/>
              <a:defRPr sz="1667"/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1667"/>
              <a:buFont typeface="Arial"/>
              <a:buNone/>
              <a:defRPr sz="1667"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1667"/>
              <a:buNone/>
              <a:defRPr sz="1667"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1667"/>
              <a:buNone/>
              <a:defRPr sz="1667"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1667"/>
              <a:buNone/>
              <a:defRPr sz="1667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58"/>
          <p:cNvSpPr txBox="1">
            <a:spLocks noGrp="1"/>
          </p:cNvSpPr>
          <p:nvPr>
            <p:ph type="body" idx="2"/>
          </p:nvPr>
        </p:nvSpPr>
        <p:spPr>
          <a:xfrm>
            <a:off x="486833" y="1949451"/>
            <a:ext cx="11106151" cy="4288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97275" rIns="0" bIns="0" anchor="t" anchorCtr="0">
            <a:noAutofit/>
          </a:bodyPr>
          <a:lstStyle>
            <a:lvl1pPr marL="457200" lvl="0" indent="-228600" algn="ctr"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58"/>
          <p:cNvSpPr txBox="1">
            <a:spLocks noGrp="1"/>
          </p:cNvSpPr>
          <p:nvPr>
            <p:ph type="title"/>
          </p:nvPr>
        </p:nvSpPr>
        <p:spPr>
          <a:xfrm>
            <a:off x="486833" y="646176"/>
            <a:ext cx="11106151" cy="50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67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Width Head, 1/3 Copy + 2/3 Visual">
  <p:cSld name="Full Width Head, 1/3 Copy + 2/3 Visual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9"/>
          <p:cNvSpPr txBox="1">
            <a:spLocks noGrp="1"/>
          </p:cNvSpPr>
          <p:nvPr>
            <p:ph type="body" idx="1"/>
          </p:nvPr>
        </p:nvSpPr>
        <p:spPr>
          <a:xfrm>
            <a:off x="4874684" y="1718734"/>
            <a:ext cx="6718301" cy="4519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867"/>
              <a:buNone/>
              <a:defRPr/>
            </a:lvl1pPr>
            <a:lvl2pPr marL="914400" lvl="1" indent="-342900" algn="l"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800"/>
              </a:spcBef>
              <a:spcAft>
                <a:spcPts val="0"/>
              </a:spcAft>
              <a:buSzPts val="1800"/>
              <a:buChar char="-"/>
              <a:defRPr/>
            </a:lvl4pPr>
            <a:lvl5pPr marL="2286000" lvl="4" indent="-342900" algn="l">
              <a:spcBef>
                <a:spcPts val="8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59"/>
          <p:cNvSpPr txBox="1">
            <a:spLocks noGrp="1"/>
          </p:cNvSpPr>
          <p:nvPr>
            <p:ph type="body" idx="2"/>
          </p:nvPr>
        </p:nvSpPr>
        <p:spPr>
          <a:xfrm>
            <a:off x="486833" y="1718734"/>
            <a:ext cx="4226984" cy="4519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867"/>
              <a:buNone/>
              <a:defRPr sz="1867" b="0"/>
            </a:lvl1pPr>
            <a:lvl2pPr marL="914400" lvl="1" indent="-338645" algn="l">
              <a:spcBef>
                <a:spcPts val="800"/>
              </a:spcBef>
              <a:spcAft>
                <a:spcPts val="0"/>
              </a:spcAft>
              <a:buSzPts val="1733"/>
              <a:buChar char="▪"/>
              <a:defRPr sz="1733"/>
            </a:lvl2pPr>
            <a:lvl3pPr marL="1371600" lvl="2" indent="-330200" algn="l">
              <a:spcBef>
                <a:spcPts val="800"/>
              </a:spcBef>
              <a:spcAft>
                <a:spcPts val="0"/>
              </a:spcAft>
              <a:buClr>
                <a:srgbClr val="3086AB"/>
              </a:buClr>
              <a:buSzPts val="1600"/>
              <a:buChar char="•"/>
              <a:defRPr sz="1600"/>
            </a:lvl3pPr>
            <a:lvl4pPr marL="1828800" lvl="3" indent="-321754" algn="l">
              <a:spcBef>
                <a:spcPts val="800"/>
              </a:spcBef>
              <a:spcAft>
                <a:spcPts val="0"/>
              </a:spcAft>
              <a:buSzPts val="1467"/>
              <a:buFont typeface="Arial"/>
              <a:buChar char="-"/>
              <a:defRPr/>
            </a:lvl4pPr>
            <a:lvl5pPr marL="2286000" lvl="4" indent="-321754" algn="l">
              <a:spcBef>
                <a:spcPts val="800"/>
              </a:spcBef>
              <a:spcAft>
                <a:spcPts val="0"/>
              </a:spcAft>
              <a:buSzPts val="1467"/>
              <a:buChar char="◦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59"/>
          <p:cNvSpPr txBox="1">
            <a:spLocks noGrp="1"/>
          </p:cNvSpPr>
          <p:nvPr>
            <p:ph type="ftr" idx="11"/>
          </p:nvPr>
        </p:nvSpPr>
        <p:spPr>
          <a:xfrm>
            <a:off x="7498085" y="6527945"/>
            <a:ext cx="3860800" cy="20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9"/>
          <p:cNvSpPr txBox="1">
            <a:spLocks noGrp="1"/>
          </p:cNvSpPr>
          <p:nvPr>
            <p:ph type="sldNum" idx="12"/>
          </p:nvPr>
        </p:nvSpPr>
        <p:spPr>
          <a:xfrm>
            <a:off x="11359635" y="6527357"/>
            <a:ext cx="253444" cy="20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p59"/>
          <p:cNvSpPr txBox="1">
            <a:spLocks noGrp="1"/>
          </p:cNvSpPr>
          <p:nvPr>
            <p:ph type="title"/>
          </p:nvPr>
        </p:nvSpPr>
        <p:spPr>
          <a:xfrm>
            <a:off x="486833" y="646177"/>
            <a:ext cx="11106151" cy="697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67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/3 Width Head + Copy w/ 2/3 Visual">
  <p:cSld name="1/3 Width Head + Copy w/ 2/3 Visual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0"/>
          <p:cNvSpPr txBox="1">
            <a:spLocks noGrp="1"/>
          </p:cNvSpPr>
          <p:nvPr>
            <p:ph type="body" idx="1"/>
          </p:nvPr>
        </p:nvSpPr>
        <p:spPr>
          <a:xfrm>
            <a:off x="486833" y="1718734"/>
            <a:ext cx="4226984" cy="4519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Clr>
                <a:srgbClr val="2F85AA"/>
              </a:buClr>
              <a:buSzPts val="1867"/>
              <a:buNone/>
              <a:defRPr sz="1867" b="0"/>
            </a:lvl1pPr>
            <a:lvl2pPr marL="914400" lvl="1" indent="-338645" algn="l">
              <a:spcBef>
                <a:spcPts val="800"/>
              </a:spcBef>
              <a:spcAft>
                <a:spcPts val="0"/>
              </a:spcAft>
              <a:buSzPts val="1733"/>
              <a:buChar char="▪"/>
              <a:defRPr sz="1733"/>
            </a:lvl2pPr>
            <a:lvl3pPr marL="1371600" lvl="2" indent="-330200" algn="l">
              <a:spcBef>
                <a:spcPts val="800"/>
              </a:spcBef>
              <a:spcAft>
                <a:spcPts val="0"/>
              </a:spcAft>
              <a:buClr>
                <a:srgbClr val="3086AB"/>
              </a:buClr>
              <a:buSzPts val="1600"/>
              <a:buChar char="•"/>
              <a:defRPr/>
            </a:lvl3pPr>
            <a:lvl4pPr marL="1828800" lvl="3" indent="-321754" algn="l">
              <a:spcBef>
                <a:spcPts val="800"/>
              </a:spcBef>
              <a:spcAft>
                <a:spcPts val="0"/>
              </a:spcAft>
              <a:buSzPts val="1467"/>
              <a:buFont typeface="Arial"/>
              <a:buChar char="-"/>
              <a:defRPr/>
            </a:lvl4pPr>
            <a:lvl5pPr marL="2286000" lvl="4" indent="-321754" algn="l">
              <a:spcBef>
                <a:spcPts val="800"/>
              </a:spcBef>
              <a:spcAft>
                <a:spcPts val="0"/>
              </a:spcAft>
              <a:buSzPts val="1467"/>
              <a:buFont typeface="Arial"/>
              <a:buChar char="◦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60"/>
          <p:cNvSpPr/>
          <p:nvPr/>
        </p:nvSpPr>
        <p:spPr>
          <a:xfrm>
            <a:off x="0" y="669310"/>
            <a:ext cx="268224" cy="26843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60"/>
          <p:cNvSpPr txBox="1">
            <a:spLocks noGrp="1"/>
          </p:cNvSpPr>
          <p:nvPr>
            <p:ph type="ftr" idx="11"/>
          </p:nvPr>
        </p:nvSpPr>
        <p:spPr>
          <a:xfrm>
            <a:off x="7498085" y="6527945"/>
            <a:ext cx="3860800" cy="20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60"/>
          <p:cNvSpPr txBox="1">
            <a:spLocks noGrp="1"/>
          </p:cNvSpPr>
          <p:nvPr>
            <p:ph type="sldNum" idx="12"/>
          </p:nvPr>
        </p:nvSpPr>
        <p:spPr>
          <a:xfrm>
            <a:off x="11359635" y="6527357"/>
            <a:ext cx="253444" cy="20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60"/>
          <p:cNvSpPr txBox="1">
            <a:spLocks noGrp="1"/>
          </p:cNvSpPr>
          <p:nvPr>
            <p:ph type="title"/>
          </p:nvPr>
        </p:nvSpPr>
        <p:spPr>
          <a:xfrm>
            <a:off x="486833" y="646176"/>
            <a:ext cx="4226984" cy="862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67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60"/>
          <p:cNvSpPr txBox="1">
            <a:spLocks noGrp="1"/>
          </p:cNvSpPr>
          <p:nvPr>
            <p:ph type="body" idx="2"/>
          </p:nvPr>
        </p:nvSpPr>
        <p:spPr>
          <a:xfrm>
            <a:off x="4874684" y="651934"/>
            <a:ext cx="6718301" cy="5585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867"/>
              <a:buNone/>
              <a:defRPr/>
            </a:lvl1pPr>
            <a:lvl2pPr marL="914400" lvl="1" indent="-342900" algn="l"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800"/>
              </a:spcBef>
              <a:spcAft>
                <a:spcPts val="0"/>
              </a:spcAft>
              <a:buSzPts val="1800"/>
              <a:buChar char="-"/>
              <a:defRPr/>
            </a:lvl4pPr>
            <a:lvl5pPr marL="2286000" lvl="4" indent="-342900" algn="l">
              <a:spcBef>
                <a:spcPts val="8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/3 Width Head + Copy w/Full Bleed Photo">
  <p:cSld name="1/3 Width Head + Copy w/Full Bleed Photo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1"/>
          <p:cNvSpPr txBox="1">
            <a:spLocks noGrp="1"/>
          </p:cNvSpPr>
          <p:nvPr>
            <p:ph type="body" idx="1"/>
          </p:nvPr>
        </p:nvSpPr>
        <p:spPr>
          <a:xfrm>
            <a:off x="486833" y="1718734"/>
            <a:ext cx="4226984" cy="4519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Clr>
                <a:srgbClr val="2F85AA"/>
              </a:buClr>
              <a:buSzPts val="1867"/>
              <a:buNone/>
              <a:defRPr sz="1867" b="0"/>
            </a:lvl1pPr>
            <a:lvl2pPr marL="914400" lvl="1" indent="-338645" algn="l">
              <a:spcBef>
                <a:spcPts val="800"/>
              </a:spcBef>
              <a:spcAft>
                <a:spcPts val="0"/>
              </a:spcAft>
              <a:buSzPts val="1733"/>
              <a:buChar char="▪"/>
              <a:defRPr sz="1733"/>
            </a:lvl2pPr>
            <a:lvl3pPr marL="1371600" lvl="2" indent="-330200" algn="l">
              <a:spcBef>
                <a:spcPts val="800"/>
              </a:spcBef>
              <a:spcAft>
                <a:spcPts val="0"/>
              </a:spcAft>
              <a:buClr>
                <a:srgbClr val="3086AB"/>
              </a:buClr>
              <a:buSzPts val="1600"/>
              <a:buChar char="•"/>
              <a:defRPr/>
            </a:lvl3pPr>
            <a:lvl4pPr marL="1828800" lvl="3" indent="-321754" algn="l">
              <a:spcBef>
                <a:spcPts val="800"/>
              </a:spcBef>
              <a:spcAft>
                <a:spcPts val="0"/>
              </a:spcAft>
              <a:buSzPts val="1467"/>
              <a:buFont typeface="Arial"/>
              <a:buChar char="-"/>
              <a:defRPr/>
            </a:lvl4pPr>
            <a:lvl5pPr marL="2286000" lvl="4" indent="-321754" algn="l">
              <a:spcBef>
                <a:spcPts val="800"/>
              </a:spcBef>
              <a:spcAft>
                <a:spcPts val="0"/>
              </a:spcAft>
              <a:buSzPts val="1467"/>
              <a:buFont typeface="Arial"/>
              <a:buChar char="◦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61"/>
          <p:cNvSpPr>
            <a:spLocks noGrp="1"/>
          </p:cNvSpPr>
          <p:nvPr>
            <p:ph type="pic" idx="2"/>
          </p:nvPr>
        </p:nvSpPr>
        <p:spPr>
          <a:xfrm>
            <a:off x="4874685" y="0"/>
            <a:ext cx="7317316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61"/>
          <p:cNvSpPr/>
          <p:nvPr/>
        </p:nvSpPr>
        <p:spPr>
          <a:xfrm>
            <a:off x="0" y="669310"/>
            <a:ext cx="268224" cy="26843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61"/>
          <p:cNvSpPr txBox="1">
            <a:spLocks noGrp="1"/>
          </p:cNvSpPr>
          <p:nvPr>
            <p:ph type="title"/>
          </p:nvPr>
        </p:nvSpPr>
        <p:spPr>
          <a:xfrm>
            <a:off x="486833" y="646176"/>
            <a:ext cx="4226984" cy="862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67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/3 Width Head + Copy w/3 Image Grid">
  <p:cSld name="1/3 Width Head + Copy w/3 Image Grid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2"/>
          <p:cNvSpPr>
            <a:spLocks noGrp="1"/>
          </p:cNvSpPr>
          <p:nvPr>
            <p:ph type="pic" idx="2"/>
          </p:nvPr>
        </p:nvSpPr>
        <p:spPr>
          <a:xfrm>
            <a:off x="4887385" y="3513667"/>
            <a:ext cx="2434443" cy="3344333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62"/>
          <p:cNvSpPr>
            <a:spLocks noGrp="1"/>
          </p:cNvSpPr>
          <p:nvPr>
            <p:ph type="pic" idx="3"/>
          </p:nvPr>
        </p:nvSpPr>
        <p:spPr>
          <a:xfrm>
            <a:off x="7411772" y="3513667"/>
            <a:ext cx="4780229" cy="3344333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62"/>
          <p:cNvSpPr txBox="1">
            <a:spLocks noGrp="1"/>
          </p:cNvSpPr>
          <p:nvPr>
            <p:ph type="body" idx="1"/>
          </p:nvPr>
        </p:nvSpPr>
        <p:spPr>
          <a:xfrm>
            <a:off x="486833" y="1718734"/>
            <a:ext cx="4226984" cy="4519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Clr>
                <a:srgbClr val="2F85AA"/>
              </a:buClr>
              <a:buSzPts val="1867"/>
              <a:buNone/>
              <a:defRPr sz="1867" b="0"/>
            </a:lvl1pPr>
            <a:lvl2pPr marL="914400" lvl="1" indent="-338645" algn="l">
              <a:spcBef>
                <a:spcPts val="800"/>
              </a:spcBef>
              <a:spcAft>
                <a:spcPts val="0"/>
              </a:spcAft>
              <a:buSzPts val="1733"/>
              <a:buChar char="▪"/>
              <a:defRPr sz="1733"/>
            </a:lvl2pPr>
            <a:lvl3pPr marL="1371600" lvl="2" indent="-330200" algn="l">
              <a:spcBef>
                <a:spcPts val="800"/>
              </a:spcBef>
              <a:spcAft>
                <a:spcPts val="0"/>
              </a:spcAft>
              <a:buClr>
                <a:srgbClr val="3086AB"/>
              </a:buClr>
              <a:buSzPts val="1600"/>
              <a:buChar char="•"/>
              <a:defRPr/>
            </a:lvl3pPr>
            <a:lvl4pPr marL="1828800" lvl="3" indent="-321754" algn="l">
              <a:spcBef>
                <a:spcPts val="800"/>
              </a:spcBef>
              <a:spcAft>
                <a:spcPts val="0"/>
              </a:spcAft>
              <a:buSzPts val="1467"/>
              <a:buFont typeface="Arial"/>
              <a:buChar char="-"/>
              <a:defRPr/>
            </a:lvl4pPr>
            <a:lvl5pPr marL="2286000" lvl="4" indent="-321754" algn="l">
              <a:spcBef>
                <a:spcPts val="800"/>
              </a:spcBef>
              <a:spcAft>
                <a:spcPts val="0"/>
              </a:spcAft>
              <a:buSzPts val="1467"/>
              <a:buFont typeface="Arial"/>
              <a:buChar char="◦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62"/>
          <p:cNvSpPr>
            <a:spLocks noGrp="1"/>
          </p:cNvSpPr>
          <p:nvPr>
            <p:ph type="pic" idx="4"/>
          </p:nvPr>
        </p:nvSpPr>
        <p:spPr>
          <a:xfrm>
            <a:off x="4887384" y="0"/>
            <a:ext cx="7304616" cy="3389376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62"/>
          <p:cNvSpPr/>
          <p:nvPr/>
        </p:nvSpPr>
        <p:spPr>
          <a:xfrm>
            <a:off x="0" y="669310"/>
            <a:ext cx="268224" cy="26843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62"/>
          <p:cNvSpPr txBox="1">
            <a:spLocks noGrp="1"/>
          </p:cNvSpPr>
          <p:nvPr>
            <p:ph type="title"/>
          </p:nvPr>
        </p:nvSpPr>
        <p:spPr>
          <a:xfrm>
            <a:off x="486833" y="646176"/>
            <a:ext cx="4226984" cy="862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67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/3 Width Head + Copy w/4 Image Grid">
  <p:cSld name="1/3 Width Head + Copy w/4 Image Grid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3"/>
          <p:cNvSpPr>
            <a:spLocks noGrp="1"/>
          </p:cNvSpPr>
          <p:nvPr>
            <p:ph type="pic" idx="2"/>
          </p:nvPr>
        </p:nvSpPr>
        <p:spPr>
          <a:xfrm>
            <a:off x="9766851" y="0"/>
            <a:ext cx="2425148" cy="3389376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63"/>
          <p:cNvSpPr>
            <a:spLocks noGrp="1"/>
          </p:cNvSpPr>
          <p:nvPr>
            <p:ph type="pic" idx="3"/>
          </p:nvPr>
        </p:nvSpPr>
        <p:spPr>
          <a:xfrm>
            <a:off x="4887385" y="0"/>
            <a:ext cx="4799953" cy="3389376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63"/>
          <p:cNvSpPr>
            <a:spLocks noGrp="1"/>
          </p:cNvSpPr>
          <p:nvPr>
            <p:ph type="pic" idx="4"/>
          </p:nvPr>
        </p:nvSpPr>
        <p:spPr>
          <a:xfrm>
            <a:off x="4887385" y="3468624"/>
            <a:ext cx="2434443" cy="3389376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63"/>
          <p:cNvSpPr>
            <a:spLocks noGrp="1"/>
          </p:cNvSpPr>
          <p:nvPr>
            <p:ph type="pic" idx="5"/>
          </p:nvPr>
        </p:nvSpPr>
        <p:spPr>
          <a:xfrm>
            <a:off x="7414592" y="3468624"/>
            <a:ext cx="4777409" cy="3389376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63"/>
          <p:cNvSpPr txBox="1">
            <a:spLocks noGrp="1"/>
          </p:cNvSpPr>
          <p:nvPr>
            <p:ph type="body" idx="1"/>
          </p:nvPr>
        </p:nvSpPr>
        <p:spPr>
          <a:xfrm>
            <a:off x="486833" y="1718734"/>
            <a:ext cx="4226984" cy="4519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Clr>
                <a:srgbClr val="2F85AA"/>
              </a:buClr>
              <a:buSzPts val="1867"/>
              <a:buNone/>
              <a:defRPr sz="1867" b="0"/>
            </a:lvl1pPr>
            <a:lvl2pPr marL="914400" lvl="1" indent="-338645" algn="l">
              <a:spcBef>
                <a:spcPts val="800"/>
              </a:spcBef>
              <a:spcAft>
                <a:spcPts val="0"/>
              </a:spcAft>
              <a:buSzPts val="1733"/>
              <a:buChar char="▪"/>
              <a:defRPr sz="1733"/>
            </a:lvl2pPr>
            <a:lvl3pPr marL="1371600" lvl="2" indent="-330200" algn="l">
              <a:spcBef>
                <a:spcPts val="800"/>
              </a:spcBef>
              <a:spcAft>
                <a:spcPts val="0"/>
              </a:spcAft>
              <a:buClr>
                <a:srgbClr val="3086AB"/>
              </a:buClr>
              <a:buSzPts val="1600"/>
              <a:buChar char="•"/>
              <a:defRPr/>
            </a:lvl3pPr>
            <a:lvl4pPr marL="1828800" lvl="3" indent="-321754" algn="l">
              <a:spcBef>
                <a:spcPts val="800"/>
              </a:spcBef>
              <a:spcAft>
                <a:spcPts val="0"/>
              </a:spcAft>
              <a:buSzPts val="1467"/>
              <a:buFont typeface="Arial"/>
              <a:buChar char="-"/>
              <a:defRPr/>
            </a:lvl4pPr>
            <a:lvl5pPr marL="2286000" lvl="4" indent="-321754" algn="l">
              <a:spcBef>
                <a:spcPts val="800"/>
              </a:spcBef>
              <a:spcAft>
                <a:spcPts val="0"/>
              </a:spcAft>
              <a:buSzPts val="1467"/>
              <a:buFont typeface="Arial"/>
              <a:buChar char="◦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63"/>
          <p:cNvSpPr/>
          <p:nvPr/>
        </p:nvSpPr>
        <p:spPr>
          <a:xfrm>
            <a:off x="0" y="669310"/>
            <a:ext cx="268224" cy="26843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63"/>
          <p:cNvSpPr txBox="1">
            <a:spLocks noGrp="1"/>
          </p:cNvSpPr>
          <p:nvPr>
            <p:ph type="title"/>
          </p:nvPr>
        </p:nvSpPr>
        <p:spPr>
          <a:xfrm>
            <a:off x="486833" y="646176"/>
            <a:ext cx="4226984" cy="862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67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/3 Width Head + Copy w/5 Image Grid">
  <p:cSld name="1/3 Width Head + Copy w/5 Image Grid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4"/>
          <p:cNvSpPr txBox="1">
            <a:spLocks noGrp="1"/>
          </p:cNvSpPr>
          <p:nvPr>
            <p:ph type="body" idx="1"/>
          </p:nvPr>
        </p:nvSpPr>
        <p:spPr>
          <a:xfrm>
            <a:off x="486833" y="1718734"/>
            <a:ext cx="4226984" cy="4519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Clr>
                <a:srgbClr val="2F85AA"/>
              </a:buClr>
              <a:buSzPts val="1867"/>
              <a:buNone/>
              <a:defRPr sz="1867" b="0"/>
            </a:lvl1pPr>
            <a:lvl2pPr marL="914400" lvl="1" indent="-338645" algn="l">
              <a:spcBef>
                <a:spcPts val="800"/>
              </a:spcBef>
              <a:spcAft>
                <a:spcPts val="0"/>
              </a:spcAft>
              <a:buSzPts val="1733"/>
              <a:buChar char="▪"/>
              <a:defRPr sz="1733"/>
            </a:lvl2pPr>
            <a:lvl3pPr marL="1371600" lvl="2" indent="-330200" algn="l">
              <a:spcBef>
                <a:spcPts val="800"/>
              </a:spcBef>
              <a:spcAft>
                <a:spcPts val="0"/>
              </a:spcAft>
              <a:buClr>
                <a:srgbClr val="3086AB"/>
              </a:buClr>
              <a:buSzPts val="1600"/>
              <a:buChar char="•"/>
              <a:defRPr/>
            </a:lvl3pPr>
            <a:lvl4pPr marL="1828800" lvl="3" indent="-321754" algn="l">
              <a:spcBef>
                <a:spcPts val="800"/>
              </a:spcBef>
              <a:spcAft>
                <a:spcPts val="0"/>
              </a:spcAft>
              <a:buSzPts val="1467"/>
              <a:buFont typeface="Arial"/>
              <a:buChar char="-"/>
              <a:defRPr/>
            </a:lvl4pPr>
            <a:lvl5pPr marL="2286000" lvl="4" indent="-321754" algn="l">
              <a:spcBef>
                <a:spcPts val="800"/>
              </a:spcBef>
              <a:spcAft>
                <a:spcPts val="0"/>
              </a:spcAft>
              <a:buSzPts val="1467"/>
              <a:buFont typeface="Arial"/>
              <a:buChar char="◦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64"/>
          <p:cNvSpPr/>
          <p:nvPr/>
        </p:nvSpPr>
        <p:spPr>
          <a:xfrm>
            <a:off x="0" y="669310"/>
            <a:ext cx="268224" cy="26843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64"/>
          <p:cNvSpPr txBox="1">
            <a:spLocks noGrp="1"/>
          </p:cNvSpPr>
          <p:nvPr>
            <p:ph type="title"/>
          </p:nvPr>
        </p:nvSpPr>
        <p:spPr>
          <a:xfrm>
            <a:off x="486833" y="646176"/>
            <a:ext cx="4226984" cy="862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67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64"/>
          <p:cNvSpPr>
            <a:spLocks noGrp="1"/>
          </p:cNvSpPr>
          <p:nvPr>
            <p:ph type="pic" idx="2"/>
          </p:nvPr>
        </p:nvSpPr>
        <p:spPr>
          <a:xfrm>
            <a:off x="9814560" y="1"/>
            <a:ext cx="2377440" cy="3401484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64"/>
          <p:cNvSpPr>
            <a:spLocks noGrp="1"/>
          </p:cNvSpPr>
          <p:nvPr>
            <p:ph type="pic" idx="3"/>
          </p:nvPr>
        </p:nvSpPr>
        <p:spPr>
          <a:xfrm>
            <a:off x="4887384" y="1"/>
            <a:ext cx="4839713" cy="3401484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64"/>
          <p:cNvSpPr>
            <a:spLocks noGrp="1"/>
          </p:cNvSpPr>
          <p:nvPr>
            <p:ph type="pic" idx="4"/>
          </p:nvPr>
        </p:nvSpPr>
        <p:spPr>
          <a:xfrm>
            <a:off x="7350972" y="3481918"/>
            <a:ext cx="2377440" cy="3378996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64"/>
          <p:cNvSpPr>
            <a:spLocks noGrp="1"/>
          </p:cNvSpPr>
          <p:nvPr>
            <p:ph type="pic" idx="5"/>
          </p:nvPr>
        </p:nvSpPr>
        <p:spPr>
          <a:xfrm>
            <a:off x="4887384" y="3481919"/>
            <a:ext cx="2377440" cy="3378996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64"/>
          <p:cNvSpPr>
            <a:spLocks noGrp="1"/>
          </p:cNvSpPr>
          <p:nvPr>
            <p:ph type="pic" idx="6"/>
          </p:nvPr>
        </p:nvSpPr>
        <p:spPr>
          <a:xfrm>
            <a:off x="9814560" y="3479005"/>
            <a:ext cx="2377440" cy="337899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/3 Width Head + Copy w/6 Image Grid">
  <p:cSld name="1/3 Width Head + Copy w/6 Image Grid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5"/>
          <p:cNvSpPr>
            <a:spLocks noGrp="1"/>
          </p:cNvSpPr>
          <p:nvPr>
            <p:ph type="pic" idx="2"/>
          </p:nvPr>
        </p:nvSpPr>
        <p:spPr>
          <a:xfrm>
            <a:off x="9814560" y="1"/>
            <a:ext cx="2377440" cy="2272748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65"/>
          <p:cNvSpPr>
            <a:spLocks noGrp="1"/>
          </p:cNvSpPr>
          <p:nvPr>
            <p:ph type="pic" idx="3"/>
          </p:nvPr>
        </p:nvSpPr>
        <p:spPr>
          <a:xfrm>
            <a:off x="4887384" y="1"/>
            <a:ext cx="4839713" cy="4128052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65"/>
          <p:cNvSpPr>
            <a:spLocks noGrp="1"/>
          </p:cNvSpPr>
          <p:nvPr>
            <p:ph type="pic" idx="4"/>
          </p:nvPr>
        </p:nvSpPr>
        <p:spPr>
          <a:xfrm>
            <a:off x="9814560" y="2352260"/>
            <a:ext cx="2377440" cy="1775793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65"/>
          <p:cNvSpPr>
            <a:spLocks noGrp="1"/>
          </p:cNvSpPr>
          <p:nvPr>
            <p:ph type="pic" idx="5"/>
          </p:nvPr>
        </p:nvSpPr>
        <p:spPr>
          <a:xfrm>
            <a:off x="7350972" y="4207564"/>
            <a:ext cx="2377440" cy="265334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65"/>
          <p:cNvSpPr>
            <a:spLocks noGrp="1"/>
          </p:cNvSpPr>
          <p:nvPr>
            <p:ph type="pic" idx="6"/>
          </p:nvPr>
        </p:nvSpPr>
        <p:spPr>
          <a:xfrm>
            <a:off x="4887384" y="4207566"/>
            <a:ext cx="2377440" cy="2653349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65"/>
          <p:cNvSpPr>
            <a:spLocks noGrp="1"/>
          </p:cNvSpPr>
          <p:nvPr>
            <p:ph type="pic" idx="7"/>
          </p:nvPr>
        </p:nvSpPr>
        <p:spPr>
          <a:xfrm>
            <a:off x="9814560" y="4204651"/>
            <a:ext cx="2377440" cy="2653349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65"/>
          <p:cNvSpPr txBox="1">
            <a:spLocks noGrp="1"/>
          </p:cNvSpPr>
          <p:nvPr>
            <p:ph type="body" idx="1"/>
          </p:nvPr>
        </p:nvSpPr>
        <p:spPr>
          <a:xfrm>
            <a:off x="486833" y="1718734"/>
            <a:ext cx="4226984" cy="4519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Clr>
                <a:srgbClr val="2F85AA"/>
              </a:buClr>
              <a:buSzPts val="1867"/>
              <a:buNone/>
              <a:defRPr sz="1867" b="0"/>
            </a:lvl1pPr>
            <a:lvl2pPr marL="914400" lvl="1" indent="-338645" algn="l">
              <a:spcBef>
                <a:spcPts val="800"/>
              </a:spcBef>
              <a:spcAft>
                <a:spcPts val="0"/>
              </a:spcAft>
              <a:buSzPts val="1733"/>
              <a:buChar char="▪"/>
              <a:defRPr sz="1733"/>
            </a:lvl2pPr>
            <a:lvl3pPr marL="1371600" lvl="2" indent="-330200" algn="l">
              <a:spcBef>
                <a:spcPts val="800"/>
              </a:spcBef>
              <a:spcAft>
                <a:spcPts val="0"/>
              </a:spcAft>
              <a:buClr>
                <a:srgbClr val="3086AB"/>
              </a:buClr>
              <a:buSzPts val="1600"/>
              <a:buChar char="•"/>
              <a:defRPr/>
            </a:lvl3pPr>
            <a:lvl4pPr marL="1828800" lvl="3" indent="-321754" algn="l">
              <a:spcBef>
                <a:spcPts val="800"/>
              </a:spcBef>
              <a:spcAft>
                <a:spcPts val="0"/>
              </a:spcAft>
              <a:buSzPts val="1467"/>
              <a:buFont typeface="Arial"/>
              <a:buChar char="-"/>
              <a:defRPr/>
            </a:lvl4pPr>
            <a:lvl5pPr marL="2286000" lvl="4" indent="-321754" algn="l">
              <a:spcBef>
                <a:spcPts val="800"/>
              </a:spcBef>
              <a:spcAft>
                <a:spcPts val="0"/>
              </a:spcAft>
              <a:buSzPts val="1467"/>
              <a:buFont typeface="Arial"/>
              <a:buChar char="◦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65"/>
          <p:cNvSpPr/>
          <p:nvPr/>
        </p:nvSpPr>
        <p:spPr>
          <a:xfrm>
            <a:off x="0" y="669310"/>
            <a:ext cx="268224" cy="26843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65"/>
          <p:cNvSpPr txBox="1">
            <a:spLocks noGrp="1"/>
          </p:cNvSpPr>
          <p:nvPr>
            <p:ph type="title"/>
          </p:nvPr>
        </p:nvSpPr>
        <p:spPr>
          <a:xfrm>
            <a:off x="486833" y="646176"/>
            <a:ext cx="4226984" cy="862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67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/3 Width Head + Copy w/6 Image Grid-B">
  <p:cSld name="1/3 Width Head + Copy w/6 Image Grid-B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6"/>
          <p:cNvSpPr txBox="1">
            <a:spLocks noGrp="1"/>
          </p:cNvSpPr>
          <p:nvPr>
            <p:ph type="body" idx="1"/>
          </p:nvPr>
        </p:nvSpPr>
        <p:spPr>
          <a:xfrm>
            <a:off x="486833" y="1718734"/>
            <a:ext cx="4226984" cy="4519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Clr>
                <a:srgbClr val="2F85AA"/>
              </a:buClr>
              <a:buSzPts val="1867"/>
              <a:buNone/>
              <a:defRPr sz="1867" b="0"/>
            </a:lvl1pPr>
            <a:lvl2pPr marL="914400" lvl="1" indent="-338645" algn="l">
              <a:spcBef>
                <a:spcPts val="800"/>
              </a:spcBef>
              <a:spcAft>
                <a:spcPts val="0"/>
              </a:spcAft>
              <a:buSzPts val="1733"/>
              <a:buChar char="▪"/>
              <a:defRPr sz="1733"/>
            </a:lvl2pPr>
            <a:lvl3pPr marL="1371600" lvl="2" indent="-330200" algn="l">
              <a:spcBef>
                <a:spcPts val="800"/>
              </a:spcBef>
              <a:spcAft>
                <a:spcPts val="0"/>
              </a:spcAft>
              <a:buClr>
                <a:srgbClr val="3086AB"/>
              </a:buClr>
              <a:buSzPts val="1600"/>
              <a:buChar char="•"/>
              <a:defRPr/>
            </a:lvl3pPr>
            <a:lvl4pPr marL="1828800" lvl="3" indent="-321754" algn="l">
              <a:spcBef>
                <a:spcPts val="800"/>
              </a:spcBef>
              <a:spcAft>
                <a:spcPts val="0"/>
              </a:spcAft>
              <a:buSzPts val="1467"/>
              <a:buFont typeface="Arial"/>
              <a:buChar char="-"/>
              <a:defRPr/>
            </a:lvl4pPr>
            <a:lvl5pPr marL="2286000" lvl="4" indent="-321754" algn="l">
              <a:spcBef>
                <a:spcPts val="800"/>
              </a:spcBef>
              <a:spcAft>
                <a:spcPts val="0"/>
              </a:spcAft>
              <a:buSzPts val="1467"/>
              <a:buFont typeface="Arial"/>
              <a:buChar char="◦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66"/>
          <p:cNvSpPr/>
          <p:nvPr/>
        </p:nvSpPr>
        <p:spPr>
          <a:xfrm>
            <a:off x="0" y="669310"/>
            <a:ext cx="268224" cy="26843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66"/>
          <p:cNvSpPr txBox="1">
            <a:spLocks noGrp="1"/>
          </p:cNvSpPr>
          <p:nvPr>
            <p:ph type="title"/>
          </p:nvPr>
        </p:nvSpPr>
        <p:spPr>
          <a:xfrm>
            <a:off x="486833" y="646176"/>
            <a:ext cx="4226984" cy="862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67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66"/>
          <p:cNvSpPr>
            <a:spLocks noGrp="1"/>
          </p:cNvSpPr>
          <p:nvPr>
            <p:ph type="pic" idx="2"/>
          </p:nvPr>
        </p:nvSpPr>
        <p:spPr>
          <a:xfrm>
            <a:off x="7350972" y="3481918"/>
            <a:ext cx="2377440" cy="3378996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66"/>
          <p:cNvSpPr>
            <a:spLocks noGrp="1"/>
          </p:cNvSpPr>
          <p:nvPr>
            <p:ph type="pic" idx="3"/>
          </p:nvPr>
        </p:nvSpPr>
        <p:spPr>
          <a:xfrm>
            <a:off x="4887384" y="3481919"/>
            <a:ext cx="2377440" cy="3378996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66"/>
          <p:cNvSpPr>
            <a:spLocks noGrp="1"/>
          </p:cNvSpPr>
          <p:nvPr>
            <p:ph type="pic" idx="4"/>
          </p:nvPr>
        </p:nvSpPr>
        <p:spPr>
          <a:xfrm>
            <a:off x="9814560" y="3479005"/>
            <a:ext cx="2377440" cy="3378996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66"/>
          <p:cNvSpPr>
            <a:spLocks noGrp="1"/>
          </p:cNvSpPr>
          <p:nvPr>
            <p:ph type="pic" idx="5"/>
          </p:nvPr>
        </p:nvSpPr>
        <p:spPr>
          <a:xfrm>
            <a:off x="7350972" y="2914"/>
            <a:ext cx="2377440" cy="3378996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66"/>
          <p:cNvSpPr>
            <a:spLocks noGrp="1"/>
          </p:cNvSpPr>
          <p:nvPr>
            <p:ph type="pic" idx="6"/>
          </p:nvPr>
        </p:nvSpPr>
        <p:spPr>
          <a:xfrm>
            <a:off x="4887384" y="2915"/>
            <a:ext cx="2377440" cy="3378996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66"/>
          <p:cNvSpPr>
            <a:spLocks noGrp="1"/>
          </p:cNvSpPr>
          <p:nvPr>
            <p:ph type="pic" idx="7"/>
          </p:nvPr>
        </p:nvSpPr>
        <p:spPr>
          <a:xfrm>
            <a:off x="9814560" y="1"/>
            <a:ext cx="2377440" cy="337899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Width Head + Copy + Photo">
  <p:cSld name="Full Width Head + Copy + Photo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7"/>
          <p:cNvSpPr txBox="1">
            <a:spLocks noGrp="1"/>
          </p:cNvSpPr>
          <p:nvPr>
            <p:ph type="body" idx="1"/>
          </p:nvPr>
        </p:nvSpPr>
        <p:spPr>
          <a:xfrm>
            <a:off x="486833" y="4916557"/>
            <a:ext cx="11106151" cy="1340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867"/>
              <a:buNone/>
              <a:defRPr sz="1867" b="0"/>
            </a:lvl1pPr>
            <a:lvl2pPr marL="914400" lvl="1" indent="-338645" algn="l">
              <a:spcBef>
                <a:spcPts val="800"/>
              </a:spcBef>
              <a:spcAft>
                <a:spcPts val="0"/>
              </a:spcAft>
              <a:buClr>
                <a:srgbClr val="5393AA"/>
              </a:buClr>
              <a:buSzPts val="1733"/>
              <a:buFont typeface="Noto Sans Symbols"/>
              <a:buChar char="▪"/>
              <a:defRPr sz="1733"/>
            </a:lvl2pPr>
            <a:lvl3pPr marL="1371600" lvl="2" indent="-330200" algn="l">
              <a:spcBef>
                <a:spcPts val="800"/>
              </a:spcBef>
              <a:spcAft>
                <a:spcPts val="0"/>
              </a:spcAft>
              <a:buClr>
                <a:srgbClr val="3086AB"/>
              </a:buClr>
              <a:buSzPts val="1600"/>
              <a:buFont typeface="Arial"/>
              <a:buChar char="•"/>
              <a:defRPr/>
            </a:lvl3pPr>
            <a:lvl4pPr marL="1828800" lvl="3" indent="-321754" algn="l">
              <a:spcBef>
                <a:spcPts val="800"/>
              </a:spcBef>
              <a:spcAft>
                <a:spcPts val="0"/>
              </a:spcAft>
              <a:buSzPts val="1467"/>
              <a:buFont typeface="Arial"/>
              <a:buChar char="-"/>
              <a:defRPr/>
            </a:lvl4pPr>
            <a:lvl5pPr marL="2286000" lvl="4" indent="-321754" algn="l">
              <a:spcBef>
                <a:spcPts val="800"/>
              </a:spcBef>
              <a:spcAft>
                <a:spcPts val="0"/>
              </a:spcAft>
              <a:buSzPts val="1467"/>
              <a:buChar char="◦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67"/>
          <p:cNvSpPr txBox="1">
            <a:spLocks noGrp="1"/>
          </p:cNvSpPr>
          <p:nvPr>
            <p:ph type="ftr" idx="11"/>
          </p:nvPr>
        </p:nvSpPr>
        <p:spPr>
          <a:xfrm>
            <a:off x="7498085" y="6527945"/>
            <a:ext cx="3860800" cy="20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67"/>
          <p:cNvSpPr txBox="1">
            <a:spLocks noGrp="1"/>
          </p:cNvSpPr>
          <p:nvPr>
            <p:ph type="sldNum" idx="12"/>
          </p:nvPr>
        </p:nvSpPr>
        <p:spPr>
          <a:xfrm>
            <a:off x="11359635" y="6527357"/>
            <a:ext cx="253444" cy="20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8" name="Google Shape;128;p67"/>
          <p:cNvSpPr txBox="1">
            <a:spLocks noGrp="1"/>
          </p:cNvSpPr>
          <p:nvPr>
            <p:ph type="title"/>
          </p:nvPr>
        </p:nvSpPr>
        <p:spPr>
          <a:xfrm>
            <a:off x="486833" y="646177"/>
            <a:ext cx="11106151" cy="697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67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67"/>
          <p:cNvSpPr>
            <a:spLocks noGrp="1"/>
          </p:cNvSpPr>
          <p:nvPr>
            <p:ph type="pic" idx="2"/>
          </p:nvPr>
        </p:nvSpPr>
        <p:spPr>
          <a:xfrm>
            <a:off x="476251" y="1598085"/>
            <a:ext cx="11140016" cy="315944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ustomizeable Photo Slide (Full Frame)">
  <p:cSld name="Customizeable Photo Slide (Full Frame)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8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shots (Max of 20)">
  <p:cSld name="Headshots (Max of 20)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9"/>
          <p:cNvSpPr txBox="1">
            <a:spLocks noGrp="1"/>
          </p:cNvSpPr>
          <p:nvPr>
            <p:ph type="body" idx="1"/>
          </p:nvPr>
        </p:nvSpPr>
        <p:spPr>
          <a:xfrm>
            <a:off x="486833" y="1504121"/>
            <a:ext cx="11106151" cy="511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867"/>
              <a:buNone/>
              <a:defRPr sz="1867" b="0"/>
            </a:lvl1pPr>
            <a:lvl2pPr marL="914400" lvl="1" indent="-338645" algn="l">
              <a:spcBef>
                <a:spcPts val="448"/>
              </a:spcBef>
              <a:spcAft>
                <a:spcPts val="0"/>
              </a:spcAft>
              <a:buClr>
                <a:srgbClr val="5393AA"/>
              </a:buClr>
              <a:buSzPts val="1733"/>
              <a:buFont typeface="Noto Sans Symbols"/>
              <a:buChar char="▪"/>
              <a:defRPr sz="1733"/>
            </a:lvl2pPr>
            <a:lvl3pPr marL="1371600" lvl="2" indent="-330200" algn="l">
              <a:spcBef>
                <a:spcPts val="448"/>
              </a:spcBef>
              <a:spcAft>
                <a:spcPts val="0"/>
              </a:spcAft>
              <a:buClr>
                <a:srgbClr val="3086AB"/>
              </a:buClr>
              <a:buSzPts val="1600"/>
              <a:buFont typeface="Arial"/>
              <a:buChar char="•"/>
              <a:defRPr/>
            </a:lvl3pPr>
            <a:lvl4pPr marL="1828800" lvl="3" indent="-321754" algn="l">
              <a:spcBef>
                <a:spcPts val="448"/>
              </a:spcBef>
              <a:spcAft>
                <a:spcPts val="0"/>
              </a:spcAft>
              <a:buSzPts val="1467"/>
              <a:buFont typeface="Arial"/>
              <a:buChar char="-"/>
              <a:defRPr/>
            </a:lvl4pPr>
            <a:lvl5pPr marL="2286000" lvl="4" indent="-321754" algn="l">
              <a:spcBef>
                <a:spcPts val="448"/>
              </a:spcBef>
              <a:spcAft>
                <a:spcPts val="0"/>
              </a:spcAft>
              <a:buSzPts val="1467"/>
              <a:buChar char="◦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69"/>
          <p:cNvSpPr txBox="1">
            <a:spLocks noGrp="1"/>
          </p:cNvSpPr>
          <p:nvPr>
            <p:ph type="ftr" idx="11"/>
          </p:nvPr>
        </p:nvSpPr>
        <p:spPr>
          <a:xfrm>
            <a:off x="7498085" y="6527945"/>
            <a:ext cx="3860800" cy="20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69"/>
          <p:cNvSpPr txBox="1">
            <a:spLocks noGrp="1"/>
          </p:cNvSpPr>
          <p:nvPr>
            <p:ph type="sldNum" idx="12"/>
          </p:nvPr>
        </p:nvSpPr>
        <p:spPr>
          <a:xfrm>
            <a:off x="11359635" y="6527357"/>
            <a:ext cx="253444" cy="20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69"/>
          <p:cNvSpPr>
            <a:spLocks noGrp="1"/>
          </p:cNvSpPr>
          <p:nvPr>
            <p:ph type="pic" idx="2"/>
          </p:nvPr>
        </p:nvSpPr>
        <p:spPr>
          <a:xfrm>
            <a:off x="476251" y="2100186"/>
            <a:ext cx="1211420" cy="1211420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69"/>
          <p:cNvSpPr>
            <a:spLocks noGrp="1"/>
          </p:cNvSpPr>
          <p:nvPr>
            <p:ph type="pic" idx="3"/>
          </p:nvPr>
        </p:nvSpPr>
        <p:spPr>
          <a:xfrm>
            <a:off x="3785785" y="2100186"/>
            <a:ext cx="1211420" cy="1211420"/>
          </a:xfrm>
          <a:prstGeom prst="rect">
            <a:avLst/>
          </a:prstGeom>
          <a:noFill/>
          <a:ln>
            <a:noFill/>
          </a:ln>
        </p:spPr>
      </p:sp>
      <p:sp>
        <p:nvSpPr>
          <p:cNvPr id="138" name="Google Shape;138;p69"/>
          <p:cNvSpPr>
            <a:spLocks noGrp="1"/>
          </p:cNvSpPr>
          <p:nvPr>
            <p:ph type="pic" idx="4"/>
          </p:nvPr>
        </p:nvSpPr>
        <p:spPr>
          <a:xfrm>
            <a:off x="7095318" y="2100186"/>
            <a:ext cx="1211420" cy="121142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69"/>
          <p:cNvSpPr>
            <a:spLocks noGrp="1"/>
          </p:cNvSpPr>
          <p:nvPr>
            <p:ph type="pic" idx="5"/>
          </p:nvPr>
        </p:nvSpPr>
        <p:spPr>
          <a:xfrm>
            <a:off x="10404847" y="2100186"/>
            <a:ext cx="1211420" cy="1211420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69"/>
          <p:cNvSpPr txBox="1">
            <a:spLocks noGrp="1"/>
          </p:cNvSpPr>
          <p:nvPr>
            <p:ph type="title"/>
          </p:nvPr>
        </p:nvSpPr>
        <p:spPr>
          <a:xfrm>
            <a:off x="486833" y="646176"/>
            <a:ext cx="11129433" cy="862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67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69"/>
          <p:cNvSpPr>
            <a:spLocks noGrp="1"/>
          </p:cNvSpPr>
          <p:nvPr>
            <p:ph type="pic" idx="6"/>
          </p:nvPr>
        </p:nvSpPr>
        <p:spPr>
          <a:xfrm>
            <a:off x="2131018" y="2100186"/>
            <a:ext cx="1211420" cy="1211420"/>
          </a:xfrm>
          <a:prstGeom prst="rect">
            <a:avLst/>
          </a:prstGeom>
          <a:noFill/>
          <a:ln>
            <a:noFill/>
          </a:ln>
        </p:spPr>
      </p:sp>
      <p:sp>
        <p:nvSpPr>
          <p:cNvPr id="142" name="Google Shape;142;p69"/>
          <p:cNvSpPr>
            <a:spLocks noGrp="1"/>
          </p:cNvSpPr>
          <p:nvPr>
            <p:ph type="pic" idx="7"/>
          </p:nvPr>
        </p:nvSpPr>
        <p:spPr>
          <a:xfrm>
            <a:off x="5440551" y="2100186"/>
            <a:ext cx="1211420" cy="121142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69"/>
          <p:cNvSpPr>
            <a:spLocks noGrp="1"/>
          </p:cNvSpPr>
          <p:nvPr>
            <p:ph type="pic" idx="8"/>
          </p:nvPr>
        </p:nvSpPr>
        <p:spPr>
          <a:xfrm>
            <a:off x="8750085" y="2100186"/>
            <a:ext cx="1211420" cy="121142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69"/>
          <p:cNvSpPr>
            <a:spLocks noGrp="1"/>
          </p:cNvSpPr>
          <p:nvPr>
            <p:ph type="pic" idx="9"/>
          </p:nvPr>
        </p:nvSpPr>
        <p:spPr>
          <a:xfrm>
            <a:off x="476251" y="3566331"/>
            <a:ext cx="1211420" cy="1211420"/>
          </a:xfrm>
          <a:prstGeom prst="rect">
            <a:avLst/>
          </a:prstGeom>
          <a:noFill/>
          <a:ln>
            <a:noFill/>
          </a:ln>
        </p:spPr>
      </p:sp>
      <p:sp>
        <p:nvSpPr>
          <p:cNvPr id="145" name="Google Shape;145;p69"/>
          <p:cNvSpPr>
            <a:spLocks noGrp="1"/>
          </p:cNvSpPr>
          <p:nvPr>
            <p:ph type="pic" idx="13"/>
          </p:nvPr>
        </p:nvSpPr>
        <p:spPr>
          <a:xfrm>
            <a:off x="3785785" y="3566331"/>
            <a:ext cx="1211420" cy="1211420"/>
          </a:xfrm>
          <a:prstGeom prst="rect">
            <a:avLst/>
          </a:prstGeom>
          <a:noFill/>
          <a:ln>
            <a:noFill/>
          </a:ln>
        </p:spPr>
      </p:sp>
      <p:sp>
        <p:nvSpPr>
          <p:cNvPr id="146" name="Google Shape;146;p69"/>
          <p:cNvSpPr>
            <a:spLocks noGrp="1"/>
          </p:cNvSpPr>
          <p:nvPr>
            <p:ph type="pic" idx="14"/>
          </p:nvPr>
        </p:nvSpPr>
        <p:spPr>
          <a:xfrm>
            <a:off x="7095318" y="3566331"/>
            <a:ext cx="1211420" cy="1211420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69"/>
          <p:cNvSpPr>
            <a:spLocks noGrp="1"/>
          </p:cNvSpPr>
          <p:nvPr>
            <p:ph type="pic" idx="15"/>
          </p:nvPr>
        </p:nvSpPr>
        <p:spPr>
          <a:xfrm>
            <a:off x="10404847" y="3566331"/>
            <a:ext cx="1211420" cy="1211420"/>
          </a:xfrm>
          <a:prstGeom prst="rect">
            <a:avLst/>
          </a:prstGeom>
          <a:noFill/>
          <a:ln>
            <a:noFill/>
          </a:ln>
        </p:spPr>
      </p:sp>
      <p:sp>
        <p:nvSpPr>
          <p:cNvPr id="148" name="Google Shape;148;p69"/>
          <p:cNvSpPr>
            <a:spLocks noGrp="1"/>
          </p:cNvSpPr>
          <p:nvPr>
            <p:ph type="pic" idx="16"/>
          </p:nvPr>
        </p:nvSpPr>
        <p:spPr>
          <a:xfrm>
            <a:off x="2131018" y="3566331"/>
            <a:ext cx="1211420" cy="1211420"/>
          </a:xfrm>
          <a:prstGeom prst="rect">
            <a:avLst/>
          </a:prstGeom>
          <a:noFill/>
          <a:ln>
            <a:noFill/>
          </a:ln>
        </p:spPr>
      </p:sp>
      <p:sp>
        <p:nvSpPr>
          <p:cNvPr id="149" name="Google Shape;149;p69"/>
          <p:cNvSpPr>
            <a:spLocks noGrp="1"/>
          </p:cNvSpPr>
          <p:nvPr>
            <p:ph type="pic" idx="17"/>
          </p:nvPr>
        </p:nvSpPr>
        <p:spPr>
          <a:xfrm>
            <a:off x="5440551" y="3566331"/>
            <a:ext cx="1211420" cy="1211420"/>
          </a:xfrm>
          <a:prstGeom prst="rect">
            <a:avLst/>
          </a:prstGeom>
          <a:noFill/>
          <a:ln>
            <a:noFill/>
          </a:ln>
        </p:spPr>
      </p:sp>
      <p:sp>
        <p:nvSpPr>
          <p:cNvPr id="150" name="Google Shape;150;p69"/>
          <p:cNvSpPr>
            <a:spLocks noGrp="1"/>
          </p:cNvSpPr>
          <p:nvPr>
            <p:ph type="pic" idx="18"/>
          </p:nvPr>
        </p:nvSpPr>
        <p:spPr>
          <a:xfrm>
            <a:off x="8750085" y="3566331"/>
            <a:ext cx="1211420" cy="1211420"/>
          </a:xfrm>
          <a:prstGeom prst="rect">
            <a:avLst/>
          </a:prstGeom>
          <a:noFill/>
          <a:ln>
            <a:noFill/>
          </a:ln>
        </p:spPr>
      </p:sp>
      <p:sp>
        <p:nvSpPr>
          <p:cNvPr id="151" name="Google Shape;151;p69"/>
          <p:cNvSpPr>
            <a:spLocks noGrp="1"/>
          </p:cNvSpPr>
          <p:nvPr>
            <p:ph type="pic" idx="19"/>
          </p:nvPr>
        </p:nvSpPr>
        <p:spPr>
          <a:xfrm>
            <a:off x="476251" y="5032477"/>
            <a:ext cx="1211420" cy="121142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69"/>
          <p:cNvSpPr>
            <a:spLocks noGrp="1"/>
          </p:cNvSpPr>
          <p:nvPr>
            <p:ph type="pic" idx="20"/>
          </p:nvPr>
        </p:nvSpPr>
        <p:spPr>
          <a:xfrm>
            <a:off x="3785785" y="5032477"/>
            <a:ext cx="1211420" cy="121142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69"/>
          <p:cNvSpPr>
            <a:spLocks noGrp="1"/>
          </p:cNvSpPr>
          <p:nvPr>
            <p:ph type="pic" idx="21"/>
          </p:nvPr>
        </p:nvSpPr>
        <p:spPr>
          <a:xfrm>
            <a:off x="7095318" y="5032477"/>
            <a:ext cx="1211420" cy="1211420"/>
          </a:xfrm>
          <a:prstGeom prst="rect">
            <a:avLst/>
          </a:prstGeom>
          <a:noFill/>
          <a:ln>
            <a:noFill/>
          </a:ln>
        </p:spPr>
      </p:sp>
      <p:sp>
        <p:nvSpPr>
          <p:cNvPr id="154" name="Google Shape;154;p69"/>
          <p:cNvSpPr>
            <a:spLocks noGrp="1"/>
          </p:cNvSpPr>
          <p:nvPr>
            <p:ph type="pic" idx="22"/>
          </p:nvPr>
        </p:nvSpPr>
        <p:spPr>
          <a:xfrm>
            <a:off x="10404847" y="5032477"/>
            <a:ext cx="1211420" cy="121142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69"/>
          <p:cNvSpPr>
            <a:spLocks noGrp="1"/>
          </p:cNvSpPr>
          <p:nvPr>
            <p:ph type="pic" idx="23"/>
          </p:nvPr>
        </p:nvSpPr>
        <p:spPr>
          <a:xfrm>
            <a:off x="2131018" y="5032477"/>
            <a:ext cx="1211420" cy="1211420"/>
          </a:xfrm>
          <a:prstGeom prst="rect">
            <a:avLst/>
          </a:prstGeom>
          <a:noFill/>
          <a:ln>
            <a:noFill/>
          </a:ln>
        </p:spPr>
      </p:sp>
      <p:sp>
        <p:nvSpPr>
          <p:cNvPr id="156" name="Google Shape;156;p69"/>
          <p:cNvSpPr>
            <a:spLocks noGrp="1"/>
          </p:cNvSpPr>
          <p:nvPr>
            <p:ph type="pic" idx="24"/>
          </p:nvPr>
        </p:nvSpPr>
        <p:spPr>
          <a:xfrm>
            <a:off x="5440551" y="5032477"/>
            <a:ext cx="1211420" cy="1211420"/>
          </a:xfrm>
          <a:prstGeom prst="rect">
            <a:avLst/>
          </a:prstGeom>
          <a:noFill/>
          <a:ln>
            <a:noFill/>
          </a:ln>
        </p:spPr>
      </p:sp>
      <p:sp>
        <p:nvSpPr>
          <p:cNvPr id="157" name="Google Shape;157;p69"/>
          <p:cNvSpPr>
            <a:spLocks noGrp="1"/>
          </p:cNvSpPr>
          <p:nvPr>
            <p:ph type="pic" idx="25"/>
          </p:nvPr>
        </p:nvSpPr>
        <p:spPr>
          <a:xfrm>
            <a:off x="8750085" y="5032477"/>
            <a:ext cx="1211420" cy="121142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shots (Max of 6)">
  <p:cSld name="Headshots (Max of 6)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0"/>
          <p:cNvSpPr txBox="1">
            <a:spLocks noGrp="1"/>
          </p:cNvSpPr>
          <p:nvPr>
            <p:ph type="ftr" idx="11"/>
          </p:nvPr>
        </p:nvSpPr>
        <p:spPr>
          <a:xfrm>
            <a:off x="7498085" y="6527945"/>
            <a:ext cx="3860800" cy="20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70"/>
          <p:cNvSpPr txBox="1">
            <a:spLocks noGrp="1"/>
          </p:cNvSpPr>
          <p:nvPr>
            <p:ph type="sldNum" idx="12"/>
          </p:nvPr>
        </p:nvSpPr>
        <p:spPr>
          <a:xfrm>
            <a:off x="11359635" y="6527357"/>
            <a:ext cx="253444" cy="20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1" name="Google Shape;161;p70"/>
          <p:cNvSpPr>
            <a:spLocks noGrp="1"/>
          </p:cNvSpPr>
          <p:nvPr>
            <p:ph type="pic" idx="2"/>
          </p:nvPr>
        </p:nvSpPr>
        <p:spPr>
          <a:xfrm>
            <a:off x="476251" y="1619251"/>
            <a:ext cx="1828800" cy="1828800"/>
          </a:xfrm>
          <a:prstGeom prst="rect">
            <a:avLst/>
          </a:prstGeom>
          <a:noFill/>
          <a:ln>
            <a:noFill/>
          </a:ln>
        </p:spPr>
      </p:sp>
      <p:sp>
        <p:nvSpPr>
          <p:cNvPr id="162" name="Google Shape;162;p70"/>
          <p:cNvSpPr txBox="1">
            <a:spLocks noGrp="1"/>
          </p:cNvSpPr>
          <p:nvPr>
            <p:ph type="body" idx="1"/>
          </p:nvPr>
        </p:nvSpPr>
        <p:spPr>
          <a:xfrm>
            <a:off x="2384317" y="2594034"/>
            <a:ext cx="1740339" cy="855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333"/>
              <a:buNone/>
              <a:defRPr sz="1333" b="1">
                <a:solidFill>
                  <a:srgbClr val="5393AA"/>
                </a:solidFill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067"/>
              <a:buFont typeface="Arial"/>
              <a:buNone/>
              <a:defRPr sz="1067"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1467"/>
              <a:buNone/>
              <a:defRPr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1467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3" name="Google Shape;163;p70"/>
          <p:cNvSpPr>
            <a:spLocks noGrp="1"/>
          </p:cNvSpPr>
          <p:nvPr>
            <p:ph type="pic" idx="3"/>
          </p:nvPr>
        </p:nvSpPr>
        <p:spPr>
          <a:xfrm>
            <a:off x="476251" y="3710517"/>
            <a:ext cx="1828800" cy="1828800"/>
          </a:xfrm>
          <a:prstGeom prst="rect">
            <a:avLst/>
          </a:prstGeom>
          <a:noFill/>
          <a:ln>
            <a:noFill/>
          </a:ln>
        </p:spPr>
      </p:sp>
      <p:sp>
        <p:nvSpPr>
          <p:cNvPr id="164" name="Google Shape;164;p70"/>
          <p:cNvSpPr txBox="1">
            <a:spLocks noGrp="1"/>
          </p:cNvSpPr>
          <p:nvPr>
            <p:ph type="body" idx="4"/>
          </p:nvPr>
        </p:nvSpPr>
        <p:spPr>
          <a:xfrm>
            <a:off x="2384317" y="4685300"/>
            <a:ext cx="1740339" cy="855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333"/>
              <a:buNone/>
              <a:defRPr sz="1333" b="1">
                <a:solidFill>
                  <a:srgbClr val="5393AA"/>
                </a:solidFill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067"/>
              <a:buFont typeface="Arial"/>
              <a:buNone/>
              <a:defRPr sz="1067"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1467"/>
              <a:buNone/>
              <a:defRPr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1467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5" name="Google Shape;165;p70"/>
          <p:cNvSpPr>
            <a:spLocks noGrp="1"/>
          </p:cNvSpPr>
          <p:nvPr>
            <p:ph type="pic" idx="5"/>
          </p:nvPr>
        </p:nvSpPr>
        <p:spPr>
          <a:xfrm>
            <a:off x="4257695" y="1619251"/>
            <a:ext cx="1828800" cy="1828800"/>
          </a:xfrm>
          <a:prstGeom prst="rect">
            <a:avLst/>
          </a:prstGeom>
          <a:noFill/>
          <a:ln>
            <a:noFill/>
          </a:ln>
        </p:spPr>
      </p:sp>
      <p:sp>
        <p:nvSpPr>
          <p:cNvPr id="166" name="Google Shape;166;p70"/>
          <p:cNvSpPr txBox="1">
            <a:spLocks noGrp="1"/>
          </p:cNvSpPr>
          <p:nvPr>
            <p:ph type="body" idx="6"/>
          </p:nvPr>
        </p:nvSpPr>
        <p:spPr>
          <a:xfrm>
            <a:off x="6165761" y="2594034"/>
            <a:ext cx="1740339" cy="855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333"/>
              <a:buNone/>
              <a:defRPr sz="1333" b="1">
                <a:solidFill>
                  <a:srgbClr val="5393AA"/>
                </a:solidFill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067"/>
              <a:buFont typeface="Arial"/>
              <a:buNone/>
              <a:defRPr sz="1067"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1467"/>
              <a:buNone/>
              <a:defRPr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1467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7" name="Google Shape;167;p70"/>
          <p:cNvSpPr>
            <a:spLocks noGrp="1"/>
          </p:cNvSpPr>
          <p:nvPr>
            <p:ph type="pic" idx="7"/>
          </p:nvPr>
        </p:nvSpPr>
        <p:spPr>
          <a:xfrm>
            <a:off x="4257695" y="3710517"/>
            <a:ext cx="1828800" cy="18288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70"/>
          <p:cNvSpPr txBox="1">
            <a:spLocks noGrp="1"/>
          </p:cNvSpPr>
          <p:nvPr>
            <p:ph type="body" idx="8"/>
          </p:nvPr>
        </p:nvSpPr>
        <p:spPr>
          <a:xfrm>
            <a:off x="6165761" y="4685300"/>
            <a:ext cx="1740339" cy="855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333"/>
              <a:buNone/>
              <a:defRPr sz="1333" b="1">
                <a:solidFill>
                  <a:srgbClr val="5393AA"/>
                </a:solidFill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067"/>
              <a:buFont typeface="Arial"/>
              <a:buNone/>
              <a:defRPr sz="1067"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1467"/>
              <a:buNone/>
              <a:defRPr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1467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9" name="Google Shape;169;p70"/>
          <p:cNvSpPr>
            <a:spLocks noGrp="1"/>
          </p:cNvSpPr>
          <p:nvPr>
            <p:ph type="pic" idx="9"/>
          </p:nvPr>
        </p:nvSpPr>
        <p:spPr>
          <a:xfrm>
            <a:off x="8021012" y="1619251"/>
            <a:ext cx="1828800" cy="18288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70"/>
          <p:cNvSpPr txBox="1">
            <a:spLocks noGrp="1"/>
          </p:cNvSpPr>
          <p:nvPr>
            <p:ph type="body" idx="13"/>
          </p:nvPr>
        </p:nvSpPr>
        <p:spPr>
          <a:xfrm>
            <a:off x="9929079" y="2594034"/>
            <a:ext cx="1740339" cy="855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333"/>
              <a:buNone/>
              <a:defRPr sz="1333" b="1">
                <a:solidFill>
                  <a:srgbClr val="5393AA"/>
                </a:solidFill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067"/>
              <a:buFont typeface="Arial"/>
              <a:buNone/>
              <a:defRPr sz="1067"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1467"/>
              <a:buNone/>
              <a:defRPr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1467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1" name="Google Shape;171;p70"/>
          <p:cNvSpPr>
            <a:spLocks noGrp="1"/>
          </p:cNvSpPr>
          <p:nvPr>
            <p:ph type="pic" idx="14"/>
          </p:nvPr>
        </p:nvSpPr>
        <p:spPr>
          <a:xfrm>
            <a:off x="8021012" y="3710517"/>
            <a:ext cx="1828800" cy="18288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70"/>
          <p:cNvSpPr txBox="1">
            <a:spLocks noGrp="1"/>
          </p:cNvSpPr>
          <p:nvPr>
            <p:ph type="body" idx="15"/>
          </p:nvPr>
        </p:nvSpPr>
        <p:spPr>
          <a:xfrm>
            <a:off x="9929079" y="4685300"/>
            <a:ext cx="1740339" cy="855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333"/>
              <a:buNone/>
              <a:defRPr sz="1333" b="1">
                <a:solidFill>
                  <a:srgbClr val="5393AA"/>
                </a:solidFill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067"/>
              <a:buFont typeface="Arial"/>
              <a:buNone/>
              <a:defRPr sz="1067"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1467"/>
              <a:buNone/>
              <a:defRPr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1467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3" name="Google Shape;173;p70"/>
          <p:cNvSpPr txBox="1">
            <a:spLocks noGrp="1"/>
          </p:cNvSpPr>
          <p:nvPr>
            <p:ph type="title"/>
          </p:nvPr>
        </p:nvSpPr>
        <p:spPr>
          <a:xfrm>
            <a:off x="486833" y="646176"/>
            <a:ext cx="11129433" cy="862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67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Photos + Text">
  <p:cSld name="3 Photos + Text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1"/>
          <p:cNvSpPr txBox="1">
            <a:spLocks noGrp="1"/>
          </p:cNvSpPr>
          <p:nvPr>
            <p:ph type="body" idx="1"/>
          </p:nvPr>
        </p:nvSpPr>
        <p:spPr>
          <a:xfrm>
            <a:off x="476251" y="4399771"/>
            <a:ext cx="11140016" cy="1952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867"/>
              <a:buNone/>
              <a:defRPr sz="1867" b="0">
                <a:solidFill>
                  <a:schemeClr val="accent6"/>
                </a:solidFill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067"/>
              <a:buFont typeface="Arial"/>
              <a:buNone/>
              <a:defRPr sz="1067"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1467"/>
              <a:buNone/>
              <a:defRPr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1467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6" name="Google Shape;176;p71"/>
          <p:cNvSpPr txBox="1">
            <a:spLocks noGrp="1"/>
          </p:cNvSpPr>
          <p:nvPr>
            <p:ph type="body" idx="2"/>
          </p:nvPr>
        </p:nvSpPr>
        <p:spPr>
          <a:xfrm>
            <a:off x="476251" y="3928615"/>
            <a:ext cx="11140016" cy="465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733"/>
              <a:buNone/>
              <a:defRPr sz="1733" b="1">
                <a:solidFill>
                  <a:schemeClr val="accent6"/>
                </a:solidFill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067"/>
              <a:buFont typeface="Arial"/>
              <a:buNone/>
              <a:defRPr sz="1067"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1467"/>
              <a:buNone/>
              <a:defRPr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1467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7" name="Google Shape;177;p71"/>
          <p:cNvSpPr>
            <a:spLocks noGrp="1"/>
          </p:cNvSpPr>
          <p:nvPr>
            <p:ph type="pic" idx="3"/>
          </p:nvPr>
        </p:nvSpPr>
        <p:spPr>
          <a:xfrm>
            <a:off x="7957039" y="1716783"/>
            <a:ext cx="3656869" cy="2084751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71"/>
          <p:cNvSpPr>
            <a:spLocks noGrp="1"/>
          </p:cNvSpPr>
          <p:nvPr>
            <p:ph type="pic" idx="4"/>
          </p:nvPr>
        </p:nvSpPr>
        <p:spPr>
          <a:xfrm>
            <a:off x="4221793" y="1723746"/>
            <a:ext cx="3653184" cy="2077788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71"/>
          <p:cNvSpPr>
            <a:spLocks noGrp="1"/>
          </p:cNvSpPr>
          <p:nvPr>
            <p:ph type="pic" idx="5"/>
          </p:nvPr>
        </p:nvSpPr>
        <p:spPr>
          <a:xfrm>
            <a:off x="487211" y="1720579"/>
            <a:ext cx="3653967" cy="2080955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71"/>
          <p:cNvSpPr txBox="1">
            <a:spLocks noGrp="1"/>
          </p:cNvSpPr>
          <p:nvPr>
            <p:ph type="ftr" idx="11"/>
          </p:nvPr>
        </p:nvSpPr>
        <p:spPr>
          <a:xfrm>
            <a:off x="7498085" y="6527945"/>
            <a:ext cx="3860800" cy="20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71"/>
          <p:cNvSpPr txBox="1">
            <a:spLocks noGrp="1"/>
          </p:cNvSpPr>
          <p:nvPr>
            <p:ph type="sldNum" idx="12"/>
          </p:nvPr>
        </p:nvSpPr>
        <p:spPr>
          <a:xfrm>
            <a:off x="11359635" y="6527357"/>
            <a:ext cx="253444" cy="20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2" name="Google Shape;182;p71"/>
          <p:cNvSpPr txBox="1">
            <a:spLocks noGrp="1"/>
          </p:cNvSpPr>
          <p:nvPr>
            <p:ph type="title"/>
          </p:nvPr>
        </p:nvSpPr>
        <p:spPr>
          <a:xfrm>
            <a:off x="486833" y="646177"/>
            <a:ext cx="11106151" cy="697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67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Photos + Text">
  <p:cSld name="4 Photos + Text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2"/>
          <p:cNvSpPr txBox="1">
            <a:spLocks noGrp="1"/>
          </p:cNvSpPr>
          <p:nvPr>
            <p:ph type="body" idx="1"/>
          </p:nvPr>
        </p:nvSpPr>
        <p:spPr>
          <a:xfrm>
            <a:off x="476251" y="4504336"/>
            <a:ext cx="2474976" cy="173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3733"/>
              <a:buNone/>
              <a:defRPr sz="3733" b="1">
                <a:solidFill>
                  <a:srgbClr val="5393AA"/>
                </a:solidFill>
              </a:defRPr>
            </a:lvl1pPr>
            <a:lvl2pPr marL="914400" lvl="1" indent="-313245" algn="l">
              <a:spcBef>
                <a:spcPts val="800"/>
              </a:spcBef>
              <a:spcAft>
                <a:spcPts val="0"/>
              </a:spcAft>
              <a:buSzPts val="1333"/>
              <a:buFont typeface="Noto Sans Symbols"/>
              <a:buChar char="▪"/>
              <a:defRPr sz="1333"/>
            </a:lvl2pPr>
            <a:lvl3pPr marL="1371600" lvl="2" indent="-313245" algn="l">
              <a:spcBef>
                <a:spcPts val="800"/>
              </a:spcBef>
              <a:spcAft>
                <a:spcPts val="0"/>
              </a:spcAft>
              <a:buSzPts val="1333"/>
              <a:buFont typeface="Arial"/>
              <a:buChar char="•"/>
              <a:defRPr sz="1333"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1467"/>
              <a:buNone/>
              <a:defRPr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1467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5" name="Google Shape;185;p72"/>
          <p:cNvSpPr txBox="1">
            <a:spLocks noGrp="1"/>
          </p:cNvSpPr>
          <p:nvPr>
            <p:ph type="body" idx="2"/>
          </p:nvPr>
        </p:nvSpPr>
        <p:spPr>
          <a:xfrm>
            <a:off x="485085" y="1522791"/>
            <a:ext cx="11140016" cy="624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867"/>
              <a:buNone/>
              <a:defRPr sz="1867" b="0">
                <a:solidFill>
                  <a:schemeClr val="accent6"/>
                </a:solidFill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067"/>
              <a:buFont typeface="Arial"/>
              <a:buNone/>
              <a:defRPr sz="1067"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1467"/>
              <a:buNone/>
              <a:defRPr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1467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6" name="Google Shape;186;p72"/>
          <p:cNvSpPr>
            <a:spLocks noGrp="1"/>
          </p:cNvSpPr>
          <p:nvPr>
            <p:ph type="pic" idx="3"/>
          </p:nvPr>
        </p:nvSpPr>
        <p:spPr>
          <a:xfrm>
            <a:off x="6217592" y="2338765"/>
            <a:ext cx="2487168" cy="1987296"/>
          </a:xfrm>
          <a:prstGeom prst="rect">
            <a:avLst/>
          </a:prstGeom>
          <a:noFill/>
          <a:ln>
            <a:noFill/>
          </a:ln>
        </p:spPr>
      </p:sp>
      <p:sp>
        <p:nvSpPr>
          <p:cNvPr id="187" name="Google Shape;187;p72"/>
          <p:cNvSpPr>
            <a:spLocks noGrp="1"/>
          </p:cNvSpPr>
          <p:nvPr>
            <p:ph type="pic" idx="4"/>
          </p:nvPr>
        </p:nvSpPr>
        <p:spPr>
          <a:xfrm>
            <a:off x="3346921" y="2338765"/>
            <a:ext cx="2487168" cy="1987296"/>
          </a:xfrm>
          <a:prstGeom prst="rect">
            <a:avLst/>
          </a:prstGeom>
          <a:noFill/>
          <a:ln>
            <a:noFill/>
          </a:ln>
        </p:spPr>
      </p:sp>
      <p:sp>
        <p:nvSpPr>
          <p:cNvPr id="188" name="Google Shape;188;p72"/>
          <p:cNvSpPr>
            <a:spLocks noGrp="1"/>
          </p:cNvSpPr>
          <p:nvPr>
            <p:ph type="pic" idx="5"/>
          </p:nvPr>
        </p:nvSpPr>
        <p:spPr>
          <a:xfrm>
            <a:off x="476251" y="2338765"/>
            <a:ext cx="2487168" cy="1987296"/>
          </a:xfrm>
          <a:prstGeom prst="rect">
            <a:avLst/>
          </a:prstGeom>
          <a:noFill/>
          <a:ln>
            <a:noFill/>
          </a:ln>
        </p:spPr>
      </p:sp>
      <p:sp>
        <p:nvSpPr>
          <p:cNvPr id="189" name="Google Shape;189;p72"/>
          <p:cNvSpPr txBox="1">
            <a:spLocks noGrp="1"/>
          </p:cNvSpPr>
          <p:nvPr>
            <p:ph type="ftr" idx="11"/>
          </p:nvPr>
        </p:nvSpPr>
        <p:spPr>
          <a:xfrm>
            <a:off x="7498085" y="6527945"/>
            <a:ext cx="3860800" cy="20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72"/>
          <p:cNvSpPr txBox="1">
            <a:spLocks noGrp="1"/>
          </p:cNvSpPr>
          <p:nvPr>
            <p:ph type="sldNum" idx="12"/>
          </p:nvPr>
        </p:nvSpPr>
        <p:spPr>
          <a:xfrm>
            <a:off x="11359635" y="6527357"/>
            <a:ext cx="253444" cy="20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1" name="Google Shape;191;p72"/>
          <p:cNvSpPr txBox="1">
            <a:spLocks noGrp="1"/>
          </p:cNvSpPr>
          <p:nvPr>
            <p:ph type="title"/>
          </p:nvPr>
        </p:nvSpPr>
        <p:spPr>
          <a:xfrm>
            <a:off x="486833" y="646177"/>
            <a:ext cx="11106151" cy="697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67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72"/>
          <p:cNvSpPr>
            <a:spLocks noGrp="1"/>
          </p:cNvSpPr>
          <p:nvPr>
            <p:ph type="pic" idx="6"/>
          </p:nvPr>
        </p:nvSpPr>
        <p:spPr>
          <a:xfrm>
            <a:off x="9110049" y="2338765"/>
            <a:ext cx="2487168" cy="1987296"/>
          </a:xfrm>
          <a:prstGeom prst="rect">
            <a:avLst/>
          </a:prstGeom>
          <a:noFill/>
          <a:ln>
            <a:noFill/>
          </a:ln>
        </p:spPr>
      </p:sp>
      <p:sp>
        <p:nvSpPr>
          <p:cNvPr id="193" name="Google Shape;193;p72"/>
          <p:cNvSpPr txBox="1">
            <a:spLocks noGrp="1"/>
          </p:cNvSpPr>
          <p:nvPr>
            <p:ph type="body" idx="7"/>
          </p:nvPr>
        </p:nvSpPr>
        <p:spPr>
          <a:xfrm>
            <a:off x="3346921" y="4504336"/>
            <a:ext cx="2474976" cy="173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3733"/>
              <a:buNone/>
              <a:defRPr sz="3733" b="1">
                <a:solidFill>
                  <a:srgbClr val="5393AA"/>
                </a:solidFill>
              </a:defRPr>
            </a:lvl1pPr>
            <a:lvl2pPr marL="914400" lvl="1" indent="-313245" algn="l">
              <a:spcBef>
                <a:spcPts val="800"/>
              </a:spcBef>
              <a:spcAft>
                <a:spcPts val="0"/>
              </a:spcAft>
              <a:buSzPts val="1333"/>
              <a:buFont typeface="Noto Sans Symbols"/>
              <a:buChar char="▪"/>
              <a:defRPr sz="1333"/>
            </a:lvl2pPr>
            <a:lvl3pPr marL="1371600" lvl="2" indent="-313245" algn="l">
              <a:spcBef>
                <a:spcPts val="800"/>
              </a:spcBef>
              <a:spcAft>
                <a:spcPts val="0"/>
              </a:spcAft>
              <a:buSzPts val="1333"/>
              <a:buFont typeface="Arial"/>
              <a:buChar char="•"/>
              <a:defRPr sz="1333"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1467"/>
              <a:buNone/>
              <a:defRPr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1467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4" name="Google Shape;194;p72"/>
          <p:cNvSpPr txBox="1">
            <a:spLocks noGrp="1"/>
          </p:cNvSpPr>
          <p:nvPr>
            <p:ph type="body" idx="8"/>
          </p:nvPr>
        </p:nvSpPr>
        <p:spPr>
          <a:xfrm>
            <a:off x="6217592" y="4504336"/>
            <a:ext cx="2474976" cy="173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3733"/>
              <a:buNone/>
              <a:defRPr sz="3733" b="1">
                <a:solidFill>
                  <a:srgbClr val="5393AA"/>
                </a:solidFill>
              </a:defRPr>
            </a:lvl1pPr>
            <a:lvl2pPr marL="914400" lvl="1" indent="-313245" algn="l">
              <a:spcBef>
                <a:spcPts val="800"/>
              </a:spcBef>
              <a:spcAft>
                <a:spcPts val="0"/>
              </a:spcAft>
              <a:buSzPts val="1333"/>
              <a:buFont typeface="Noto Sans Symbols"/>
              <a:buChar char="▪"/>
              <a:defRPr sz="1333"/>
            </a:lvl2pPr>
            <a:lvl3pPr marL="1371600" lvl="2" indent="-313245" algn="l">
              <a:spcBef>
                <a:spcPts val="800"/>
              </a:spcBef>
              <a:spcAft>
                <a:spcPts val="0"/>
              </a:spcAft>
              <a:buSzPts val="1333"/>
              <a:buFont typeface="Arial"/>
              <a:buChar char="•"/>
              <a:defRPr sz="1333"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1467"/>
              <a:buNone/>
              <a:defRPr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1467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5" name="Google Shape;195;p72"/>
          <p:cNvSpPr txBox="1">
            <a:spLocks noGrp="1"/>
          </p:cNvSpPr>
          <p:nvPr>
            <p:ph type="body" idx="9"/>
          </p:nvPr>
        </p:nvSpPr>
        <p:spPr>
          <a:xfrm>
            <a:off x="9122241" y="4504336"/>
            <a:ext cx="2474976" cy="173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3733"/>
              <a:buNone/>
              <a:defRPr sz="3733" b="1">
                <a:solidFill>
                  <a:srgbClr val="5393AA"/>
                </a:solidFill>
              </a:defRPr>
            </a:lvl1pPr>
            <a:lvl2pPr marL="914400" lvl="1" indent="-313245" algn="l">
              <a:spcBef>
                <a:spcPts val="800"/>
              </a:spcBef>
              <a:spcAft>
                <a:spcPts val="0"/>
              </a:spcAft>
              <a:buSzPts val="1333"/>
              <a:buFont typeface="Noto Sans Symbols"/>
              <a:buChar char="▪"/>
              <a:defRPr sz="1333"/>
            </a:lvl2pPr>
            <a:lvl3pPr marL="1371600" lvl="2" indent="-313245" algn="l">
              <a:spcBef>
                <a:spcPts val="800"/>
              </a:spcBef>
              <a:spcAft>
                <a:spcPts val="0"/>
              </a:spcAft>
              <a:buSzPts val="1333"/>
              <a:buFont typeface="Arial"/>
              <a:buChar char="•"/>
              <a:defRPr sz="1333"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1467"/>
              <a:buNone/>
              <a:defRPr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1467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>
  <p:cSld name="Diapositive de titre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7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Full Width Head + Copy - Text Only">
  <p:cSld name="1_Full Width Head + Copy - Text Only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4"/>
          <p:cNvSpPr txBox="1">
            <a:spLocks noGrp="1"/>
          </p:cNvSpPr>
          <p:nvPr>
            <p:ph type="ftr" idx="11"/>
          </p:nvPr>
        </p:nvSpPr>
        <p:spPr>
          <a:xfrm>
            <a:off x="7498085" y="6527945"/>
            <a:ext cx="3860800" cy="20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74"/>
          <p:cNvSpPr txBox="1">
            <a:spLocks noGrp="1"/>
          </p:cNvSpPr>
          <p:nvPr>
            <p:ph type="sldNum" idx="12"/>
          </p:nvPr>
        </p:nvSpPr>
        <p:spPr>
          <a:xfrm>
            <a:off x="11359635" y="6527357"/>
            <a:ext cx="253444" cy="20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1" name="Google Shape;201;p74"/>
          <p:cNvSpPr txBox="1">
            <a:spLocks noGrp="1"/>
          </p:cNvSpPr>
          <p:nvPr>
            <p:ph type="title"/>
          </p:nvPr>
        </p:nvSpPr>
        <p:spPr>
          <a:xfrm>
            <a:off x="486834" y="646178"/>
            <a:ext cx="11106151" cy="697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67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 - Customiz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12192000" cy="6858000"/>
          </a:xfrm>
        </p:spPr>
        <p:txBody>
          <a:bodyPr lIns="4754880" tIns="1920240" rIns="0" bIns="0">
            <a:normAutofit/>
          </a:bodyPr>
          <a:lstStyle>
            <a:lvl1pPr marL="0" indent="0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on the icon to insert a </a:t>
            </a:r>
            <a:br>
              <a:rPr lang="en-US" dirty="0"/>
            </a:br>
            <a:r>
              <a:rPr lang="en-US" dirty="0"/>
              <a:t>new photo. Detailed instructions </a:t>
            </a:r>
            <a:br>
              <a:rPr lang="en-US" dirty="0"/>
            </a:br>
            <a:r>
              <a:rPr lang="en-US" dirty="0"/>
              <a:t>can be found on the slide titled</a:t>
            </a:r>
            <a:br>
              <a:rPr lang="en-US" dirty="0"/>
            </a:br>
            <a:r>
              <a:rPr lang="en-US" dirty="0"/>
              <a:t>“CHANGING THE PHOTO ON </a:t>
            </a:r>
            <a:br>
              <a:rPr lang="en-US" dirty="0"/>
            </a:br>
            <a:r>
              <a:rPr lang="en-US" dirty="0"/>
              <a:t>YOUR TITLE SLIDE.”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6835" y="2459702"/>
            <a:ext cx="5520267" cy="1130065"/>
          </a:xfrm>
        </p:spPr>
        <p:txBody>
          <a:bodyPr/>
          <a:lstStyle>
            <a:lvl1pPr>
              <a:defRPr b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MAIN TITLE HERE – UP TO 2 LINES (ALL CAPS)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6835" y="3629781"/>
            <a:ext cx="5520267" cy="696687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67" b="0">
                <a:solidFill>
                  <a:schemeClr val="bg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Insert Sub-Title Here – Up To 2 Lines (Initial Caps)</a:t>
            </a:r>
            <a:endParaRPr lang="en-US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86835" y="5408083"/>
            <a:ext cx="5520267" cy="1014491"/>
          </a:xfrm>
        </p:spPr>
        <p:txBody>
          <a:bodyPr/>
          <a:lstStyle>
            <a:lvl1pPr marL="2117" indent="0">
              <a:lnSpc>
                <a:spcPts val="2267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2117" indent="0">
              <a:lnSpc>
                <a:spcPts val="2267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 marL="2117" indent="0">
              <a:lnSpc>
                <a:spcPts val="2267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3pPr>
            <a:lvl4pPr marL="2117" indent="0">
              <a:lnSpc>
                <a:spcPts val="2267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4pPr>
            <a:lvl5pPr marL="2117" indent="0">
              <a:lnSpc>
                <a:spcPts val="2267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 1</a:t>
            </a:r>
          </a:p>
          <a:p>
            <a:pPr lvl="2"/>
            <a:r>
              <a:rPr lang="en-US"/>
              <a:t>Presenter Name 2</a:t>
            </a:r>
          </a:p>
          <a:p>
            <a:pPr lvl="4"/>
            <a:r>
              <a:rPr lang="en-US"/>
              <a:t>Presenter Name 3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486833" y="4657345"/>
            <a:ext cx="5520268" cy="36618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5"/>
          </p:nvPr>
        </p:nvSpPr>
        <p:spPr>
          <a:xfrm>
            <a:off x="7755467" y="6527945"/>
            <a:ext cx="3860800" cy="207464"/>
          </a:xfrm>
        </p:spPr>
        <p:txBody>
          <a:bodyPr/>
          <a:lstStyle>
            <a:lvl1pPr>
              <a:defRPr sz="667"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© 2021 Bill &amp; Melinda Gates Foundation      |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222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7"/>
          <p:cNvSpPr txBox="1">
            <a:spLocks noGrp="1"/>
          </p:cNvSpPr>
          <p:nvPr>
            <p:ph type="body" idx="1"/>
          </p:nvPr>
        </p:nvSpPr>
        <p:spPr>
          <a:xfrm>
            <a:off x="4874684" y="707270"/>
            <a:ext cx="6733115" cy="5541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800"/>
              </a:spcBef>
              <a:spcAft>
                <a:spcPts val="0"/>
              </a:spcAft>
              <a:buClr>
                <a:srgbClr val="2F85AA"/>
              </a:buClr>
              <a:buSzPts val="1867"/>
              <a:buFont typeface="Noto Sans Symbols"/>
              <a:buNone/>
              <a:defRPr sz="1867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8645" algn="l" rtl="0">
              <a:spcBef>
                <a:spcPts val="800"/>
              </a:spcBef>
              <a:spcAft>
                <a:spcPts val="0"/>
              </a:spcAft>
              <a:buClr>
                <a:srgbClr val="5393AA"/>
              </a:buClr>
              <a:buSzPts val="1733"/>
              <a:buFont typeface="Noto Sans Symbols"/>
              <a:buChar char="▪"/>
              <a:defRPr sz="1733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spcBef>
                <a:spcPts val="800"/>
              </a:spcBef>
              <a:spcAft>
                <a:spcPts val="0"/>
              </a:spcAft>
              <a:buClr>
                <a:srgbClr val="5393AA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1754" algn="l" rtl="0">
              <a:spcBef>
                <a:spcPts val="800"/>
              </a:spcBef>
              <a:spcAft>
                <a:spcPts val="0"/>
              </a:spcAft>
              <a:buClr>
                <a:srgbClr val="5393AA"/>
              </a:buClr>
              <a:buSzPts val="1467"/>
              <a:buFont typeface="Arial"/>
              <a:buChar char="-"/>
              <a:defRPr sz="1467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1754" algn="l" rtl="0">
              <a:spcBef>
                <a:spcPts val="800"/>
              </a:spcBef>
              <a:spcAft>
                <a:spcPts val="0"/>
              </a:spcAft>
              <a:buClr>
                <a:srgbClr val="5393AA"/>
              </a:buClr>
              <a:buSzPts val="1467"/>
              <a:buFont typeface="Arial"/>
              <a:buChar char="◦"/>
              <a:defRPr sz="1467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97954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97954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97954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97954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7"/>
          <p:cNvSpPr/>
          <p:nvPr/>
        </p:nvSpPr>
        <p:spPr>
          <a:xfrm>
            <a:off x="0" y="669310"/>
            <a:ext cx="268224" cy="26843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47"/>
          <p:cNvSpPr txBox="1">
            <a:spLocks noGrp="1"/>
          </p:cNvSpPr>
          <p:nvPr>
            <p:ph type="ftr" idx="11"/>
          </p:nvPr>
        </p:nvSpPr>
        <p:spPr>
          <a:xfrm>
            <a:off x="7498085" y="6527945"/>
            <a:ext cx="3860800" cy="20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47"/>
          <p:cNvSpPr txBox="1">
            <a:spLocks noGrp="1"/>
          </p:cNvSpPr>
          <p:nvPr>
            <p:ph type="sldNum" idx="12"/>
          </p:nvPr>
        </p:nvSpPr>
        <p:spPr>
          <a:xfrm>
            <a:off x="11359635" y="6527357"/>
            <a:ext cx="253444" cy="20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4" name="Google Shape;14;p47"/>
          <p:cNvCxnSpPr/>
          <p:nvPr/>
        </p:nvCxnSpPr>
        <p:spPr>
          <a:xfrm>
            <a:off x="486834" y="6465243"/>
            <a:ext cx="11120967" cy="0"/>
          </a:xfrm>
          <a:prstGeom prst="straightConnector1">
            <a:avLst/>
          </a:prstGeom>
          <a:noFill/>
          <a:ln w="9525" cap="flat" cmpd="sng">
            <a:solidFill>
              <a:srgbClr val="5393A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" name="Google Shape;15;p47"/>
          <p:cNvSpPr txBox="1">
            <a:spLocks noGrp="1"/>
          </p:cNvSpPr>
          <p:nvPr>
            <p:ph type="title"/>
          </p:nvPr>
        </p:nvSpPr>
        <p:spPr>
          <a:xfrm>
            <a:off x="486833" y="640965"/>
            <a:ext cx="4226984" cy="862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67"/>
              <a:buFont typeface="Arial"/>
              <a:buNone/>
              <a:defRPr sz="3067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"/>
          <p:cNvSpPr txBox="1">
            <a:spLocks noGrp="1"/>
          </p:cNvSpPr>
          <p:nvPr>
            <p:ph type="ctrTitle"/>
          </p:nvPr>
        </p:nvSpPr>
        <p:spPr>
          <a:xfrm>
            <a:off x="486835" y="2486273"/>
            <a:ext cx="11129432" cy="949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2233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Arial"/>
              <a:buNone/>
            </a:pPr>
            <a:r>
              <a:rPr lang="en-US" dirty="0"/>
              <a:t>Adoption of Climate Smart Agriculture by smallholder farmers in India</a:t>
            </a:r>
            <a:endParaRPr dirty="0"/>
          </a:p>
        </p:txBody>
      </p:sp>
      <p:sp>
        <p:nvSpPr>
          <p:cNvPr id="411" name="Google Shape;411;p1"/>
          <p:cNvSpPr txBox="1">
            <a:spLocks noGrp="1"/>
          </p:cNvSpPr>
          <p:nvPr>
            <p:ph type="subTitle" idx="1"/>
          </p:nvPr>
        </p:nvSpPr>
        <p:spPr>
          <a:xfrm>
            <a:off x="486834" y="3512495"/>
            <a:ext cx="11129433" cy="586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US" sz="2500" dirty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Key Pathways to Change</a:t>
            </a:r>
            <a:endParaRPr sz="2500" dirty="0">
              <a:solidFill>
                <a:schemeClr val="accent6"/>
              </a:solidFill>
            </a:endParaRPr>
          </a:p>
        </p:txBody>
      </p:sp>
      <p:sp>
        <p:nvSpPr>
          <p:cNvPr id="412" name="Google Shape;412;p1"/>
          <p:cNvSpPr txBox="1">
            <a:spLocks noGrp="1"/>
          </p:cNvSpPr>
          <p:nvPr>
            <p:ph type="ftr" idx="11"/>
          </p:nvPr>
        </p:nvSpPr>
        <p:spPr>
          <a:xfrm>
            <a:off x="7755467" y="6527945"/>
            <a:ext cx="3860800" cy="20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7"/>
              <a:buFont typeface="Arial"/>
              <a:buNone/>
            </a:pPr>
            <a:r>
              <a:rPr lang="en-US" sz="6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© Bill &amp; Melinda Gates Foundation      |</a:t>
            </a:r>
            <a:endParaRPr/>
          </a:p>
        </p:txBody>
      </p:sp>
      <p:sp>
        <p:nvSpPr>
          <p:cNvPr id="413" name="Google Shape;413;p1"/>
          <p:cNvSpPr txBox="1"/>
          <p:nvPr/>
        </p:nvSpPr>
        <p:spPr>
          <a:xfrm>
            <a:off x="486833" y="4418995"/>
            <a:ext cx="11129433" cy="1789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85AA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 dirty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r>
              <a:rPr lang="en-US" sz="1800" b="0" i="0" u="none" strike="noStrike" cap="none" baseline="30000" dirty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1800" b="0" i="0" u="none" strike="noStrike" cap="none" dirty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 February 2023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85AA"/>
              </a:buClr>
              <a:buSzPts val="1800"/>
              <a:buFont typeface="Noto Sans Symbols"/>
              <a:buNone/>
            </a:pPr>
            <a:endParaRPr lang="en-US" sz="1800" dirty="0">
              <a:solidFill>
                <a:schemeClr val="accent6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85AA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 dirty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Dr Srivalli Krishnan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85AA"/>
              </a:buClr>
              <a:buSzPts val="1800"/>
              <a:buFont typeface="Noto Sans Symbols"/>
              <a:buNone/>
            </a:pPr>
            <a:r>
              <a:rPr lang="en-US" sz="1800" dirty="0">
                <a:solidFill>
                  <a:schemeClr val="accent6"/>
                </a:solidFill>
              </a:rPr>
              <a:t>Bill &amp; Melinda Gates Foundation</a:t>
            </a:r>
            <a:endParaRPr sz="1800" b="0" i="0" u="none" strike="noStrike" cap="none" dirty="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"/>
          <p:cNvSpPr txBox="1">
            <a:spLocks noGrp="1"/>
          </p:cNvSpPr>
          <p:nvPr>
            <p:ph type="ftr" idx="11"/>
          </p:nvPr>
        </p:nvSpPr>
        <p:spPr>
          <a:xfrm>
            <a:off x="7498085" y="6527945"/>
            <a:ext cx="3860800" cy="20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© Bill &amp; Melinda Gates Foundation      |</a:t>
            </a:r>
            <a:endParaRPr/>
          </a:p>
        </p:txBody>
      </p:sp>
      <p:sp>
        <p:nvSpPr>
          <p:cNvPr id="420" name="Google Shape;420;p2"/>
          <p:cNvSpPr txBox="1">
            <a:spLocks noGrp="1"/>
          </p:cNvSpPr>
          <p:nvPr>
            <p:ph type="sldNum" idx="12"/>
          </p:nvPr>
        </p:nvSpPr>
        <p:spPr>
          <a:xfrm>
            <a:off x="11359635" y="6527357"/>
            <a:ext cx="253444" cy="20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2"/>
          <p:cNvSpPr txBox="1">
            <a:spLocks noGrp="1"/>
          </p:cNvSpPr>
          <p:nvPr>
            <p:ph type="title"/>
          </p:nvPr>
        </p:nvSpPr>
        <p:spPr>
          <a:xfrm>
            <a:off x="486833" y="646177"/>
            <a:ext cx="11106151" cy="697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2233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Arial"/>
              <a:buNone/>
            </a:pPr>
            <a:r>
              <a:rPr lang="en-US" dirty="0"/>
              <a:t>AGENDA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F8D60DC-874E-5041-8CC0-2D28D5B59A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8522326"/>
              </p:ext>
            </p:extLst>
          </p:nvPr>
        </p:nvGraphicFramePr>
        <p:xfrm>
          <a:off x="486833" y="1718734"/>
          <a:ext cx="4756680" cy="1188720"/>
        </p:xfrm>
        <a:graphic>
          <a:graphicData uri="http://schemas.openxmlformats.org/drawingml/2006/table">
            <a:tbl>
              <a:tblPr firstRow="1" bandRow="1">
                <a:tableStyleId>{93710A6C-2729-415F-A585-4DD8E0274B16}</a:tableStyleId>
              </a:tblPr>
              <a:tblGrid>
                <a:gridCol w="4756680">
                  <a:extLst>
                    <a:ext uri="{9D8B030D-6E8A-4147-A177-3AD203B41FA5}">
                      <a16:colId xmlns:a16="http://schemas.microsoft.com/office/drawing/2014/main" val="3901265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59452A"/>
                          </a:solidFill>
                        </a:rPr>
                        <a:t>Climate Strategy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851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Key Learnings 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2351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Pathways for Success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4303816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507A3726-2420-E54C-95D1-AA81B65E1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7514" y="1718734"/>
            <a:ext cx="6414486" cy="36105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"/>
          <p:cNvSpPr txBox="1">
            <a:spLocks noGrp="1"/>
          </p:cNvSpPr>
          <p:nvPr>
            <p:ph type="ftr" idx="11"/>
          </p:nvPr>
        </p:nvSpPr>
        <p:spPr>
          <a:xfrm>
            <a:off x="7498085" y="6527945"/>
            <a:ext cx="3860800" cy="20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© Bill &amp; Melinda Gates Foundation      |</a:t>
            </a:r>
            <a:endParaRPr/>
          </a:p>
        </p:txBody>
      </p:sp>
      <p:sp>
        <p:nvSpPr>
          <p:cNvPr id="420" name="Google Shape;420;p2"/>
          <p:cNvSpPr txBox="1">
            <a:spLocks noGrp="1"/>
          </p:cNvSpPr>
          <p:nvPr>
            <p:ph type="sldNum" idx="12"/>
          </p:nvPr>
        </p:nvSpPr>
        <p:spPr>
          <a:xfrm>
            <a:off x="11359635" y="6527357"/>
            <a:ext cx="253444" cy="20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2"/>
          <p:cNvSpPr txBox="1">
            <a:spLocks noGrp="1"/>
          </p:cNvSpPr>
          <p:nvPr>
            <p:ph type="title"/>
          </p:nvPr>
        </p:nvSpPr>
        <p:spPr>
          <a:xfrm>
            <a:off x="486833" y="364051"/>
            <a:ext cx="11106151" cy="817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2233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Arial"/>
              <a:buNone/>
            </a:pPr>
            <a:r>
              <a:rPr lang="en-US" sz="2400" dirty="0"/>
              <a:t>Climate Strategy should address three key levers: institutional implementation, innovation, and inclusive markets</a:t>
            </a:r>
            <a:endParaRPr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1287D7-29D7-C740-8549-547780BCB941}"/>
              </a:ext>
            </a:extLst>
          </p:cNvPr>
          <p:cNvSpPr/>
          <p:nvPr/>
        </p:nvSpPr>
        <p:spPr>
          <a:xfrm>
            <a:off x="0" y="5977448"/>
            <a:ext cx="12192000" cy="42176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8372438-6C2B-264A-A8D0-FCB4EC6E3399}"/>
              </a:ext>
            </a:extLst>
          </p:cNvPr>
          <p:cNvSpPr/>
          <p:nvPr/>
        </p:nvSpPr>
        <p:spPr>
          <a:xfrm>
            <a:off x="8461727" y="6034756"/>
            <a:ext cx="307144" cy="3071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B636271-E619-3945-AD91-C767EE34FAF9}"/>
              </a:ext>
            </a:extLst>
          </p:cNvPr>
          <p:cNvSpPr/>
          <p:nvPr/>
        </p:nvSpPr>
        <p:spPr>
          <a:xfrm>
            <a:off x="6001177" y="6034756"/>
            <a:ext cx="307144" cy="3071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1A5CAC6-CAD6-E240-B4E9-367D3CF2E81E}"/>
              </a:ext>
            </a:extLst>
          </p:cNvPr>
          <p:cNvSpPr/>
          <p:nvPr/>
        </p:nvSpPr>
        <p:spPr>
          <a:xfrm>
            <a:off x="3419493" y="6034756"/>
            <a:ext cx="307144" cy="3071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D25C7EE-0247-E541-926E-7633737BF706}"/>
              </a:ext>
            </a:extLst>
          </p:cNvPr>
          <p:cNvSpPr/>
          <p:nvPr/>
        </p:nvSpPr>
        <p:spPr>
          <a:xfrm>
            <a:off x="456840" y="6034756"/>
            <a:ext cx="307144" cy="3071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pic>
        <p:nvPicPr>
          <p:cNvPr id="11" name="Picture 57" descr="Scales of justice">
            <a:extLst>
              <a:ext uri="{FF2B5EF4-FFF2-40B4-BE49-F238E27FC236}">
                <a16:creationId xmlns:a16="http://schemas.microsoft.com/office/drawing/2014/main" id="{8345DEB0-25EA-DF44-B4C9-72A9C06DAE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91331" y="6057512"/>
            <a:ext cx="246901" cy="24690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94F20EA-2A8E-A545-B27F-4C20F81DBDBF}"/>
              </a:ext>
            </a:extLst>
          </p:cNvPr>
          <p:cNvSpPr txBox="1"/>
          <p:nvPr/>
        </p:nvSpPr>
        <p:spPr>
          <a:xfrm>
            <a:off x="779224" y="6092845"/>
            <a:ext cx="2274540" cy="19488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Govt prioritization &amp; resource allocation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C58AA8-A5A3-6D48-BA72-30CC4027F7FA}"/>
              </a:ext>
            </a:extLst>
          </p:cNvPr>
          <p:cNvSpPr txBox="1"/>
          <p:nvPr/>
        </p:nvSpPr>
        <p:spPr>
          <a:xfrm>
            <a:off x="3758063" y="6092845"/>
            <a:ext cx="1743461" cy="21989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Govt implementation capacity</a:t>
            </a:r>
          </a:p>
        </p:txBody>
      </p:sp>
      <p:pic>
        <p:nvPicPr>
          <p:cNvPr id="14" name="Picture 61" descr="Upward trend">
            <a:extLst>
              <a:ext uri="{FF2B5EF4-FFF2-40B4-BE49-F238E27FC236}">
                <a16:creationId xmlns:a16="http://schemas.microsoft.com/office/drawing/2014/main" id="{B3F9D459-D449-BF46-AF22-0390E847141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6046298" y="6058124"/>
            <a:ext cx="246901" cy="24690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FA49577-FA51-564D-9ADF-916FCD1102B7}"/>
              </a:ext>
            </a:extLst>
          </p:cNvPr>
          <p:cNvSpPr txBox="1"/>
          <p:nvPr/>
        </p:nvSpPr>
        <p:spPr>
          <a:xfrm>
            <a:off x="6326776" y="6092845"/>
            <a:ext cx="1627905" cy="19288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Shaping inclusive markets</a:t>
            </a:r>
          </a:p>
        </p:txBody>
      </p:sp>
      <p:pic>
        <p:nvPicPr>
          <p:cNvPr id="16" name="Picture 65" descr="World">
            <a:extLst>
              <a:ext uri="{FF2B5EF4-FFF2-40B4-BE49-F238E27FC236}">
                <a16:creationId xmlns:a16="http://schemas.microsoft.com/office/drawing/2014/main" id="{4FA20D7F-2585-BB43-9834-31CC115E542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8491848" y="6071573"/>
            <a:ext cx="246901" cy="24690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BE5E50D-4C3B-AA4D-817B-E67B2367CCB9}"/>
              </a:ext>
            </a:extLst>
          </p:cNvPr>
          <p:cNvSpPr txBox="1"/>
          <p:nvPr/>
        </p:nvSpPr>
        <p:spPr>
          <a:xfrm>
            <a:off x="8738750" y="6092845"/>
            <a:ext cx="2620136" cy="21989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India for India / World evidence generation</a:t>
            </a:r>
          </a:p>
        </p:txBody>
      </p:sp>
      <p:sp>
        <p:nvSpPr>
          <p:cNvPr id="19" name="Arrow: Pentagon 98">
            <a:extLst>
              <a:ext uri="{FF2B5EF4-FFF2-40B4-BE49-F238E27FC236}">
                <a16:creationId xmlns:a16="http://schemas.microsoft.com/office/drawing/2014/main" id="{C8D9EBBD-7CB4-4044-86EB-94558CEED6C9}"/>
              </a:ext>
            </a:extLst>
          </p:cNvPr>
          <p:cNvSpPr/>
          <p:nvPr/>
        </p:nvSpPr>
        <p:spPr>
          <a:xfrm>
            <a:off x="42570" y="1296369"/>
            <a:ext cx="11987505" cy="649698"/>
          </a:xfrm>
          <a:prstGeom prst="homePlat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25" name="Arrow: Pentagon 23">
            <a:extLst>
              <a:ext uri="{FF2B5EF4-FFF2-40B4-BE49-F238E27FC236}">
                <a16:creationId xmlns:a16="http://schemas.microsoft.com/office/drawing/2014/main" id="{02C068AA-CC35-4140-A288-BE82C9B33B27}"/>
              </a:ext>
            </a:extLst>
          </p:cNvPr>
          <p:cNvSpPr/>
          <p:nvPr/>
        </p:nvSpPr>
        <p:spPr>
          <a:xfrm>
            <a:off x="106679" y="1346898"/>
            <a:ext cx="6499011" cy="548640"/>
          </a:xfrm>
          <a:prstGeom prst="homePlate">
            <a:avLst>
              <a:gd name="adj" fmla="val 2106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B242D"/>
                </a:solidFill>
                <a:effectLst/>
                <a:uLnTx/>
                <a:uFillTx/>
                <a:cs typeface="Arial" panose="020B0604020202020204" pitchFamily="34" charset="0"/>
              </a:rPr>
              <a:t>Areas of </a:t>
            </a:r>
            <a:r>
              <a:rPr lang="en-US" b="1" kern="1200" dirty="0">
                <a:solidFill>
                  <a:srgbClr val="9B242D"/>
                </a:solidFill>
                <a:cs typeface="Arial" panose="020B0604020202020204" pitchFamily="34" charset="0"/>
              </a:rPr>
              <a:t>I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9B242D"/>
                </a:solidFill>
                <a:effectLst/>
                <a:uLnTx/>
                <a:uFillTx/>
                <a:cs typeface="Arial" panose="020B0604020202020204" pitchFamily="34" charset="0"/>
              </a:rPr>
              <a:t>nvestments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9B242D"/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26" name="Arrow: Pentagon 102">
            <a:extLst>
              <a:ext uri="{FF2B5EF4-FFF2-40B4-BE49-F238E27FC236}">
                <a16:creationId xmlns:a16="http://schemas.microsoft.com/office/drawing/2014/main" id="{F3AAD155-393C-B141-B35A-8FE51D2C7441}"/>
              </a:ext>
            </a:extLst>
          </p:cNvPr>
          <p:cNvSpPr/>
          <p:nvPr/>
        </p:nvSpPr>
        <p:spPr>
          <a:xfrm>
            <a:off x="6656953" y="1346898"/>
            <a:ext cx="1647350" cy="548640"/>
          </a:xfrm>
          <a:prstGeom prst="homePlate">
            <a:avLst>
              <a:gd name="adj" fmla="val 187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B242D"/>
                </a:solidFill>
                <a:effectLst/>
                <a:uLnTx/>
                <a:uFillTx/>
                <a:cs typeface="Arial" panose="020B0604020202020204" pitchFamily="34" charset="0"/>
              </a:rPr>
              <a:t>       Partners</a:t>
            </a:r>
          </a:p>
        </p:txBody>
      </p:sp>
      <p:sp>
        <p:nvSpPr>
          <p:cNvPr id="27" name="Arrow: Pentagon 103">
            <a:extLst>
              <a:ext uri="{FF2B5EF4-FFF2-40B4-BE49-F238E27FC236}">
                <a16:creationId xmlns:a16="http://schemas.microsoft.com/office/drawing/2014/main" id="{033B58D8-55CA-4540-9E31-70C600C5EF1B}"/>
              </a:ext>
            </a:extLst>
          </p:cNvPr>
          <p:cNvSpPr/>
          <p:nvPr/>
        </p:nvSpPr>
        <p:spPr>
          <a:xfrm>
            <a:off x="8355566" y="1346898"/>
            <a:ext cx="1669777" cy="548640"/>
          </a:xfrm>
          <a:prstGeom prst="homePlate">
            <a:avLst>
              <a:gd name="adj" fmla="val 1527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B242D"/>
                </a:solidFill>
                <a:effectLst/>
                <a:uLnTx/>
                <a:uFillTx/>
                <a:cs typeface="Arial" panose="020B0604020202020204" pitchFamily="34" charset="0"/>
              </a:rPr>
              <a:t> Outcomes </a:t>
            </a:r>
          </a:p>
        </p:txBody>
      </p:sp>
      <p:sp>
        <p:nvSpPr>
          <p:cNvPr id="28" name="Arrow: Pentagon 104">
            <a:extLst>
              <a:ext uri="{FF2B5EF4-FFF2-40B4-BE49-F238E27FC236}">
                <a16:creationId xmlns:a16="http://schemas.microsoft.com/office/drawing/2014/main" id="{B52E4071-1200-BC43-9E40-8C24F8B8ABEC}"/>
              </a:ext>
            </a:extLst>
          </p:cNvPr>
          <p:cNvSpPr/>
          <p:nvPr/>
        </p:nvSpPr>
        <p:spPr>
          <a:xfrm>
            <a:off x="10065025" y="1346898"/>
            <a:ext cx="1669775" cy="548640"/>
          </a:xfrm>
          <a:prstGeom prst="homePlate">
            <a:avLst>
              <a:gd name="adj" fmla="val 1643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B242D"/>
                </a:solidFill>
                <a:effectLst/>
                <a:uLnTx/>
                <a:uFillTx/>
                <a:cs typeface="Arial" panose="020B0604020202020204" pitchFamily="34" charset="0"/>
              </a:rPr>
              <a:t>Impact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8342BEC-7932-A440-ABC2-185B300635A0}"/>
              </a:ext>
            </a:extLst>
          </p:cNvPr>
          <p:cNvSpPr/>
          <p:nvPr/>
        </p:nvSpPr>
        <p:spPr>
          <a:xfrm>
            <a:off x="3053764" y="1974204"/>
            <a:ext cx="3005318" cy="872938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1200" rtlCol="0" anchor="ctr"/>
          <a:lstStyle/>
          <a:p>
            <a:pPr marL="228600" lvl="0" indent="-228600" defTabSz="1219140">
              <a:spcBef>
                <a:spcPts val="300"/>
              </a:spcBef>
              <a:buClr>
                <a:srgbClr val="8CB7C7">
                  <a:lumMod val="75000"/>
                </a:srgbClr>
              </a:buClr>
              <a:buFontTx/>
              <a:buAutoNum type="romanUcPeriod"/>
              <a:defRPr/>
            </a:pPr>
            <a:r>
              <a:rPr lang="en-US" sz="900" kern="1200" dirty="0">
                <a:solidFill>
                  <a:schemeClr val="accent6"/>
                </a:solidFill>
                <a:cs typeface="Arial" pitchFamily="34" charset="0"/>
              </a:rPr>
              <a:t>CC policy design and prioritization (CSA) integration, social safety nets, performance analysis</a:t>
            </a:r>
          </a:p>
          <a:p>
            <a:pPr marL="228600" lvl="0" indent="-228600" defTabSz="1219140">
              <a:spcBef>
                <a:spcPts val="300"/>
              </a:spcBef>
              <a:buClr>
                <a:srgbClr val="8CB7C7">
                  <a:lumMod val="75000"/>
                </a:srgbClr>
              </a:buClr>
              <a:buFontTx/>
              <a:buAutoNum type="romanUcPeriod"/>
              <a:defRPr/>
            </a:pPr>
            <a:r>
              <a:rPr lang="en-US" sz="900" kern="1200" dirty="0">
                <a:solidFill>
                  <a:schemeClr val="accent6"/>
                </a:solidFill>
                <a:cs typeface="Arial" pitchFamily="34" charset="0"/>
              </a:rPr>
              <a:t>Advancing climate-smart R&amp;D policies &amp; allocations</a:t>
            </a:r>
          </a:p>
          <a:p>
            <a:pPr marL="228600" lvl="0" indent="-228600" defTabSz="1219140">
              <a:spcBef>
                <a:spcPts val="300"/>
              </a:spcBef>
              <a:buClr>
                <a:srgbClr val="8CB7C7">
                  <a:lumMod val="75000"/>
                </a:srgbClr>
              </a:buClr>
              <a:buFontTx/>
              <a:buAutoNum type="romanUcPeriod"/>
              <a:defRPr/>
            </a:pPr>
            <a:r>
              <a:rPr lang="en-US" sz="900" kern="1200" dirty="0">
                <a:solidFill>
                  <a:schemeClr val="accent6"/>
                </a:solidFill>
                <a:cs typeface="Arial" pitchFamily="34" charset="0"/>
              </a:rPr>
              <a:t>Institutional and implementation support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F8A9821-5BFE-9F4B-8F07-4D006A8CB970}"/>
              </a:ext>
            </a:extLst>
          </p:cNvPr>
          <p:cNvSpPr/>
          <p:nvPr/>
        </p:nvSpPr>
        <p:spPr>
          <a:xfrm>
            <a:off x="3053763" y="4955387"/>
            <a:ext cx="3005317" cy="93559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1200" rtlCol="0" anchor="ctr"/>
          <a:lstStyle/>
          <a:p>
            <a:pPr marL="228600" lvl="0" indent="-228600" defTabSz="1219140">
              <a:spcBef>
                <a:spcPts val="300"/>
              </a:spcBef>
              <a:spcAft>
                <a:spcPts val="300"/>
              </a:spcAft>
              <a:buClr>
                <a:srgbClr val="8CB7C7">
                  <a:lumMod val="75000"/>
                </a:srgbClr>
              </a:buClr>
              <a:buFontTx/>
              <a:buAutoNum type="romanUcPeriod" startAt="8"/>
              <a:defRPr/>
            </a:pPr>
            <a:r>
              <a:rPr lang="en-US" sz="900" kern="1200" dirty="0">
                <a:solidFill>
                  <a:schemeClr val="accent6"/>
                </a:solidFill>
                <a:cs typeface="Arial" pitchFamily="34" charset="0"/>
              </a:rPr>
              <a:t>Improving market resilience for Small Scale Producers (SSPs)</a:t>
            </a:r>
          </a:p>
          <a:p>
            <a:pPr marL="228600" lvl="0" indent="-228600" defTabSz="1219140">
              <a:spcBef>
                <a:spcPts val="300"/>
              </a:spcBef>
              <a:spcAft>
                <a:spcPts val="300"/>
              </a:spcAft>
              <a:buClr>
                <a:srgbClr val="8CB7C7">
                  <a:lumMod val="75000"/>
                </a:srgbClr>
              </a:buClr>
              <a:buFontTx/>
              <a:buAutoNum type="romanUcPeriod" startAt="8"/>
              <a:defRPr/>
            </a:pPr>
            <a:r>
              <a:rPr lang="en-US" sz="900" kern="1200" dirty="0">
                <a:solidFill>
                  <a:schemeClr val="accent6"/>
                </a:solidFill>
                <a:cs typeface="Arial" pitchFamily="34" charset="0"/>
              </a:rPr>
              <a:t>Risk mitigating innovations/solutions</a:t>
            </a:r>
          </a:p>
          <a:p>
            <a:pPr lvl="0" defTabSz="1219140">
              <a:lnSpc>
                <a:spcPct val="90000"/>
              </a:lnSpc>
              <a:buClr>
                <a:srgbClr val="8CB7C7">
                  <a:lumMod val="75000"/>
                </a:srgbClr>
              </a:buClr>
              <a:defRPr/>
            </a:pPr>
            <a:endParaRPr lang="en-US" sz="900" kern="1200" dirty="0">
              <a:solidFill>
                <a:schemeClr val="accent6"/>
              </a:solidFill>
              <a:cs typeface="Arial" pitchFamily="34" charset="0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F1534F5-84CE-D04E-82A7-348AC7D8C51A}"/>
              </a:ext>
            </a:extLst>
          </p:cNvPr>
          <p:cNvGrpSpPr/>
          <p:nvPr/>
        </p:nvGrpSpPr>
        <p:grpSpPr>
          <a:xfrm>
            <a:off x="6122057" y="1946065"/>
            <a:ext cx="694120" cy="4002220"/>
            <a:chOff x="5256053" y="1669923"/>
            <a:chExt cx="740540" cy="4452336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AFCA05E-D85C-0C45-82C9-F638845118A5}"/>
                </a:ext>
              </a:extLst>
            </p:cNvPr>
            <p:cNvSpPr/>
            <p:nvPr/>
          </p:nvSpPr>
          <p:spPr>
            <a:xfrm>
              <a:off x="5753032" y="1669923"/>
              <a:ext cx="243561" cy="445233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Arial" panose="020B0604020202020204" pitchFamily="34" charset="0"/>
                </a:rPr>
                <a:t>PRIVATE SECTOR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610BEAC-82AC-D04F-8071-8F5F1EB8E79B}"/>
                </a:ext>
              </a:extLst>
            </p:cNvPr>
            <p:cNvSpPr/>
            <p:nvPr/>
          </p:nvSpPr>
          <p:spPr>
            <a:xfrm>
              <a:off x="5256053" y="1669923"/>
              <a:ext cx="243561" cy="4452336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Arial" panose="020B0604020202020204" pitchFamily="34" charset="0"/>
                </a:rPr>
                <a:t>ICT &amp; DIGITAL SOLUTIONS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CB1C7F7-8F95-FA44-8CC8-1241064326B2}"/>
                </a:ext>
              </a:extLst>
            </p:cNvPr>
            <p:cNvSpPr/>
            <p:nvPr/>
          </p:nvSpPr>
          <p:spPr>
            <a:xfrm>
              <a:off x="5504543" y="1669923"/>
              <a:ext cx="243561" cy="4452336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Arial" panose="020B0604020202020204" pitchFamily="34" charset="0"/>
                </a:rPr>
                <a:t>GENDER</a:t>
              </a:r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19042D24-5B48-B343-A66A-E4FB3E549283}"/>
              </a:ext>
            </a:extLst>
          </p:cNvPr>
          <p:cNvSpPr/>
          <p:nvPr/>
        </p:nvSpPr>
        <p:spPr>
          <a:xfrm rot="5400000">
            <a:off x="10012710" y="2020978"/>
            <a:ext cx="978408" cy="886968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lIns="27432" tIns="27432" rIns="27432" bIns="27432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Increase agricultural productivity for SSPs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CADA606-EC88-3848-B2A6-089F03D02E55}"/>
              </a:ext>
            </a:extLst>
          </p:cNvPr>
          <p:cNvSpPr/>
          <p:nvPr/>
        </p:nvSpPr>
        <p:spPr>
          <a:xfrm rot="5400000">
            <a:off x="9441605" y="3488317"/>
            <a:ext cx="3958349" cy="873845"/>
          </a:xfrm>
          <a:prstGeom prst="rect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lIns="27432" tIns="27432" rIns="27432" bIns="27432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Inclusive agricultural transformation that increases rural incomes, empowers women, better nourishes families, and spurs economic growth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25EDEEF-DA35-F242-A709-E5F1E3170F74}"/>
              </a:ext>
            </a:extLst>
          </p:cNvPr>
          <p:cNvSpPr/>
          <p:nvPr/>
        </p:nvSpPr>
        <p:spPr>
          <a:xfrm rot="5400000">
            <a:off x="10012710" y="3014355"/>
            <a:ext cx="978408" cy="886968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lIns="27432" tIns="27432" rIns="27432" bIns="27432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Increase SSP household income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32CEDBB-841C-AB47-B937-1A76057070DD}"/>
              </a:ext>
            </a:extLst>
          </p:cNvPr>
          <p:cNvSpPr/>
          <p:nvPr/>
        </p:nvSpPr>
        <p:spPr>
          <a:xfrm rot="5400000">
            <a:off x="10027402" y="4986416"/>
            <a:ext cx="949024" cy="886968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lIns="27432" tIns="27432" rIns="27432" bIns="27432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Increase women’s empowerment in agriculture and livestock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64580B3-4D1C-0740-BEE8-AD4E47441AAA}"/>
              </a:ext>
            </a:extLst>
          </p:cNvPr>
          <p:cNvSpPr/>
          <p:nvPr/>
        </p:nvSpPr>
        <p:spPr>
          <a:xfrm rot="5400000">
            <a:off x="10012710" y="4007732"/>
            <a:ext cx="978408" cy="886968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lIns="27432" tIns="27432" rIns="27432" bIns="27432" rtlCol="0" anchor="ctr"/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Increase equitable consumption of a safe, affordable, nutritious diet year-round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24228E5-F0C9-C244-A3E2-F8C93776E013}"/>
              </a:ext>
            </a:extLst>
          </p:cNvPr>
          <p:cNvSpPr txBox="1"/>
          <p:nvPr/>
        </p:nvSpPr>
        <p:spPr>
          <a:xfrm>
            <a:off x="3056564" y="3004706"/>
            <a:ext cx="2995719" cy="1864209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lIns="61200" tIns="45720" rIns="90000" bIns="0" rtlCol="0" anchor="t">
            <a:noAutofit/>
          </a:bodyPr>
          <a:lstStyle/>
          <a:p>
            <a:pPr marL="230400" lvl="0" indent="-230400" defTabSz="1219140">
              <a:spcBef>
                <a:spcPts val="300"/>
              </a:spcBef>
              <a:buClr>
                <a:srgbClr val="8CB7C7">
                  <a:lumMod val="75000"/>
                </a:srgbClr>
              </a:buClr>
              <a:buFont typeface="+mj-lt"/>
              <a:buAutoNum type="romanUcPeriod" startAt="4"/>
              <a:defRPr/>
            </a:pPr>
            <a:r>
              <a:rPr lang="en-US" sz="900" kern="1200" dirty="0">
                <a:latin typeface="+mn-lt"/>
                <a:cs typeface="Arial" pitchFamily="34" charset="0"/>
              </a:rPr>
              <a:t>Building innovation pipeline in partnership with public and private sector</a:t>
            </a:r>
          </a:p>
          <a:p>
            <a:pPr marL="230400" lvl="0" indent="-230400" defTabSz="1219140">
              <a:spcBef>
                <a:spcPts val="300"/>
              </a:spcBef>
              <a:buClr>
                <a:srgbClr val="8CB7C7">
                  <a:lumMod val="75000"/>
                </a:srgbClr>
              </a:buClr>
              <a:buFont typeface="+mj-lt"/>
              <a:buAutoNum type="romanUcPeriod" startAt="4"/>
              <a:defRPr/>
            </a:pPr>
            <a:r>
              <a:rPr lang="en-US" sz="900" kern="1200" dirty="0">
                <a:latin typeface="+mn-lt"/>
                <a:cs typeface="Arial" pitchFamily="34" charset="0"/>
              </a:rPr>
              <a:t>Digital climate advisory services </a:t>
            </a:r>
          </a:p>
          <a:p>
            <a:pPr marL="230400" lvl="0" indent="-230400" defTabSz="1219140">
              <a:spcBef>
                <a:spcPts val="300"/>
              </a:spcBef>
              <a:buClr>
                <a:srgbClr val="8CB7C7">
                  <a:lumMod val="75000"/>
                </a:srgbClr>
              </a:buClr>
              <a:buFontTx/>
              <a:buAutoNum type="romanUcPeriod" startAt="4"/>
              <a:defRPr/>
            </a:pPr>
            <a:endParaRPr lang="en-US" sz="900" kern="1200" dirty="0">
              <a:latin typeface="+mn-lt"/>
              <a:cs typeface="Arial" pitchFamily="34" charset="0"/>
            </a:endParaRPr>
          </a:p>
          <a:p>
            <a:pPr marL="230400" lvl="0" indent="-230400" defTabSz="1219140">
              <a:spcBef>
                <a:spcPts val="300"/>
              </a:spcBef>
              <a:buClr>
                <a:srgbClr val="8CB7C7">
                  <a:lumMod val="75000"/>
                </a:srgbClr>
              </a:buClr>
              <a:buFontTx/>
              <a:buAutoNum type="romanUcPeriod" startAt="4"/>
              <a:defRPr/>
            </a:pPr>
            <a:endParaRPr lang="en-US" sz="900" kern="1200" dirty="0">
              <a:latin typeface="+mn-lt"/>
              <a:cs typeface="Arial" pitchFamily="34" charset="0"/>
            </a:endParaRPr>
          </a:p>
          <a:p>
            <a:pPr marL="230400" lvl="0" indent="-230400" defTabSz="1219140">
              <a:spcBef>
                <a:spcPts val="300"/>
              </a:spcBef>
              <a:buClr>
                <a:srgbClr val="8CB7C7">
                  <a:lumMod val="75000"/>
                </a:srgbClr>
              </a:buClr>
              <a:buFontTx/>
              <a:buAutoNum type="romanUcPeriod" startAt="4"/>
              <a:defRPr/>
            </a:pPr>
            <a:r>
              <a:rPr lang="en-US" sz="900" kern="1200" dirty="0">
                <a:latin typeface="+mn-lt"/>
                <a:cs typeface="Arial" pitchFamily="34" charset="0"/>
              </a:rPr>
              <a:t>Shaping public investment priorities</a:t>
            </a:r>
          </a:p>
          <a:p>
            <a:pPr marL="230400" lvl="0" indent="-230400" defTabSz="1219140">
              <a:spcAft>
                <a:spcPts val="300"/>
              </a:spcAft>
              <a:buClr>
                <a:srgbClr val="8CB7C7">
                  <a:lumMod val="75000"/>
                </a:srgbClr>
              </a:buClr>
              <a:buFont typeface="+mj-lt"/>
              <a:buAutoNum type="romanUcPeriod" startAt="7"/>
              <a:defRPr/>
            </a:pPr>
            <a:r>
              <a:rPr lang="en-US" sz="900" kern="1200" dirty="0">
                <a:latin typeface="+mn-lt"/>
                <a:cs typeface="Arial" pitchFamily="34" charset="0"/>
              </a:rPr>
              <a:t>Leveraging public/</a:t>
            </a:r>
            <a:r>
              <a:rPr lang="en-US" sz="900" kern="1200" dirty="0" err="1">
                <a:latin typeface="+mn-lt"/>
                <a:cs typeface="Arial" pitchFamily="34" charset="0"/>
              </a:rPr>
              <a:t>pvt</a:t>
            </a:r>
            <a:r>
              <a:rPr lang="en-US" sz="900" kern="1200" dirty="0">
                <a:latin typeface="+mn-lt"/>
                <a:cs typeface="Arial" pitchFamily="34" charset="0"/>
              </a:rPr>
              <a:t> financing</a:t>
            </a:r>
          </a:p>
          <a:p>
            <a:pPr marL="230400" lvl="0" indent="-230400" defTabSz="1219140">
              <a:lnSpc>
                <a:spcPct val="90000"/>
              </a:lnSpc>
              <a:buClr>
                <a:srgbClr val="8CB7C7">
                  <a:lumMod val="75000"/>
                </a:srgbClr>
              </a:buClr>
              <a:buFontTx/>
              <a:buAutoNum type="romanUcPeriod" startAt="6"/>
              <a:defRPr/>
            </a:pPr>
            <a:r>
              <a:rPr lang="en-US" sz="900" kern="1200" dirty="0">
                <a:latin typeface="+mn-lt"/>
                <a:cs typeface="Arial" pitchFamily="34" charset="0"/>
              </a:rPr>
              <a:t>Varietal improvement and modernization of breeding systems</a:t>
            </a:r>
          </a:p>
          <a:p>
            <a:pPr marL="230400" lvl="0" indent="-230400" defTabSz="1219140">
              <a:lnSpc>
                <a:spcPct val="90000"/>
              </a:lnSpc>
              <a:spcAft>
                <a:spcPts val="1200"/>
              </a:spcAft>
              <a:buClr>
                <a:srgbClr val="8CB7C7">
                  <a:lumMod val="75000"/>
                </a:srgbClr>
              </a:buClr>
              <a:buFontTx/>
              <a:buAutoNum type="romanUcPeriod" startAt="6"/>
              <a:defRPr/>
            </a:pPr>
            <a:r>
              <a:rPr lang="en-US" sz="900" kern="1200" dirty="0">
                <a:latin typeface="+mn-lt"/>
                <a:cs typeface="Arial" pitchFamily="34" charset="0"/>
              </a:rPr>
              <a:t>Interdisciplinary and translational research, including agronomy and livestock (public &amp; private sector</a:t>
            </a:r>
            <a:endParaRPr lang="en-US" sz="900" kern="1200" dirty="0">
              <a:latin typeface="+mn-lt"/>
              <a:ea typeface="+mn-ea"/>
              <a:cs typeface="Arial" pitchFamily="34" charset="0"/>
            </a:endParaRPr>
          </a:p>
        </p:txBody>
      </p:sp>
      <p:sp>
        <p:nvSpPr>
          <p:cNvPr id="46" name="Rectangle: Rounded Corners 65">
            <a:extLst>
              <a:ext uri="{FF2B5EF4-FFF2-40B4-BE49-F238E27FC236}">
                <a16:creationId xmlns:a16="http://schemas.microsoft.com/office/drawing/2014/main" id="{C90F5DDB-0B8C-294D-B33E-0CE0B0A7F7DD}"/>
              </a:ext>
            </a:extLst>
          </p:cNvPr>
          <p:cNvSpPr/>
          <p:nvPr/>
        </p:nvSpPr>
        <p:spPr>
          <a:xfrm>
            <a:off x="6864291" y="1968576"/>
            <a:ext cx="1954708" cy="3935836"/>
          </a:xfrm>
          <a:prstGeom prst="roundRect">
            <a:avLst>
              <a:gd name="adj" fmla="val 6234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228600" indent="-228600">
              <a:spcAft>
                <a:spcPts val="300"/>
              </a:spcAft>
              <a:buClrTx/>
              <a:buFont typeface="+mj-lt"/>
              <a:buAutoNum type="arabicPeriod"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</a:rPr>
              <a:t>State partnerships with Uttar Pradesh, Bihar and Odisha</a:t>
            </a:r>
            <a:endParaRPr lang="en-US" sz="1000" kern="12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228600" indent="-228600">
              <a:spcAft>
                <a:spcPts val="300"/>
              </a:spcAft>
              <a:buClrTx/>
              <a:buFont typeface="+mj-lt"/>
              <a:buAutoNum type="arabicPeriod"/>
              <a:defRPr/>
            </a:pPr>
            <a:r>
              <a:rPr lang="en-US" sz="1000" kern="1200" dirty="0">
                <a:solidFill>
                  <a:srgbClr val="000000"/>
                </a:solidFill>
                <a:cs typeface="Arial" panose="020B0604020202020204" pitchFamily="34" charset="0"/>
              </a:rPr>
              <a:t>Federal partnerships with </a:t>
            </a:r>
            <a:r>
              <a:rPr lang="en-US" sz="1000" kern="1200" dirty="0" err="1">
                <a:solidFill>
                  <a:srgbClr val="000000"/>
                </a:solidFill>
                <a:cs typeface="Arial" panose="020B0604020202020204" pitchFamily="34" charset="0"/>
              </a:rPr>
              <a:t>MoAFW</a:t>
            </a:r>
            <a:r>
              <a:rPr lang="en-US" sz="1000" kern="1200" dirty="0">
                <a:solidFill>
                  <a:srgbClr val="000000"/>
                </a:solidFill>
                <a:cs typeface="Arial" panose="020B0604020202020204" pitchFamily="34" charset="0"/>
              </a:rPr>
              <a:t>, ICAR, DBT. CSIR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</a:endParaRPr>
          </a:p>
          <a:p>
            <a:pPr marL="228600" indent="-228600">
              <a:spcAft>
                <a:spcPts val="300"/>
              </a:spcAft>
              <a:buClrTx/>
              <a:buFont typeface="+mj-lt"/>
              <a:buAutoNum type="arabicPeriod"/>
              <a:defRPr/>
            </a:pPr>
            <a:r>
              <a:rPr lang="en-US" sz="1000" kern="1200" dirty="0">
                <a:solidFill>
                  <a:srgbClr val="000000"/>
                </a:solidFill>
                <a:cs typeface="Arial" panose="020B0604020202020204" pitchFamily="34" charset="0"/>
              </a:rPr>
              <a:t>Universities e.g. TNAU, PAU, IARI, IISc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</a:endParaRPr>
          </a:p>
          <a:p>
            <a:pPr marL="228600" indent="-228600">
              <a:spcAft>
                <a:spcPts val="300"/>
              </a:spcAft>
              <a:buClrTx/>
              <a:buFont typeface="+mj-lt"/>
              <a:buAutoNum type="arabicPeriod"/>
              <a:defRPr/>
            </a:pPr>
            <a:r>
              <a:rPr lang="en-US" sz="1000" kern="1200" dirty="0">
                <a:solidFill>
                  <a:srgbClr val="000000"/>
                </a:solidFill>
                <a:cs typeface="Arial" panose="020B0604020202020204" pitchFamily="34" charset="0"/>
              </a:rPr>
              <a:t>Industry associations e.g. CII, FICCI, GS1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</a:endParaRPr>
          </a:p>
          <a:p>
            <a:pPr marL="228600" marR="0" lvl="0" indent="-2286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000" kern="1200" dirty="0">
                <a:solidFill>
                  <a:srgbClr val="000000"/>
                </a:solidFill>
                <a:cs typeface="Arial" panose="020B0604020202020204" pitchFamily="34" charset="0"/>
              </a:rPr>
              <a:t>International Financial Institutions e.g. ADB, World Bank, IFC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</a:endParaRPr>
          </a:p>
          <a:p>
            <a:pPr marL="228600" marR="0" lvl="0" indent="-2286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000" kern="1200" dirty="0">
                <a:solidFill>
                  <a:srgbClr val="000000"/>
                </a:solidFill>
                <a:cs typeface="Arial" panose="020B0604020202020204" pitchFamily="34" charset="0"/>
              </a:rPr>
              <a:t>Private sector e.g. Reliance, ITC, Cargill, </a:t>
            </a:r>
            <a:r>
              <a:rPr lang="en-US" sz="1000" kern="1200" dirty="0" err="1">
                <a:solidFill>
                  <a:srgbClr val="000000"/>
                </a:solidFill>
                <a:cs typeface="Arial" panose="020B0604020202020204" pitchFamily="34" charset="0"/>
              </a:rPr>
              <a:t>Corteva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</a:endParaRPr>
          </a:p>
          <a:p>
            <a:pPr marL="228600" marR="0" lvl="0" indent="-2286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</a:rPr>
              <a:t>Startups and incubators e.g. Social Alpha,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</a:rPr>
              <a:t>Mivipro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</a:rPr>
              <a:t> Technologies</a:t>
            </a:r>
            <a:endParaRPr lang="en-US" sz="1000" kern="12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228600" marR="0" lvl="0" indent="-2286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</a:rPr>
              <a:t>Non-profit organizations e.g. Digital Green,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</a:rPr>
              <a:t>Microsave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</a:rPr>
              <a:t>, CINI </a:t>
            </a:r>
          </a:p>
        </p:txBody>
      </p:sp>
      <p:sp>
        <p:nvSpPr>
          <p:cNvPr id="100" name="Rectangle: Rounded Corners 49">
            <a:extLst>
              <a:ext uri="{FF2B5EF4-FFF2-40B4-BE49-F238E27FC236}">
                <a16:creationId xmlns:a16="http://schemas.microsoft.com/office/drawing/2014/main" id="{29CB4755-791D-624E-81F4-BC290F282BD7}"/>
              </a:ext>
            </a:extLst>
          </p:cNvPr>
          <p:cNvSpPr/>
          <p:nvPr/>
        </p:nvSpPr>
        <p:spPr>
          <a:xfrm>
            <a:off x="1171977" y="1974203"/>
            <a:ext cx="1797745" cy="851410"/>
          </a:xfrm>
          <a:prstGeom prst="roundRect">
            <a:avLst>
              <a:gd name="adj" fmla="val 5663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0" rtlCol="0" anchor="t"/>
          <a:lstStyle/>
          <a:p>
            <a:pPr lvl="0">
              <a:buClrTx/>
              <a:defRPr/>
            </a:pPr>
            <a:r>
              <a:rPr lang="en-US" sz="1000" kern="1200" dirty="0">
                <a:solidFill>
                  <a:srgbClr val="FFFFFF"/>
                </a:solidFill>
                <a:cs typeface="Arial" panose="020B0604020202020204" pitchFamily="34" charset="0"/>
              </a:rPr>
              <a:t>Mainstream climate adaptation in  national &amp; state action plans, and institutional strengthening</a:t>
            </a:r>
          </a:p>
        </p:txBody>
      </p:sp>
      <p:pic>
        <p:nvPicPr>
          <p:cNvPr id="110" name="Picture 60" descr="Customer review">
            <a:extLst>
              <a:ext uri="{FF2B5EF4-FFF2-40B4-BE49-F238E27FC236}">
                <a16:creationId xmlns:a16="http://schemas.microsoft.com/office/drawing/2014/main" id="{FADAB126-F8E5-634B-9052-CB90154025E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3449615" y="6071572"/>
            <a:ext cx="246901" cy="246901"/>
          </a:xfrm>
          <a:prstGeom prst="rect">
            <a:avLst/>
          </a:prstGeom>
        </p:spPr>
      </p:pic>
      <p:sp>
        <p:nvSpPr>
          <p:cNvPr id="111" name="Rectangle: Rounded Corners 116">
            <a:extLst>
              <a:ext uri="{FF2B5EF4-FFF2-40B4-BE49-F238E27FC236}">
                <a16:creationId xmlns:a16="http://schemas.microsoft.com/office/drawing/2014/main" id="{97472E62-F005-9C49-A2D6-26D97C6936AB}"/>
              </a:ext>
            </a:extLst>
          </p:cNvPr>
          <p:cNvSpPr/>
          <p:nvPr/>
        </p:nvSpPr>
        <p:spPr>
          <a:xfrm>
            <a:off x="1171977" y="4940420"/>
            <a:ext cx="1797744" cy="941524"/>
          </a:xfrm>
          <a:prstGeom prst="roundRect">
            <a:avLst>
              <a:gd name="adj" fmla="val 5663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 panose="020B0604020202020204" pitchFamily="34" charset="0"/>
              </a:rPr>
              <a:t>Supporting inclusive/resilient markets and risk mitigating innovations/solutions</a:t>
            </a:r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176E1D82-78C0-B949-958F-38E6B6AB4155}"/>
              </a:ext>
            </a:extLst>
          </p:cNvPr>
          <p:cNvGrpSpPr/>
          <p:nvPr/>
        </p:nvGrpSpPr>
        <p:grpSpPr>
          <a:xfrm>
            <a:off x="2632427" y="5641731"/>
            <a:ext cx="274320" cy="274320"/>
            <a:chOff x="897900" y="5738049"/>
            <a:chExt cx="274320" cy="274320"/>
          </a:xfrm>
        </p:grpSpPr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E7A313B0-A8C3-B042-9E81-5FA10ABD07A6}"/>
                </a:ext>
              </a:extLst>
            </p:cNvPr>
            <p:cNvSpPr/>
            <p:nvPr/>
          </p:nvSpPr>
          <p:spPr>
            <a:xfrm>
              <a:off x="897900" y="5738049"/>
              <a:ext cx="274320" cy="27432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72B14613-1EAE-BD49-AF19-364D511BD87D}"/>
                </a:ext>
              </a:extLst>
            </p:cNvPr>
            <p:cNvGrpSpPr/>
            <p:nvPr/>
          </p:nvGrpSpPr>
          <p:grpSpPr>
            <a:xfrm>
              <a:off x="967950" y="5797788"/>
              <a:ext cx="134220" cy="154842"/>
              <a:chOff x="1980011" y="4904022"/>
              <a:chExt cx="163476" cy="188593"/>
            </a:xfrm>
            <a:solidFill>
              <a:schemeClr val="accent2"/>
            </a:solidFill>
          </p:grpSpPr>
          <p:sp>
            <p:nvSpPr>
              <p:cNvPr id="115" name="Freeform: Shape 215">
                <a:extLst>
                  <a:ext uri="{FF2B5EF4-FFF2-40B4-BE49-F238E27FC236}">
                    <a16:creationId xmlns:a16="http://schemas.microsoft.com/office/drawing/2014/main" id="{07CA6F9B-2B35-A249-87F3-AED271EC2659}"/>
                  </a:ext>
                </a:extLst>
              </p:cNvPr>
              <p:cNvSpPr/>
              <p:nvPr/>
            </p:nvSpPr>
            <p:spPr>
              <a:xfrm>
                <a:off x="1980011" y="4904022"/>
                <a:ext cx="163476" cy="188593"/>
              </a:xfrm>
              <a:custGeom>
                <a:avLst/>
                <a:gdLst>
                  <a:gd name="connsiteX0" fmla="*/ 15431 w 174888"/>
                  <a:gd name="connsiteY0" fmla="*/ 0 h 174888"/>
                  <a:gd name="connsiteX1" fmla="*/ 0 w 174888"/>
                  <a:gd name="connsiteY1" fmla="*/ 0 h 174888"/>
                  <a:gd name="connsiteX2" fmla="*/ 0 w 174888"/>
                  <a:gd name="connsiteY2" fmla="*/ 174888 h 174888"/>
                  <a:gd name="connsiteX3" fmla="*/ 174888 w 174888"/>
                  <a:gd name="connsiteY3" fmla="*/ 174888 h 174888"/>
                  <a:gd name="connsiteX4" fmla="*/ 174888 w 174888"/>
                  <a:gd name="connsiteY4" fmla="*/ 159457 h 174888"/>
                  <a:gd name="connsiteX5" fmla="*/ 15431 w 174888"/>
                  <a:gd name="connsiteY5" fmla="*/ 159457 h 174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4888" h="174888">
                    <a:moveTo>
                      <a:pt x="15431" y="0"/>
                    </a:moveTo>
                    <a:lnTo>
                      <a:pt x="0" y="0"/>
                    </a:lnTo>
                    <a:lnTo>
                      <a:pt x="0" y="174888"/>
                    </a:lnTo>
                    <a:lnTo>
                      <a:pt x="174888" y="174888"/>
                    </a:lnTo>
                    <a:lnTo>
                      <a:pt x="174888" y="159457"/>
                    </a:lnTo>
                    <a:lnTo>
                      <a:pt x="15431" y="159457"/>
                    </a:lnTo>
                    <a:close/>
                  </a:path>
                </a:pathLst>
              </a:custGeom>
              <a:grpFill/>
              <a:ln w="24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59452A"/>
                  </a:solidFill>
                  <a:effectLst/>
                  <a:uLnTx/>
                  <a:uFillTx/>
                  <a:latin typeface="+mn-lt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16" name="Freeform: Shape 216">
                <a:extLst>
                  <a:ext uri="{FF2B5EF4-FFF2-40B4-BE49-F238E27FC236}">
                    <a16:creationId xmlns:a16="http://schemas.microsoft.com/office/drawing/2014/main" id="{A568453D-B820-5549-941F-93A91BC0A9E9}"/>
                  </a:ext>
                </a:extLst>
              </p:cNvPr>
              <p:cNvSpPr/>
              <p:nvPr/>
            </p:nvSpPr>
            <p:spPr>
              <a:xfrm>
                <a:off x="2003811" y="4951170"/>
                <a:ext cx="139435" cy="94297"/>
              </a:xfrm>
              <a:custGeom>
                <a:avLst/>
                <a:gdLst>
                  <a:gd name="connsiteX0" fmla="*/ 108276 w 149169"/>
                  <a:gd name="connsiteY0" fmla="*/ 0 h 87444"/>
                  <a:gd name="connsiteX1" fmla="*/ 123451 w 149169"/>
                  <a:gd name="connsiteY1" fmla="*/ 15174 h 87444"/>
                  <a:gd name="connsiteX2" fmla="*/ 103133 w 149169"/>
                  <a:gd name="connsiteY2" fmla="*/ 35492 h 87444"/>
                  <a:gd name="connsiteX3" fmla="*/ 87701 w 149169"/>
                  <a:gd name="connsiteY3" fmla="*/ 20061 h 87444"/>
                  <a:gd name="connsiteX4" fmla="*/ 61982 w 149169"/>
                  <a:gd name="connsiteY4" fmla="*/ 45780 h 87444"/>
                  <a:gd name="connsiteX5" fmla="*/ 46551 w 149169"/>
                  <a:gd name="connsiteY5" fmla="*/ 30348 h 87444"/>
                  <a:gd name="connsiteX6" fmla="*/ 0 w 149169"/>
                  <a:gd name="connsiteY6" fmla="*/ 76899 h 87444"/>
                  <a:gd name="connsiteX7" fmla="*/ 10802 w 149169"/>
                  <a:gd name="connsiteY7" fmla="*/ 87701 h 87444"/>
                  <a:gd name="connsiteX8" fmla="*/ 46551 w 149169"/>
                  <a:gd name="connsiteY8" fmla="*/ 51952 h 87444"/>
                  <a:gd name="connsiteX9" fmla="*/ 61982 w 149169"/>
                  <a:gd name="connsiteY9" fmla="*/ 67383 h 87444"/>
                  <a:gd name="connsiteX10" fmla="*/ 87701 w 149169"/>
                  <a:gd name="connsiteY10" fmla="*/ 41665 h 87444"/>
                  <a:gd name="connsiteX11" fmla="*/ 103133 w 149169"/>
                  <a:gd name="connsiteY11" fmla="*/ 57096 h 87444"/>
                  <a:gd name="connsiteX12" fmla="*/ 134252 w 149169"/>
                  <a:gd name="connsiteY12" fmla="*/ 25976 h 87444"/>
                  <a:gd name="connsiteX13" fmla="*/ 149427 w 149169"/>
                  <a:gd name="connsiteY13" fmla="*/ 41150 h 87444"/>
                  <a:gd name="connsiteX14" fmla="*/ 149427 w 149169"/>
                  <a:gd name="connsiteY14" fmla="*/ 0 h 87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49169" h="87444">
                    <a:moveTo>
                      <a:pt x="108276" y="0"/>
                    </a:moveTo>
                    <a:lnTo>
                      <a:pt x="123451" y="15174"/>
                    </a:lnTo>
                    <a:lnTo>
                      <a:pt x="103133" y="35492"/>
                    </a:lnTo>
                    <a:lnTo>
                      <a:pt x="87701" y="20061"/>
                    </a:lnTo>
                    <a:lnTo>
                      <a:pt x="61982" y="45780"/>
                    </a:lnTo>
                    <a:lnTo>
                      <a:pt x="46551" y="30348"/>
                    </a:lnTo>
                    <a:lnTo>
                      <a:pt x="0" y="76899"/>
                    </a:lnTo>
                    <a:lnTo>
                      <a:pt x="10802" y="87701"/>
                    </a:lnTo>
                    <a:lnTo>
                      <a:pt x="46551" y="51952"/>
                    </a:lnTo>
                    <a:lnTo>
                      <a:pt x="61982" y="67383"/>
                    </a:lnTo>
                    <a:lnTo>
                      <a:pt x="87701" y="41665"/>
                    </a:lnTo>
                    <a:lnTo>
                      <a:pt x="103133" y="57096"/>
                    </a:lnTo>
                    <a:lnTo>
                      <a:pt x="134252" y="25976"/>
                    </a:lnTo>
                    <a:lnTo>
                      <a:pt x="149427" y="41150"/>
                    </a:lnTo>
                    <a:lnTo>
                      <a:pt x="149427" y="0"/>
                    </a:lnTo>
                    <a:close/>
                  </a:path>
                </a:pathLst>
              </a:custGeom>
              <a:grpFill/>
              <a:ln w="24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59452A"/>
                  </a:solidFill>
                  <a:effectLst/>
                  <a:uLnTx/>
                  <a:uFillTx/>
                  <a:latin typeface="+mn-lt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D30E720E-354D-164E-BB6B-38FC4BAB7064}"/>
              </a:ext>
            </a:extLst>
          </p:cNvPr>
          <p:cNvGrpSpPr/>
          <p:nvPr/>
        </p:nvGrpSpPr>
        <p:grpSpPr>
          <a:xfrm>
            <a:off x="1502917" y="1362318"/>
            <a:ext cx="517800" cy="517800"/>
            <a:chOff x="1727201" y="1450771"/>
            <a:chExt cx="517800" cy="517800"/>
          </a:xfrm>
        </p:grpSpPr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EC35B49E-108E-664B-A6F4-17C226A5BD9E}"/>
                </a:ext>
              </a:extLst>
            </p:cNvPr>
            <p:cNvSpPr/>
            <p:nvPr/>
          </p:nvSpPr>
          <p:spPr>
            <a:xfrm>
              <a:off x="1727201" y="1450771"/>
              <a:ext cx="517800" cy="517800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A6715414-D220-7C4F-979A-70E376C55A28}"/>
                </a:ext>
              </a:extLst>
            </p:cNvPr>
            <p:cNvGrpSpPr/>
            <p:nvPr/>
          </p:nvGrpSpPr>
          <p:grpSpPr>
            <a:xfrm>
              <a:off x="1806363" y="1575065"/>
              <a:ext cx="359477" cy="269212"/>
              <a:chOff x="-57954" y="2985611"/>
              <a:chExt cx="864870" cy="647700"/>
            </a:xfrm>
            <a:solidFill>
              <a:schemeClr val="bg1"/>
            </a:solidFill>
          </p:grpSpPr>
          <p:sp>
            <p:nvSpPr>
              <p:cNvPr id="120" name="Freeform: Shape 9">
                <a:extLst>
                  <a:ext uri="{FF2B5EF4-FFF2-40B4-BE49-F238E27FC236}">
                    <a16:creationId xmlns:a16="http://schemas.microsoft.com/office/drawing/2014/main" id="{5BF21605-67DE-2F44-884E-B031FD1657C9}"/>
                  </a:ext>
                </a:extLst>
              </p:cNvPr>
              <p:cNvSpPr/>
              <p:nvPr/>
            </p:nvSpPr>
            <p:spPr>
              <a:xfrm>
                <a:off x="-57954" y="3306603"/>
                <a:ext cx="257175" cy="323850"/>
              </a:xfrm>
              <a:custGeom>
                <a:avLst/>
                <a:gdLst>
                  <a:gd name="connsiteX0" fmla="*/ 131921 w 257175"/>
                  <a:gd name="connsiteY0" fmla="*/ 7144 h 323850"/>
                  <a:gd name="connsiteX1" fmla="*/ 26194 w 257175"/>
                  <a:gd name="connsiteY1" fmla="*/ 40481 h 323850"/>
                  <a:gd name="connsiteX2" fmla="*/ 7144 w 257175"/>
                  <a:gd name="connsiteY2" fmla="*/ 83344 h 323850"/>
                  <a:gd name="connsiteX3" fmla="*/ 7144 w 257175"/>
                  <a:gd name="connsiteY3" fmla="*/ 83344 h 323850"/>
                  <a:gd name="connsiteX4" fmla="*/ 7144 w 257175"/>
                  <a:gd name="connsiteY4" fmla="*/ 84296 h 323850"/>
                  <a:gd name="connsiteX5" fmla="*/ 7144 w 257175"/>
                  <a:gd name="connsiteY5" fmla="*/ 164306 h 323850"/>
                  <a:gd name="connsiteX6" fmla="*/ 7144 w 257175"/>
                  <a:gd name="connsiteY6" fmla="*/ 165259 h 323850"/>
                  <a:gd name="connsiteX7" fmla="*/ 7144 w 257175"/>
                  <a:gd name="connsiteY7" fmla="*/ 170021 h 323850"/>
                  <a:gd name="connsiteX8" fmla="*/ 7144 w 257175"/>
                  <a:gd name="connsiteY8" fmla="*/ 245269 h 323850"/>
                  <a:gd name="connsiteX9" fmla="*/ 131921 w 257175"/>
                  <a:gd name="connsiteY9" fmla="*/ 321469 h 323850"/>
                  <a:gd name="connsiteX10" fmla="*/ 256699 w 257175"/>
                  <a:gd name="connsiteY10" fmla="*/ 245269 h 323850"/>
                  <a:gd name="connsiteX11" fmla="*/ 256699 w 257175"/>
                  <a:gd name="connsiteY11" fmla="*/ 170021 h 323850"/>
                  <a:gd name="connsiteX12" fmla="*/ 256699 w 257175"/>
                  <a:gd name="connsiteY12" fmla="*/ 165259 h 323850"/>
                  <a:gd name="connsiteX13" fmla="*/ 256699 w 257175"/>
                  <a:gd name="connsiteY13" fmla="*/ 164306 h 323850"/>
                  <a:gd name="connsiteX14" fmla="*/ 256699 w 257175"/>
                  <a:gd name="connsiteY14" fmla="*/ 84296 h 323850"/>
                  <a:gd name="connsiteX15" fmla="*/ 256699 w 257175"/>
                  <a:gd name="connsiteY15" fmla="*/ 83344 h 323850"/>
                  <a:gd name="connsiteX16" fmla="*/ 256699 w 257175"/>
                  <a:gd name="connsiteY16" fmla="*/ 84296 h 323850"/>
                  <a:gd name="connsiteX17" fmla="*/ 256699 w 257175"/>
                  <a:gd name="connsiteY17" fmla="*/ 84296 h 323850"/>
                  <a:gd name="connsiteX18" fmla="*/ 256699 w 257175"/>
                  <a:gd name="connsiteY18" fmla="*/ 83344 h 323850"/>
                  <a:gd name="connsiteX19" fmla="*/ 256699 w 257175"/>
                  <a:gd name="connsiteY19" fmla="*/ 83344 h 323850"/>
                  <a:gd name="connsiteX20" fmla="*/ 237649 w 257175"/>
                  <a:gd name="connsiteY20" fmla="*/ 40481 h 323850"/>
                  <a:gd name="connsiteX21" fmla="*/ 131921 w 257175"/>
                  <a:gd name="connsiteY21" fmla="*/ 7144 h 323850"/>
                  <a:gd name="connsiteX22" fmla="*/ 222409 w 257175"/>
                  <a:gd name="connsiteY22" fmla="*/ 244316 h 323850"/>
                  <a:gd name="connsiteX23" fmla="*/ 131921 w 257175"/>
                  <a:gd name="connsiteY23" fmla="*/ 285274 h 323850"/>
                  <a:gd name="connsiteX24" fmla="*/ 41434 w 257175"/>
                  <a:gd name="connsiteY24" fmla="*/ 244316 h 323850"/>
                  <a:gd name="connsiteX25" fmla="*/ 41434 w 257175"/>
                  <a:gd name="connsiteY25" fmla="*/ 218599 h 323850"/>
                  <a:gd name="connsiteX26" fmla="*/ 131921 w 257175"/>
                  <a:gd name="connsiteY26" fmla="*/ 239554 h 323850"/>
                  <a:gd name="connsiteX27" fmla="*/ 222409 w 257175"/>
                  <a:gd name="connsiteY27" fmla="*/ 218599 h 323850"/>
                  <a:gd name="connsiteX28" fmla="*/ 222409 w 257175"/>
                  <a:gd name="connsiteY28" fmla="*/ 244316 h 323850"/>
                  <a:gd name="connsiteX29" fmla="*/ 222409 w 257175"/>
                  <a:gd name="connsiteY29" fmla="*/ 163354 h 323850"/>
                  <a:gd name="connsiteX30" fmla="*/ 131921 w 257175"/>
                  <a:gd name="connsiteY30" fmla="*/ 204311 h 323850"/>
                  <a:gd name="connsiteX31" fmla="*/ 41434 w 257175"/>
                  <a:gd name="connsiteY31" fmla="*/ 163354 h 323850"/>
                  <a:gd name="connsiteX32" fmla="*/ 41434 w 257175"/>
                  <a:gd name="connsiteY32" fmla="*/ 137636 h 323850"/>
                  <a:gd name="connsiteX33" fmla="*/ 131921 w 257175"/>
                  <a:gd name="connsiteY33" fmla="*/ 158591 h 323850"/>
                  <a:gd name="connsiteX34" fmla="*/ 222409 w 257175"/>
                  <a:gd name="connsiteY34" fmla="*/ 137636 h 323850"/>
                  <a:gd name="connsiteX35" fmla="*/ 222409 w 257175"/>
                  <a:gd name="connsiteY35" fmla="*/ 163354 h 323850"/>
                  <a:gd name="connsiteX36" fmla="*/ 222409 w 257175"/>
                  <a:gd name="connsiteY36" fmla="*/ 83344 h 323850"/>
                  <a:gd name="connsiteX37" fmla="*/ 222409 w 257175"/>
                  <a:gd name="connsiteY37" fmla="*/ 87154 h 323850"/>
                  <a:gd name="connsiteX38" fmla="*/ 222409 w 257175"/>
                  <a:gd name="connsiteY38" fmla="*/ 88106 h 323850"/>
                  <a:gd name="connsiteX39" fmla="*/ 222409 w 257175"/>
                  <a:gd name="connsiteY39" fmla="*/ 89059 h 323850"/>
                  <a:gd name="connsiteX40" fmla="*/ 222409 w 257175"/>
                  <a:gd name="connsiteY40" fmla="*/ 90011 h 323850"/>
                  <a:gd name="connsiteX41" fmla="*/ 220504 w 257175"/>
                  <a:gd name="connsiteY41" fmla="*/ 93821 h 323850"/>
                  <a:gd name="connsiteX42" fmla="*/ 219551 w 257175"/>
                  <a:gd name="connsiteY42" fmla="*/ 95726 h 323850"/>
                  <a:gd name="connsiteX43" fmla="*/ 217646 w 257175"/>
                  <a:gd name="connsiteY43" fmla="*/ 98584 h 323850"/>
                  <a:gd name="connsiteX44" fmla="*/ 217646 w 257175"/>
                  <a:gd name="connsiteY44" fmla="*/ 98584 h 323850"/>
                  <a:gd name="connsiteX45" fmla="*/ 214789 w 257175"/>
                  <a:gd name="connsiteY45" fmla="*/ 101441 h 323850"/>
                  <a:gd name="connsiteX46" fmla="*/ 212884 w 257175"/>
                  <a:gd name="connsiteY46" fmla="*/ 103346 h 323850"/>
                  <a:gd name="connsiteX47" fmla="*/ 209074 w 257175"/>
                  <a:gd name="connsiteY47" fmla="*/ 106204 h 323850"/>
                  <a:gd name="connsiteX48" fmla="*/ 132874 w 257175"/>
                  <a:gd name="connsiteY48" fmla="*/ 125254 h 323850"/>
                  <a:gd name="connsiteX49" fmla="*/ 43339 w 257175"/>
                  <a:gd name="connsiteY49" fmla="*/ 89059 h 323850"/>
                  <a:gd name="connsiteX50" fmla="*/ 43339 w 257175"/>
                  <a:gd name="connsiteY50" fmla="*/ 88106 h 323850"/>
                  <a:gd name="connsiteX51" fmla="*/ 43339 w 257175"/>
                  <a:gd name="connsiteY51" fmla="*/ 84296 h 323850"/>
                  <a:gd name="connsiteX52" fmla="*/ 43339 w 257175"/>
                  <a:gd name="connsiteY52" fmla="*/ 84296 h 323850"/>
                  <a:gd name="connsiteX53" fmla="*/ 133826 w 257175"/>
                  <a:gd name="connsiteY53" fmla="*/ 43339 h 323850"/>
                  <a:gd name="connsiteX54" fmla="*/ 222409 w 257175"/>
                  <a:gd name="connsiteY54" fmla="*/ 83344 h 323850"/>
                  <a:gd name="connsiteX55" fmla="*/ 222409 w 257175"/>
                  <a:gd name="connsiteY55" fmla="*/ 83344 h 323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257175" h="323850">
                    <a:moveTo>
                      <a:pt x="131921" y="7144"/>
                    </a:moveTo>
                    <a:cubicBezTo>
                      <a:pt x="85249" y="7144"/>
                      <a:pt x="47149" y="19526"/>
                      <a:pt x="26194" y="40481"/>
                    </a:cubicBezTo>
                    <a:cubicBezTo>
                      <a:pt x="13811" y="52864"/>
                      <a:pt x="7144" y="67151"/>
                      <a:pt x="7144" y="83344"/>
                    </a:cubicBezTo>
                    <a:lnTo>
                      <a:pt x="7144" y="83344"/>
                    </a:lnTo>
                    <a:lnTo>
                      <a:pt x="7144" y="84296"/>
                    </a:lnTo>
                    <a:lnTo>
                      <a:pt x="7144" y="164306"/>
                    </a:lnTo>
                    <a:lnTo>
                      <a:pt x="7144" y="165259"/>
                    </a:lnTo>
                    <a:lnTo>
                      <a:pt x="7144" y="170021"/>
                    </a:lnTo>
                    <a:lnTo>
                      <a:pt x="7144" y="245269"/>
                    </a:lnTo>
                    <a:cubicBezTo>
                      <a:pt x="7144" y="290036"/>
                      <a:pt x="58579" y="321469"/>
                      <a:pt x="131921" y="321469"/>
                    </a:cubicBezTo>
                    <a:cubicBezTo>
                      <a:pt x="205264" y="321469"/>
                      <a:pt x="256699" y="290036"/>
                      <a:pt x="256699" y="245269"/>
                    </a:cubicBezTo>
                    <a:lnTo>
                      <a:pt x="256699" y="170021"/>
                    </a:lnTo>
                    <a:lnTo>
                      <a:pt x="256699" y="165259"/>
                    </a:lnTo>
                    <a:lnTo>
                      <a:pt x="256699" y="164306"/>
                    </a:lnTo>
                    <a:lnTo>
                      <a:pt x="256699" y="84296"/>
                    </a:lnTo>
                    <a:lnTo>
                      <a:pt x="256699" y="83344"/>
                    </a:lnTo>
                    <a:lnTo>
                      <a:pt x="256699" y="84296"/>
                    </a:lnTo>
                    <a:lnTo>
                      <a:pt x="256699" y="84296"/>
                    </a:lnTo>
                    <a:cubicBezTo>
                      <a:pt x="256699" y="84296"/>
                      <a:pt x="256699" y="84296"/>
                      <a:pt x="256699" y="83344"/>
                    </a:cubicBezTo>
                    <a:lnTo>
                      <a:pt x="256699" y="83344"/>
                    </a:lnTo>
                    <a:cubicBezTo>
                      <a:pt x="256699" y="67151"/>
                      <a:pt x="250031" y="52864"/>
                      <a:pt x="237649" y="40481"/>
                    </a:cubicBezTo>
                    <a:cubicBezTo>
                      <a:pt x="216694" y="19526"/>
                      <a:pt x="178594" y="7144"/>
                      <a:pt x="131921" y="7144"/>
                    </a:cubicBezTo>
                    <a:close/>
                    <a:moveTo>
                      <a:pt x="222409" y="244316"/>
                    </a:moveTo>
                    <a:cubicBezTo>
                      <a:pt x="222409" y="267176"/>
                      <a:pt x="182404" y="285274"/>
                      <a:pt x="131921" y="285274"/>
                    </a:cubicBezTo>
                    <a:cubicBezTo>
                      <a:pt x="81439" y="285274"/>
                      <a:pt x="41434" y="267176"/>
                      <a:pt x="41434" y="244316"/>
                    </a:cubicBezTo>
                    <a:lnTo>
                      <a:pt x="41434" y="218599"/>
                    </a:lnTo>
                    <a:cubicBezTo>
                      <a:pt x="63341" y="231934"/>
                      <a:pt x="94774" y="239554"/>
                      <a:pt x="131921" y="239554"/>
                    </a:cubicBezTo>
                    <a:cubicBezTo>
                      <a:pt x="169069" y="239554"/>
                      <a:pt x="199549" y="231934"/>
                      <a:pt x="222409" y="218599"/>
                    </a:cubicBezTo>
                    <a:lnTo>
                      <a:pt x="222409" y="244316"/>
                    </a:lnTo>
                    <a:close/>
                    <a:moveTo>
                      <a:pt x="222409" y="163354"/>
                    </a:moveTo>
                    <a:cubicBezTo>
                      <a:pt x="222409" y="186214"/>
                      <a:pt x="182404" y="204311"/>
                      <a:pt x="131921" y="204311"/>
                    </a:cubicBezTo>
                    <a:cubicBezTo>
                      <a:pt x="81439" y="204311"/>
                      <a:pt x="41434" y="186214"/>
                      <a:pt x="41434" y="163354"/>
                    </a:cubicBezTo>
                    <a:lnTo>
                      <a:pt x="41434" y="137636"/>
                    </a:lnTo>
                    <a:cubicBezTo>
                      <a:pt x="63341" y="150971"/>
                      <a:pt x="94774" y="158591"/>
                      <a:pt x="131921" y="158591"/>
                    </a:cubicBezTo>
                    <a:cubicBezTo>
                      <a:pt x="169069" y="158591"/>
                      <a:pt x="199549" y="150971"/>
                      <a:pt x="222409" y="137636"/>
                    </a:cubicBezTo>
                    <a:lnTo>
                      <a:pt x="222409" y="163354"/>
                    </a:lnTo>
                    <a:close/>
                    <a:moveTo>
                      <a:pt x="222409" y="83344"/>
                    </a:moveTo>
                    <a:cubicBezTo>
                      <a:pt x="222409" y="84296"/>
                      <a:pt x="222409" y="86201"/>
                      <a:pt x="222409" y="87154"/>
                    </a:cubicBezTo>
                    <a:cubicBezTo>
                      <a:pt x="222409" y="87154"/>
                      <a:pt x="222409" y="88106"/>
                      <a:pt x="222409" y="88106"/>
                    </a:cubicBezTo>
                    <a:cubicBezTo>
                      <a:pt x="222409" y="88106"/>
                      <a:pt x="222409" y="89059"/>
                      <a:pt x="222409" y="89059"/>
                    </a:cubicBezTo>
                    <a:cubicBezTo>
                      <a:pt x="222409" y="89059"/>
                      <a:pt x="222409" y="89059"/>
                      <a:pt x="222409" y="90011"/>
                    </a:cubicBezTo>
                    <a:cubicBezTo>
                      <a:pt x="222409" y="90964"/>
                      <a:pt x="221456" y="92869"/>
                      <a:pt x="220504" y="93821"/>
                    </a:cubicBezTo>
                    <a:cubicBezTo>
                      <a:pt x="220504" y="94774"/>
                      <a:pt x="219551" y="94774"/>
                      <a:pt x="219551" y="95726"/>
                    </a:cubicBezTo>
                    <a:cubicBezTo>
                      <a:pt x="218599" y="96679"/>
                      <a:pt x="217646" y="97631"/>
                      <a:pt x="217646" y="98584"/>
                    </a:cubicBezTo>
                    <a:lnTo>
                      <a:pt x="217646" y="98584"/>
                    </a:lnTo>
                    <a:cubicBezTo>
                      <a:pt x="216694" y="99536"/>
                      <a:pt x="215741" y="100489"/>
                      <a:pt x="214789" y="101441"/>
                    </a:cubicBezTo>
                    <a:cubicBezTo>
                      <a:pt x="213836" y="102394"/>
                      <a:pt x="213836" y="102394"/>
                      <a:pt x="212884" y="103346"/>
                    </a:cubicBezTo>
                    <a:cubicBezTo>
                      <a:pt x="211931" y="104299"/>
                      <a:pt x="210979" y="105251"/>
                      <a:pt x="209074" y="106204"/>
                    </a:cubicBezTo>
                    <a:cubicBezTo>
                      <a:pt x="192881" y="117634"/>
                      <a:pt x="165259" y="125254"/>
                      <a:pt x="132874" y="125254"/>
                    </a:cubicBezTo>
                    <a:cubicBezTo>
                      <a:pt x="86201" y="125254"/>
                      <a:pt x="48101" y="109061"/>
                      <a:pt x="43339" y="89059"/>
                    </a:cubicBezTo>
                    <a:cubicBezTo>
                      <a:pt x="43339" y="89059"/>
                      <a:pt x="43339" y="88106"/>
                      <a:pt x="43339" y="88106"/>
                    </a:cubicBezTo>
                    <a:cubicBezTo>
                      <a:pt x="43339" y="87154"/>
                      <a:pt x="43339" y="85249"/>
                      <a:pt x="43339" y="84296"/>
                    </a:cubicBezTo>
                    <a:cubicBezTo>
                      <a:pt x="43339" y="84296"/>
                      <a:pt x="43339" y="84296"/>
                      <a:pt x="43339" y="84296"/>
                    </a:cubicBezTo>
                    <a:cubicBezTo>
                      <a:pt x="43339" y="61436"/>
                      <a:pt x="83344" y="43339"/>
                      <a:pt x="133826" y="43339"/>
                    </a:cubicBezTo>
                    <a:cubicBezTo>
                      <a:pt x="182404" y="42386"/>
                      <a:pt x="222409" y="60484"/>
                      <a:pt x="222409" y="83344"/>
                    </a:cubicBezTo>
                    <a:cubicBezTo>
                      <a:pt x="222409" y="83344"/>
                      <a:pt x="222409" y="83344"/>
                      <a:pt x="222409" y="833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59452A"/>
                  </a:solidFill>
                  <a:effectLst/>
                  <a:uLnTx/>
                  <a:uFillTx/>
                  <a:latin typeface="+mn-lt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21" name="Freeform: Shape 10">
                <a:extLst>
                  <a:ext uri="{FF2B5EF4-FFF2-40B4-BE49-F238E27FC236}">
                    <a16:creationId xmlns:a16="http://schemas.microsoft.com/office/drawing/2014/main" id="{72AD1C36-F330-0444-9E41-C08C8230450F}"/>
                  </a:ext>
                </a:extLst>
              </p:cNvPr>
              <p:cNvSpPr/>
              <p:nvPr/>
            </p:nvSpPr>
            <p:spPr>
              <a:xfrm>
                <a:off x="245894" y="3145631"/>
                <a:ext cx="257175" cy="485775"/>
              </a:xfrm>
              <a:custGeom>
                <a:avLst/>
                <a:gdLst>
                  <a:gd name="connsiteX0" fmla="*/ 131921 w 257175"/>
                  <a:gd name="connsiteY0" fmla="*/ 7144 h 485775"/>
                  <a:gd name="connsiteX1" fmla="*/ 26194 w 257175"/>
                  <a:gd name="connsiteY1" fmla="*/ 40481 h 485775"/>
                  <a:gd name="connsiteX2" fmla="*/ 7144 w 257175"/>
                  <a:gd name="connsiteY2" fmla="*/ 83344 h 485775"/>
                  <a:gd name="connsiteX3" fmla="*/ 7144 w 257175"/>
                  <a:gd name="connsiteY3" fmla="*/ 83344 h 485775"/>
                  <a:gd name="connsiteX4" fmla="*/ 7144 w 257175"/>
                  <a:gd name="connsiteY4" fmla="*/ 84296 h 485775"/>
                  <a:gd name="connsiteX5" fmla="*/ 7144 w 257175"/>
                  <a:gd name="connsiteY5" fmla="*/ 164306 h 485775"/>
                  <a:gd name="connsiteX6" fmla="*/ 7144 w 257175"/>
                  <a:gd name="connsiteY6" fmla="*/ 164306 h 485775"/>
                  <a:gd name="connsiteX7" fmla="*/ 7144 w 257175"/>
                  <a:gd name="connsiteY7" fmla="*/ 169069 h 485775"/>
                  <a:gd name="connsiteX8" fmla="*/ 7144 w 257175"/>
                  <a:gd name="connsiteY8" fmla="*/ 244316 h 485775"/>
                  <a:gd name="connsiteX9" fmla="*/ 7144 w 257175"/>
                  <a:gd name="connsiteY9" fmla="*/ 245269 h 485775"/>
                  <a:gd name="connsiteX10" fmla="*/ 7144 w 257175"/>
                  <a:gd name="connsiteY10" fmla="*/ 245269 h 485775"/>
                  <a:gd name="connsiteX11" fmla="*/ 7144 w 257175"/>
                  <a:gd name="connsiteY11" fmla="*/ 325279 h 485775"/>
                  <a:gd name="connsiteX12" fmla="*/ 7144 w 257175"/>
                  <a:gd name="connsiteY12" fmla="*/ 326231 h 485775"/>
                  <a:gd name="connsiteX13" fmla="*/ 7144 w 257175"/>
                  <a:gd name="connsiteY13" fmla="*/ 326231 h 485775"/>
                  <a:gd name="connsiteX14" fmla="*/ 7144 w 257175"/>
                  <a:gd name="connsiteY14" fmla="*/ 406241 h 485775"/>
                  <a:gd name="connsiteX15" fmla="*/ 131921 w 257175"/>
                  <a:gd name="connsiteY15" fmla="*/ 482441 h 485775"/>
                  <a:gd name="connsiteX16" fmla="*/ 256699 w 257175"/>
                  <a:gd name="connsiteY16" fmla="*/ 406241 h 485775"/>
                  <a:gd name="connsiteX17" fmla="*/ 256699 w 257175"/>
                  <a:gd name="connsiteY17" fmla="*/ 326231 h 485775"/>
                  <a:gd name="connsiteX18" fmla="*/ 256699 w 257175"/>
                  <a:gd name="connsiteY18" fmla="*/ 326231 h 485775"/>
                  <a:gd name="connsiteX19" fmla="*/ 256699 w 257175"/>
                  <a:gd name="connsiteY19" fmla="*/ 325279 h 485775"/>
                  <a:gd name="connsiteX20" fmla="*/ 256699 w 257175"/>
                  <a:gd name="connsiteY20" fmla="*/ 245269 h 485775"/>
                  <a:gd name="connsiteX21" fmla="*/ 256699 w 257175"/>
                  <a:gd name="connsiteY21" fmla="*/ 245269 h 485775"/>
                  <a:gd name="connsiteX22" fmla="*/ 256699 w 257175"/>
                  <a:gd name="connsiteY22" fmla="*/ 244316 h 485775"/>
                  <a:gd name="connsiteX23" fmla="*/ 256699 w 257175"/>
                  <a:gd name="connsiteY23" fmla="*/ 169069 h 485775"/>
                  <a:gd name="connsiteX24" fmla="*/ 256699 w 257175"/>
                  <a:gd name="connsiteY24" fmla="*/ 164306 h 485775"/>
                  <a:gd name="connsiteX25" fmla="*/ 256699 w 257175"/>
                  <a:gd name="connsiteY25" fmla="*/ 163354 h 485775"/>
                  <a:gd name="connsiteX26" fmla="*/ 256699 w 257175"/>
                  <a:gd name="connsiteY26" fmla="*/ 83344 h 485775"/>
                  <a:gd name="connsiteX27" fmla="*/ 256699 w 257175"/>
                  <a:gd name="connsiteY27" fmla="*/ 82391 h 485775"/>
                  <a:gd name="connsiteX28" fmla="*/ 256699 w 257175"/>
                  <a:gd name="connsiteY28" fmla="*/ 83344 h 485775"/>
                  <a:gd name="connsiteX29" fmla="*/ 256699 w 257175"/>
                  <a:gd name="connsiteY29" fmla="*/ 83344 h 485775"/>
                  <a:gd name="connsiteX30" fmla="*/ 256699 w 257175"/>
                  <a:gd name="connsiteY30" fmla="*/ 82391 h 485775"/>
                  <a:gd name="connsiteX31" fmla="*/ 256699 w 257175"/>
                  <a:gd name="connsiteY31" fmla="*/ 82391 h 485775"/>
                  <a:gd name="connsiteX32" fmla="*/ 237649 w 257175"/>
                  <a:gd name="connsiteY32" fmla="*/ 39529 h 485775"/>
                  <a:gd name="connsiteX33" fmla="*/ 131921 w 257175"/>
                  <a:gd name="connsiteY33" fmla="*/ 7144 h 485775"/>
                  <a:gd name="connsiteX34" fmla="*/ 222409 w 257175"/>
                  <a:gd name="connsiteY34" fmla="*/ 405289 h 485775"/>
                  <a:gd name="connsiteX35" fmla="*/ 131921 w 257175"/>
                  <a:gd name="connsiteY35" fmla="*/ 446246 h 485775"/>
                  <a:gd name="connsiteX36" fmla="*/ 41434 w 257175"/>
                  <a:gd name="connsiteY36" fmla="*/ 405289 h 485775"/>
                  <a:gd name="connsiteX37" fmla="*/ 41434 w 257175"/>
                  <a:gd name="connsiteY37" fmla="*/ 379571 h 485775"/>
                  <a:gd name="connsiteX38" fmla="*/ 131921 w 257175"/>
                  <a:gd name="connsiteY38" fmla="*/ 400526 h 485775"/>
                  <a:gd name="connsiteX39" fmla="*/ 222409 w 257175"/>
                  <a:gd name="connsiteY39" fmla="*/ 379571 h 485775"/>
                  <a:gd name="connsiteX40" fmla="*/ 222409 w 257175"/>
                  <a:gd name="connsiteY40" fmla="*/ 405289 h 485775"/>
                  <a:gd name="connsiteX41" fmla="*/ 222409 w 257175"/>
                  <a:gd name="connsiteY41" fmla="*/ 324326 h 485775"/>
                  <a:gd name="connsiteX42" fmla="*/ 131921 w 257175"/>
                  <a:gd name="connsiteY42" fmla="*/ 365284 h 485775"/>
                  <a:gd name="connsiteX43" fmla="*/ 41434 w 257175"/>
                  <a:gd name="connsiteY43" fmla="*/ 324326 h 485775"/>
                  <a:gd name="connsiteX44" fmla="*/ 41434 w 257175"/>
                  <a:gd name="connsiteY44" fmla="*/ 298609 h 485775"/>
                  <a:gd name="connsiteX45" fmla="*/ 131921 w 257175"/>
                  <a:gd name="connsiteY45" fmla="*/ 319564 h 485775"/>
                  <a:gd name="connsiteX46" fmla="*/ 222409 w 257175"/>
                  <a:gd name="connsiteY46" fmla="*/ 298609 h 485775"/>
                  <a:gd name="connsiteX47" fmla="*/ 222409 w 257175"/>
                  <a:gd name="connsiteY47" fmla="*/ 324326 h 485775"/>
                  <a:gd name="connsiteX48" fmla="*/ 222409 w 257175"/>
                  <a:gd name="connsiteY48" fmla="*/ 244316 h 485775"/>
                  <a:gd name="connsiteX49" fmla="*/ 131921 w 257175"/>
                  <a:gd name="connsiteY49" fmla="*/ 285274 h 485775"/>
                  <a:gd name="connsiteX50" fmla="*/ 41434 w 257175"/>
                  <a:gd name="connsiteY50" fmla="*/ 244316 h 485775"/>
                  <a:gd name="connsiteX51" fmla="*/ 41434 w 257175"/>
                  <a:gd name="connsiteY51" fmla="*/ 218599 h 485775"/>
                  <a:gd name="connsiteX52" fmla="*/ 131921 w 257175"/>
                  <a:gd name="connsiteY52" fmla="*/ 239554 h 485775"/>
                  <a:gd name="connsiteX53" fmla="*/ 222409 w 257175"/>
                  <a:gd name="connsiteY53" fmla="*/ 218599 h 485775"/>
                  <a:gd name="connsiteX54" fmla="*/ 222409 w 257175"/>
                  <a:gd name="connsiteY54" fmla="*/ 244316 h 485775"/>
                  <a:gd name="connsiteX55" fmla="*/ 222409 w 257175"/>
                  <a:gd name="connsiteY55" fmla="*/ 163354 h 485775"/>
                  <a:gd name="connsiteX56" fmla="*/ 131921 w 257175"/>
                  <a:gd name="connsiteY56" fmla="*/ 204311 h 485775"/>
                  <a:gd name="connsiteX57" fmla="*/ 41434 w 257175"/>
                  <a:gd name="connsiteY57" fmla="*/ 163354 h 485775"/>
                  <a:gd name="connsiteX58" fmla="*/ 41434 w 257175"/>
                  <a:gd name="connsiteY58" fmla="*/ 137636 h 485775"/>
                  <a:gd name="connsiteX59" fmla="*/ 131921 w 257175"/>
                  <a:gd name="connsiteY59" fmla="*/ 158591 h 485775"/>
                  <a:gd name="connsiteX60" fmla="*/ 222409 w 257175"/>
                  <a:gd name="connsiteY60" fmla="*/ 137636 h 485775"/>
                  <a:gd name="connsiteX61" fmla="*/ 222409 w 257175"/>
                  <a:gd name="connsiteY61" fmla="*/ 163354 h 485775"/>
                  <a:gd name="connsiteX62" fmla="*/ 222409 w 257175"/>
                  <a:gd name="connsiteY62" fmla="*/ 83344 h 485775"/>
                  <a:gd name="connsiteX63" fmla="*/ 222409 w 257175"/>
                  <a:gd name="connsiteY63" fmla="*/ 87154 h 485775"/>
                  <a:gd name="connsiteX64" fmla="*/ 222409 w 257175"/>
                  <a:gd name="connsiteY64" fmla="*/ 88106 h 485775"/>
                  <a:gd name="connsiteX65" fmla="*/ 222409 w 257175"/>
                  <a:gd name="connsiteY65" fmla="*/ 89059 h 485775"/>
                  <a:gd name="connsiteX66" fmla="*/ 222409 w 257175"/>
                  <a:gd name="connsiteY66" fmla="*/ 90011 h 485775"/>
                  <a:gd name="connsiteX67" fmla="*/ 220504 w 257175"/>
                  <a:gd name="connsiteY67" fmla="*/ 93821 h 485775"/>
                  <a:gd name="connsiteX68" fmla="*/ 219551 w 257175"/>
                  <a:gd name="connsiteY68" fmla="*/ 95726 h 485775"/>
                  <a:gd name="connsiteX69" fmla="*/ 217646 w 257175"/>
                  <a:gd name="connsiteY69" fmla="*/ 98584 h 485775"/>
                  <a:gd name="connsiteX70" fmla="*/ 217646 w 257175"/>
                  <a:gd name="connsiteY70" fmla="*/ 98584 h 485775"/>
                  <a:gd name="connsiteX71" fmla="*/ 214789 w 257175"/>
                  <a:gd name="connsiteY71" fmla="*/ 101441 h 485775"/>
                  <a:gd name="connsiteX72" fmla="*/ 212884 w 257175"/>
                  <a:gd name="connsiteY72" fmla="*/ 103346 h 485775"/>
                  <a:gd name="connsiteX73" fmla="*/ 209074 w 257175"/>
                  <a:gd name="connsiteY73" fmla="*/ 106204 h 485775"/>
                  <a:gd name="connsiteX74" fmla="*/ 132874 w 257175"/>
                  <a:gd name="connsiteY74" fmla="*/ 125254 h 485775"/>
                  <a:gd name="connsiteX75" fmla="*/ 43339 w 257175"/>
                  <a:gd name="connsiteY75" fmla="*/ 89059 h 485775"/>
                  <a:gd name="connsiteX76" fmla="*/ 43339 w 257175"/>
                  <a:gd name="connsiteY76" fmla="*/ 88106 h 485775"/>
                  <a:gd name="connsiteX77" fmla="*/ 43339 w 257175"/>
                  <a:gd name="connsiteY77" fmla="*/ 84296 h 485775"/>
                  <a:gd name="connsiteX78" fmla="*/ 43339 w 257175"/>
                  <a:gd name="connsiteY78" fmla="*/ 84296 h 485775"/>
                  <a:gd name="connsiteX79" fmla="*/ 133826 w 257175"/>
                  <a:gd name="connsiteY79" fmla="*/ 43339 h 485775"/>
                  <a:gd name="connsiteX80" fmla="*/ 222409 w 257175"/>
                  <a:gd name="connsiteY80" fmla="*/ 83344 h 485775"/>
                  <a:gd name="connsiteX81" fmla="*/ 222409 w 257175"/>
                  <a:gd name="connsiteY81" fmla="*/ 83344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</a:cxnLst>
                <a:rect l="l" t="t" r="r" b="b"/>
                <a:pathLst>
                  <a:path w="257175" h="485775">
                    <a:moveTo>
                      <a:pt x="131921" y="7144"/>
                    </a:moveTo>
                    <a:cubicBezTo>
                      <a:pt x="85249" y="7144"/>
                      <a:pt x="47149" y="19526"/>
                      <a:pt x="26194" y="40481"/>
                    </a:cubicBezTo>
                    <a:cubicBezTo>
                      <a:pt x="13811" y="52864"/>
                      <a:pt x="7144" y="67151"/>
                      <a:pt x="7144" y="83344"/>
                    </a:cubicBezTo>
                    <a:lnTo>
                      <a:pt x="7144" y="83344"/>
                    </a:lnTo>
                    <a:lnTo>
                      <a:pt x="7144" y="84296"/>
                    </a:lnTo>
                    <a:lnTo>
                      <a:pt x="7144" y="164306"/>
                    </a:lnTo>
                    <a:lnTo>
                      <a:pt x="7144" y="164306"/>
                    </a:lnTo>
                    <a:lnTo>
                      <a:pt x="7144" y="169069"/>
                    </a:lnTo>
                    <a:lnTo>
                      <a:pt x="7144" y="244316"/>
                    </a:lnTo>
                    <a:cubicBezTo>
                      <a:pt x="7144" y="244316"/>
                      <a:pt x="7144" y="244316"/>
                      <a:pt x="7144" y="245269"/>
                    </a:cubicBezTo>
                    <a:lnTo>
                      <a:pt x="7144" y="245269"/>
                    </a:lnTo>
                    <a:lnTo>
                      <a:pt x="7144" y="325279"/>
                    </a:lnTo>
                    <a:cubicBezTo>
                      <a:pt x="7144" y="325279"/>
                      <a:pt x="7144" y="326231"/>
                      <a:pt x="7144" y="326231"/>
                    </a:cubicBezTo>
                    <a:lnTo>
                      <a:pt x="7144" y="326231"/>
                    </a:lnTo>
                    <a:lnTo>
                      <a:pt x="7144" y="406241"/>
                    </a:lnTo>
                    <a:cubicBezTo>
                      <a:pt x="7144" y="451009"/>
                      <a:pt x="58579" y="482441"/>
                      <a:pt x="131921" y="482441"/>
                    </a:cubicBezTo>
                    <a:cubicBezTo>
                      <a:pt x="205264" y="482441"/>
                      <a:pt x="256699" y="451009"/>
                      <a:pt x="256699" y="406241"/>
                    </a:cubicBezTo>
                    <a:lnTo>
                      <a:pt x="256699" y="326231"/>
                    </a:lnTo>
                    <a:lnTo>
                      <a:pt x="256699" y="326231"/>
                    </a:lnTo>
                    <a:cubicBezTo>
                      <a:pt x="256699" y="326231"/>
                      <a:pt x="256699" y="325279"/>
                      <a:pt x="256699" y="325279"/>
                    </a:cubicBezTo>
                    <a:lnTo>
                      <a:pt x="256699" y="245269"/>
                    </a:lnTo>
                    <a:lnTo>
                      <a:pt x="256699" y="245269"/>
                    </a:lnTo>
                    <a:cubicBezTo>
                      <a:pt x="256699" y="245269"/>
                      <a:pt x="256699" y="245269"/>
                      <a:pt x="256699" y="244316"/>
                    </a:cubicBezTo>
                    <a:lnTo>
                      <a:pt x="256699" y="169069"/>
                    </a:lnTo>
                    <a:lnTo>
                      <a:pt x="256699" y="164306"/>
                    </a:lnTo>
                    <a:lnTo>
                      <a:pt x="256699" y="163354"/>
                    </a:lnTo>
                    <a:lnTo>
                      <a:pt x="256699" y="83344"/>
                    </a:lnTo>
                    <a:lnTo>
                      <a:pt x="256699" y="82391"/>
                    </a:lnTo>
                    <a:lnTo>
                      <a:pt x="256699" y="83344"/>
                    </a:lnTo>
                    <a:lnTo>
                      <a:pt x="256699" y="83344"/>
                    </a:lnTo>
                    <a:cubicBezTo>
                      <a:pt x="256699" y="83344"/>
                      <a:pt x="256699" y="83344"/>
                      <a:pt x="256699" y="82391"/>
                    </a:cubicBezTo>
                    <a:lnTo>
                      <a:pt x="256699" y="82391"/>
                    </a:lnTo>
                    <a:cubicBezTo>
                      <a:pt x="256699" y="66199"/>
                      <a:pt x="250031" y="51911"/>
                      <a:pt x="237649" y="39529"/>
                    </a:cubicBezTo>
                    <a:cubicBezTo>
                      <a:pt x="216694" y="19526"/>
                      <a:pt x="178594" y="7144"/>
                      <a:pt x="131921" y="7144"/>
                    </a:cubicBezTo>
                    <a:close/>
                    <a:moveTo>
                      <a:pt x="222409" y="405289"/>
                    </a:moveTo>
                    <a:cubicBezTo>
                      <a:pt x="222409" y="428149"/>
                      <a:pt x="182404" y="446246"/>
                      <a:pt x="131921" y="446246"/>
                    </a:cubicBezTo>
                    <a:cubicBezTo>
                      <a:pt x="81439" y="446246"/>
                      <a:pt x="41434" y="428149"/>
                      <a:pt x="41434" y="405289"/>
                    </a:cubicBezTo>
                    <a:lnTo>
                      <a:pt x="41434" y="379571"/>
                    </a:lnTo>
                    <a:cubicBezTo>
                      <a:pt x="63341" y="392906"/>
                      <a:pt x="94774" y="400526"/>
                      <a:pt x="131921" y="400526"/>
                    </a:cubicBezTo>
                    <a:cubicBezTo>
                      <a:pt x="169069" y="400526"/>
                      <a:pt x="199549" y="392906"/>
                      <a:pt x="222409" y="379571"/>
                    </a:cubicBezTo>
                    <a:lnTo>
                      <a:pt x="222409" y="405289"/>
                    </a:lnTo>
                    <a:close/>
                    <a:moveTo>
                      <a:pt x="222409" y="324326"/>
                    </a:moveTo>
                    <a:cubicBezTo>
                      <a:pt x="222409" y="347186"/>
                      <a:pt x="182404" y="365284"/>
                      <a:pt x="131921" y="365284"/>
                    </a:cubicBezTo>
                    <a:cubicBezTo>
                      <a:pt x="81439" y="365284"/>
                      <a:pt x="41434" y="347186"/>
                      <a:pt x="41434" y="324326"/>
                    </a:cubicBezTo>
                    <a:lnTo>
                      <a:pt x="41434" y="298609"/>
                    </a:lnTo>
                    <a:cubicBezTo>
                      <a:pt x="63341" y="311944"/>
                      <a:pt x="94774" y="319564"/>
                      <a:pt x="131921" y="319564"/>
                    </a:cubicBezTo>
                    <a:cubicBezTo>
                      <a:pt x="169069" y="319564"/>
                      <a:pt x="199549" y="311944"/>
                      <a:pt x="222409" y="298609"/>
                    </a:cubicBezTo>
                    <a:lnTo>
                      <a:pt x="222409" y="324326"/>
                    </a:lnTo>
                    <a:close/>
                    <a:moveTo>
                      <a:pt x="222409" y="244316"/>
                    </a:moveTo>
                    <a:cubicBezTo>
                      <a:pt x="222409" y="267176"/>
                      <a:pt x="182404" y="285274"/>
                      <a:pt x="131921" y="285274"/>
                    </a:cubicBezTo>
                    <a:cubicBezTo>
                      <a:pt x="81439" y="285274"/>
                      <a:pt x="41434" y="267176"/>
                      <a:pt x="41434" y="244316"/>
                    </a:cubicBezTo>
                    <a:lnTo>
                      <a:pt x="41434" y="218599"/>
                    </a:lnTo>
                    <a:cubicBezTo>
                      <a:pt x="63341" y="231934"/>
                      <a:pt x="94774" y="239554"/>
                      <a:pt x="131921" y="239554"/>
                    </a:cubicBezTo>
                    <a:cubicBezTo>
                      <a:pt x="169069" y="239554"/>
                      <a:pt x="199549" y="231934"/>
                      <a:pt x="222409" y="218599"/>
                    </a:cubicBezTo>
                    <a:lnTo>
                      <a:pt x="222409" y="244316"/>
                    </a:lnTo>
                    <a:close/>
                    <a:moveTo>
                      <a:pt x="222409" y="163354"/>
                    </a:moveTo>
                    <a:cubicBezTo>
                      <a:pt x="222409" y="186214"/>
                      <a:pt x="182404" y="204311"/>
                      <a:pt x="131921" y="204311"/>
                    </a:cubicBezTo>
                    <a:cubicBezTo>
                      <a:pt x="81439" y="204311"/>
                      <a:pt x="41434" y="186214"/>
                      <a:pt x="41434" y="163354"/>
                    </a:cubicBezTo>
                    <a:lnTo>
                      <a:pt x="41434" y="137636"/>
                    </a:lnTo>
                    <a:cubicBezTo>
                      <a:pt x="63341" y="150971"/>
                      <a:pt x="94774" y="158591"/>
                      <a:pt x="131921" y="158591"/>
                    </a:cubicBezTo>
                    <a:cubicBezTo>
                      <a:pt x="169069" y="158591"/>
                      <a:pt x="199549" y="150971"/>
                      <a:pt x="222409" y="137636"/>
                    </a:cubicBezTo>
                    <a:lnTo>
                      <a:pt x="222409" y="163354"/>
                    </a:lnTo>
                    <a:close/>
                    <a:moveTo>
                      <a:pt x="222409" y="83344"/>
                    </a:moveTo>
                    <a:cubicBezTo>
                      <a:pt x="222409" y="84296"/>
                      <a:pt x="222409" y="86201"/>
                      <a:pt x="222409" y="87154"/>
                    </a:cubicBezTo>
                    <a:cubicBezTo>
                      <a:pt x="222409" y="87154"/>
                      <a:pt x="222409" y="88106"/>
                      <a:pt x="222409" y="88106"/>
                    </a:cubicBezTo>
                    <a:cubicBezTo>
                      <a:pt x="222409" y="88106"/>
                      <a:pt x="222409" y="89059"/>
                      <a:pt x="222409" y="89059"/>
                    </a:cubicBezTo>
                    <a:cubicBezTo>
                      <a:pt x="222409" y="89059"/>
                      <a:pt x="222409" y="89059"/>
                      <a:pt x="222409" y="90011"/>
                    </a:cubicBezTo>
                    <a:cubicBezTo>
                      <a:pt x="222409" y="90964"/>
                      <a:pt x="221456" y="92869"/>
                      <a:pt x="220504" y="93821"/>
                    </a:cubicBezTo>
                    <a:cubicBezTo>
                      <a:pt x="220504" y="94774"/>
                      <a:pt x="219551" y="94774"/>
                      <a:pt x="219551" y="95726"/>
                    </a:cubicBezTo>
                    <a:cubicBezTo>
                      <a:pt x="218599" y="96679"/>
                      <a:pt x="217646" y="97631"/>
                      <a:pt x="217646" y="98584"/>
                    </a:cubicBezTo>
                    <a:lnTo>
                      <a:pt x="217646" y="98584"/>
                    </a:lnTo>
                    <a:cubicBezTo>
                      <a:pt x="216694" y="99536"/>
                      <a:pt x="215741" y="100489"/>
                      <a:pt x="214789" y="101441"/>
                    </a:cubicBezTo>
                    <a:cubicBezTo>
                      <a:pt x="213836" y="102394"/>
                      <a:pt x="213836" y="102394"/>
                      <a:pt x="212884" y="103346"/>
                    </a:cubicBezTo>
                    <a:cubicBezTo>
                      <a:pt x="211931" y="104299"/>
                      <a:pt x="210979" y="105251"/>
                      <a:pt x="209074" y="106204"/>
                    </a:cubicBezTo>
                    <a:cubicBezTo>
                      <a:pt x="192881" y="117634"/>
                      <a:pt x="165259" y="125254"/>
                      <a:pt x="132874" y="125254"/>
                    </a:cubicBezTo>
                    <a:cubicBezTo>
                      <a:pt x="86201" y="125254"/>
                      <a:pt x="48101" y="109061"/>
                      <a:pt x="43339" y="89059"/>
                    </a:cubicBezTo>
                    <a:cubicBezTo>
                      <a:pt x="43339" y="89059"/>
                      <a:pt x="43339" y="88106"/>
                      <a:pt x="43339" y="88106"/>
                    </a:cubicBezTo>
                    <a:cubicBezTo>
                      <a:pt x="43339" y="87154"/>
                      <a:pt x="43339" y="85249"/>
                      <a:pt x="43339" y="84296"/>
                    </a:cubicBezTo>
                    <a:cubicBezTo>
                      <a:pt x="43339" y="84296"/>
                      <a:pt x="43339" y="84296"/>
                      <a:pt x="43339" y="84296"/>
                    </a:cubicBezTo>
                    <a:cubicBezTo>
                      <a:pt x="43339" y="61436"/>
                      <a:pt x="83344" y="43339"/>
                      <a:pt x="133826" y="43339"/>
                    </a:cubicBezTo>
                    <a:cubicBezTo>
                      <a:pt x="181451" y="42386"/>
                      <a:pt x="222409" y="60484"/>
                      <a:pt x="222409" y="83344"/>
                    </a:cubicBezTo>
                    <a:cubicBezTo>
                      <a:pt x="222409" y="83344"/>
                      <a:pt x="222409" y="83344"/>
                      <a:pt x="222409" y="833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59452A"/>
                  </a:solidFill>
                  <a:effectLst/>
                  <a:uLnTx/>
                  <a:uFillTx/>
                  <a:latin typeface="+mn-lt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22" name="Freeform: Shape 12">
                <a:extLst>
                  <a:ext uri="{FF2B5EF4-FFF2-40B4-BE49-F238E27FC236}">
                    <a16:creationId xmlns:a16="http://schemas.microsoft.com/office/drawing/2014/main" id="{A09A0190-9A0A-2B49-B5BD-C1B151EC4760}"/>
                  </a:ext>
                </a:extLst>
              </p:cNvPr>
              <p:cNvSpPr/>
              <p:nvPr/>
            </p:nvSpPr>
            <p:spPr>
              <a:xfrm>
                <a:off x="549741" y="2985611"/>
                <a:ext cx="257175" cy="647700"/>
              </a:xfrm>
              <a:custGeom>
                <a:avLst/>
                <a:gdLst>
                  <a:gd name="connsiteX0" fmla="*/ 256699 w 257175"/>
                  <a:gd name="connsiteY0" fmla="*/ 83344 h 647700"/>
                  <a:gd name="connsiteX1" fmla="*/ 237649 w 257175"/>
                  <a:gd name="connsiteY1" fmla="*/ 40481 h 647700"/>
                  <a:gd name="connsiteX2" fmla="*/ 131921 w 257175"/>
                  <a:gd name="connsiteY2" fmla="*/ 7144 h 647700"/>
                  <a:gd name="connsiteX3" fmla="*/ 26194 w 257175"/>
                  <a:gd name="connsiteY3" fmla="*/ 40481 h 647700"/>
                  <a:gd name="connsiteX4" fmla="*/ 7144 w 257175"/>
                  <a:gd name="connsiteY4" fmla="*/ 83344 h 647700"/>
                  <a:gd name="connsiteX5" fmla="*/ 7144 w 257175"/>
                  <a:gd name="connsiteY5" fmla="*/ 83344 h 647700"/>
                  <a:gd name="connsiteX6" fmla="*/ 7144 w 257175"/>
                  <a:gd name="connsiteY6" fmla="*/ 83344 h 647700"/>
                  <a:gd name="connsiteX7" fmla="*/ 7144 w 257175"/>
                  <a:gd name="connsiteY7" fmla="*/ 83344 h 647700"/>
                  <a:gd name="connsiteX8" fmla="*/ 7144 w 257175"/>
                  <a:gd name="connsiteY8" fmla="*/ 162401 h 647700"/>
                  <a:gd name="connsiteX9" fmla="*/ 7144 w 257175"/>
                  <a:gd name="connsiteY9" fmla="*/ 163354 h 647700"/>
                  <a:gd name="connsiteX10" fmla="*/ 7144 w 257175"/>
                  <a:gd name="connsiteY10" fmla="*/ 169069 h 647700"/>
                  <a:gd name="connsiteX11" fmla="*/ 7144 w 257175"/>
                  <a:gd name="connsiteY11" fmla="*/ 243364 h 647700"/>
                  <a:gd name="connsiteX12" fmla="*/ 7144 w 257175"/>
                  <a:gd name="connsiteY12" fmla="*/ 243364 h 647700"/>
                  <a:gd name="connsiteX13" fmla="*/ 7144 w 257175"/>
                  <a:gd name="connsiteY13" fmla="*/ 243364 h 647700"/>
                  <a:gd name="connsiteX14" fmla="*/ 7144 w 257175"/>
                  <a:gd name="connsiteY14" fmla="*/ 323374 h 647700"/>
                  <a:gd name="connsiteX15" fmla="*/ 7144 w 257175"/>
                  <a:gd name="connsiteY15" fmla="*/ 324326 h 647700"/>
                  <a:gd name="connsiteX16" fmla="*/ 7144 w 257175"/>
                  <a:gd name="connsiteY16" fmla="*/ 324326 h 647700"/>
                  <a:gd name="connsiteX17" fmla="*/ 7144 w 257175"/>
                  <a:gd name="connsiteY17" fmla="*/ 404336 h 647700"/>
                  <a:gd name="connsiteX18" fmla="*/ 7144 w 257175"/>
                  <a:gd name="connsiteY18" fmla="*/ 405289 h 647700"/>
                  <a:gd name="connsiteX19" fmla="*/ 7144 w 257175"/>
                  <a:gd name="connsiteY19" fmla="*/ 405289 h 647700"/>
                  <a:gd name="connsiteX20" fmla="*/ 7144 w 257175"/>
                  <a:gd name="connsiteY20" fmla="*/ 485299 h 647700"/>
                  <a:gd name="connsiteX21" fmla="*/ 7144 w 257175"/>
                  <a:gd name="connsiteY21" fmla="*/ 486251 h 647700"/>
                  <a:gd name="connsiteX22" fmla="*/ 7144 w 257175"/>
                  <a:gd name="connsiteY22" fmla="*/ 486251 h 647700"/>
                  <a:gd name="connsiteX23" fmla="*/ 7144 w 257175"/>
                  <a:gd name="connsiteY23" fmla="*/ 566261 h 647700"/>
                  <a:gd name="connsiteX24" fmla="*/ 131921 w 257175"/>
                  <a:gd name="connsiteY24" fmla="*/ 642461 h 647700"/>
                  <a:gd name="connsiteX25" fmla="*/ 256699 w 257175"/>
                  <a:gd name="connsiteY25" fmla="*/ 566261 h 647700"/>
                  <a:gd name="connsiteX26" fmla="*/ 256699 w 257175"/>
                  <a:gd name="connsiteY26" fmla="*/ 486251 h 647700"/>
                  <a:gd name="connsiteX27" fmla="*/ 256699 w 257175"/>
                  <a:gd name="connsiteY27" fmla="*/ 486251 h 647700"/>
                  <a:gd name="connsiteX28" fmla="*/ 256699 w 257175"/>
                  <a:gd name="connsiteY28" fmla="*/ 485299 h 647700"/>
                  <a:gd name="connsiteX29" fmla="*/ 256699 w 257175"/>
                  <a:gd name="connsiteY29" fmla="*/ 405289 h 647700"/>
                  <a:gd name="connsiteX30" fmla="*/ 256699 w 257175"/>
                  <a:gd name="connsiteY30" fmla="*/ 405289 h 647700"/>
                  <a:gd name="connsiteX31" fmla="*/ 256699 w 257175"/>
                  <a:gd name="connsiteY31" fmla="*/ 404336 h 647700"/>
                  <a:gd name="connsiteX32" fmla="*/ 256699 w 257175"/>
                  <a:gd name="connsiteY32" fmla="*/ 324326 h 647700"/>
                  <a:gd name="connsiteX33" fmla="*/ 256699 w 257175"/>
                  <a:gd name="connsiteY33" fmla="*/ 324326 h 647700"/>
                  <a:gd name="connsiteX34" fmla="*/ 256699 w 257175"/>
                  <a:gd name="connsiteY34" fmla="*/ 323374 h 647700"/>
                  <a:gd name="connsiteX35" fmla="*/ 256699 w 257175"/>
                  <a:gd name="connsiteY35" fmla="*/ 243364 h 647700"/>
                  <a:gd name="connsiteX36" fmla="*/ 256699 w 257175"/>
                  <a:gd name="connsiteY36" fmla="*/ 243364 h 647700"/>
                  <a:gd name="connsiteX37" fmla="*/ 256699 w 257175"/>
                  <a:gd name="connsiteY37" fmla="*/ 243364 h 647700"/>
                  <a:gd name="connsiteX38" fmla="*/ 256699 w 257175"/>
                  <a:gd name="connsiteY38" fmla="*/ 169069 h 647700"/>
                  <a:gd name="connsiteX39" fmla="*/ 256699 w 257175"/>
                  <a:gd name="connsiteY39" fmla="*/ 163354 h 647700"/>
                  <a:gd name="connsiteX40" fmla="*/ 256699 w 257175"/>
                  <a:gd name="connsiteY40" fmla="*/ 162401 h 647700"/>
                  <a:gd name="connsiteX41" fmla="*/ 256699 w 257175"/>
                  <a:gd name="connsiteY41" fmla="*/ 83344 h 647700"/>
                  <a:gd name="connsiteX42" fmla="*/ 256699 w 257175"/>
                  <a:gd name="connsiteY42" fmla="*/ 83344 h 647700"/>
                  <a:gd name="connsiteX43" fmla="*/ 256699 w 257175"/>
                  <a:gd name="connsiteY43" fmla="*/ 83344 h 647700"/>
                  <a:gd name="connsiteX44" fmla="*/ 256699 w 257175"/>
                  <a:gd name="connsiteY44" fmla="*/ 83344 h 647700"/>
                  <a:gd name="connsiteX45" fmla="*/ 221456 w 257175"/>
                  <a:gd name="connsiteY45" fmla="*/ 565309 h 647700"/>
                  <a:gd name="connsiteX46" fmla="*/ 130969 w 257175"/>
                  <a:gd name="connsiteY46" fmla="*/ 606266 h 647700"/>
                  <a:gd name="connsiteX47" fmla="*/ 40481 w 257175"/>
                  <a:gd name="connsiteY47" fmla="*/ 565309 h 647700"/>
                  <a:gd name="connsiteX48" fmla="*/ 40481 w 257175"/>
                  <a:gd name="connsiteY48" fmla="*/ 539591 h 647700"/>
                  <a:gd name="connsiteX49" fmla="*/ 130969 w 257175"/>
                  <a:gd name="connsiteY49" fmla="*/ 560546 h 647700"/>
                  <a:gd name="connsiteX50" fmla="*/ 221456 w 257175"/>
                  <a:gd name="connsiteY50" fmla="*/ 539591 h 647700"/>
                  <a:gd name="connsiteX51" fmla="*/ 221456 w 257175"/>
                  <a:gd name="connsiteY51" fmla="*/ 565309 h 647700"/>
                  <a:gd name="connsiteX52" fmla="*/ 221456 w 257175"/>
                  <a:gd name="connsiteY52" fmla="*/ 484346 h 647700"/>
                  <a:gd name="connsiteX53" fmla="*/ 130969 w 257175"/>
                  <a:gd name="connsiteY53" fmla="*/ 525304 h 647700"/>
                  <a:gd name="connsiteX54" fmla="*/ 40481 w 257175"/>
                  <a:gd name="connsiteY54" fmla="*/ 484346 h 647700"/>
                  <a:gd name="connsiteX55" fmla="*/ 40481 w 257175"/>
                  <a:gd name="connsiteY55" fmla="*/ 458629 h 647700"/>
                  <a:gd name="connsiteX56" fmla="*/ 130969 w 257175"/>
                  <a:gd name="connsiteY56" fmla="*/ 479584 h 647700"/>
                  <a:gd name="connsiteX57" fmla="*/ 221456 w 257175"/>
                  <a:gd name="connsiteY57" fmla="*/ 458629 h 647700"/>
                  <a:gd name="connsiteX58" fmla="*/ 221456 w 257175"/>
                  <a:gd name="connsiteY58" fmla="*/ 484346 h 647700"/>
                  <a:gd name="connsiteX59" fmla="*/ 221456 w 257175"/>
                  <a:gd name="connsiteY59" fmla="*/ 404336 h 647700"/>
                  <a:gd name="connsiteX60" fmla="*/ 130969 w 257175"/>
                  <a:gd name="connsiteY60" fmla="*/ 445294 h 647700"/>
                  <a:gd name="connsiteX61" fmla="*/ 40481 w 257175"/>
                  <a:gd name="connsiteY61" fmla="*/ 404336 h 647700"/>
                  <a:gd name="connsiteX62" fmla="*/ 40481 w 257175"/>
                  <a:gd name="connsiteY62" fmla="*/ 378619 h 647700"/>
                  <a:gd name="connsiteX63" fmla="*/ 130969 w 257175"/>
                  <a:gd name="connsiteY63" fmla="*/ 399574 h 647700"/>
                  <a:gd name="connsiteX64" fmla="*/ 221456 w 257175"/>
                  <a:gd name="connsiteY64" fmla="*/ 378619 h 647700"/>
                  <a:gd name="connsiteX65" fmla="*/ 221456 w 257175"/>
                  <a:gd name="connsiteY65" fmla="*/ 404336 h 647700"/>
                  <a:gd name="connsiteX66" fmla="*/ 221456 w 257175"/>
                  <a:gd name="connsiteY66" fmla="*/ 323374 h 647700"/>
                  <a:gd name="connsiteX67" fmla="*/ 130969 w 257175"/>
                  <a:gd name="connsiteY67" fmla="*/ 364331 h 647700"/>
                  <a:gd name="connsiteX68" fmla="*/ 40481 w 257175"/>
                  <a:gd name="connsiteY68" fmla="*/ 323374 h 647700"/>
                  <a:gd name="connsiteX69" fmla="*/ 40481 w 257175"/>
                  <a:gd name="connsiteY69" fmla="*/ 297656 h 647700"/>
                  <a:gd name="connsiteX70" fmla="*/ 130969 w 257175"/>
                  <a:gd name="connsiteY70" fmla="*/ 318611 h 647700"/>
                  <a:gd name="connsiteX71" fmla="*/ 221456 w 257175"/>
                  <a:gd name="connsiteY71" fmla="*/ 297656 h 647700"/>
                  <a:gd name="connsiteX72" fmla="*/ 221456 w 257175"/>
                  <a:gd name="connsiteY72" fmla="*/ 323374 h 647700"/>
                  <a:gd name="connsiteX73" fmla="*/ 221456 w 257175"/>
                  <a:gd name="connsiteY73" fmla="*/ 243364 h 647700"/>
                  <a:gd name="connsiteX74" fmla="*/ 130969 w 257175"/>
                  <a:gd name="connsiteY74" fmla="*/ 284321 h 647700"/>
                  <a:gd name="connsiteX75" fmla="*/ 40481 w 257175"/>
                  <a:gd name="connsiteY75" fmla="*/ 243364 h 647700"/>
                  <a:gd name="connsiteX76" fmla="*/ 40481 w 257175"/>
                  <a:gd name="connsiteY76" fmla="*/ 217646 h 647700"/>
                  <a:gd name="connsiteX77" fmla="*/ 130969 w 257175"/>
                  <a:gd name="connsiteY77" fmla="*/ 238601 h 647700"/>
                  <a:gd name="connsiteX78" fmla="*/ 221456 w 257175"/>
                  <a:gd name="connsiteY78" fmla="*/ 217646 h 647700"/>
                  <a:gd name="connsiteX79" fmla="*/ 221456 w 257175"/>
                  <a:gd name="connsiteY79" fmla="*/ 243364 h 647700"/>
                  <a:gd name="connsiteX80" fmla="*/ 221456 w 257175"/>
                  <a:gd name="connsiteY80" fmla="*/ 163354 h 647700"/>
                  <a:gd name="connsiteX81" fmla="*/ 130969 w 257175"/>
                  <a:gd name="connsiteY81" fmla="*/ 204311 h 647700"/>
                  <a:gd name="connsiteX82" fmla="*/ 40481 w 257175"/>
                  <a:gd name="connsiteY82" fmla="*/ 163354 h 647700"/>
                  <a:gd name="connsiteX83" fmla="*/ 40481 w 257175"/>
                  <a:gd name="connsiteY83" fmla="*/ 138589 h 647700"/>
                  <a:gd name="connsiteX84" fmla="*/ 130969 w 257175"/>
                  <a:gd name="connsiteY84" fmla="*/ 159544 h 647700"/>
                  <a:gd name="connsiteX85" fmla="*/ 221456 w 257175"/>
                  <a:gd name="connsiteY85" fmla="*/ 138589 h 647700"/>
                  <a:gd name="connsiteX86" fmla="*/ 221456 w 257175"/>
                  <a:gd name="connsiteY86" fmla="*/ 163354 h 647700"/>
                  <a:gd name="connsiteX87" fmla="*/ 221456 w 257175"/>
                  <a:gd name="connsiteY87" fmla="*/ 83344 h 647700"/>
                  <a:gd name="connsiteX88" fmla="*/ 221456 w 257175"/>
                  <a:gd name="connsiteY88" fmla="*/ 87154 h 647700"/>
                  <a:gd name="connsiteX89" fmla="*/ 221456 w 257175"/>
                  <a:gd name="connsiteY89" fmla="*/ 88106 h 647700"/>
                  <a:gd name="connsiteX90" fmla="*/ 221456 w 257175"/>
                  <a:gd name="connsiteY90" fmla="*/ 89059 h 647700"/>
                  <a:gd name="connsiteX91" fmla="*/ 221456 w 257175"/>
                  <a:gd name="connsiteY91" fmla="*/ 90011 h 647700"/>
                  <a:gd name="connsiteX92" fmla="*/ 219551 w 257175"/>
                  <a:gd name="connsiteY92" fmla="*/ 93821 h 647700"/>
                  <a:gd name="connsiteX93" fmla="*/ 218599 w 257175"/>
                  <a:gd name="connsiteY93" fmla="*/ 95726 h 647700"/>
                  <a:gd name="connsiteX94" fmla="*/ 216694 w 257175"/>
                  <a:gd name="connsiteY94" fmla="*/ 98584 h 647700"/>
                  <a:gd name="connsiteX95" fmla="*/ 216694 w 257175"/>
                  <a:gd name="connsiteY95" fmla="*/ 98584 h 647700"/>
                  <a:gd name="connsiteX96" fmla="*/ 213836 w 257175"/>
                  <a:gd name="connsiteY96" fmla="*/ 101441 h 647700"/>
                  <a:gd name="connsiteX97" fmla="*/ 211931 w 257175"/>
                  <a:gd name="connsiteY97" fmla="*/ 103346 h 647700"/>
                  <a:gd name="connsiteX98" fmla="*/ 208121 w 257175"/>
                  <a:gd name="connsiteY98" fmla="*/ 106204 h 647700"/>
                  <a:gd name="connsiteX99" fmla="*/ 131921 w 257175"/>
                  <a:gd name="connsiteY99" fmla="*/ 125254 h 647700"/>
                  <a:gd name="connsiteX100" fmla="*/ 42386 w 257175"/>
                  <a:gd name="connsiteY100" fmla="*/ 89059 h 647700"/>
                  <a:gd name="connsiteX101" fmla="*/ 42386 w 257175"/>
                  <a:gd name="connsiteY101" fmla="*/ 88106 h 647700"/>
                  <a:gd name="connsiteX102" fmla="*/ 42386 w 257175"/>
                  <a:gd name="connsiteY102" fmla="*/ 84296 h 647700"/>
                  <a:gd name="connsiteX103" fmla="*/ 42386 w 257175"/>
                  <a:gd name="connsiteY103" fmla="*/ 84296 h 647700"/>
                  <a:gd name="connsiteX104" fmla="*/ 132874 w 257175"/>
                  <a:gd name="connsiteY104" fmla="*/ 43339 h 647700"/>
                  <a:gd name="connsiteX105" fmla="*/ 221456 w 257175"/>
                  <a:gd name="connsiteY105" fmla="*/ 83344 h 647700"/>
                  <a:gd name="connsiteX106" fmla="*/ 221456 w 257175"/>
                  <a:gd name="connsiteY106" fmla="*/ 83344 h 647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</a:cxnLst>
                <a:rect l="l" t="t" r="r" b="b"/>
                <a:pathLst>
                  <a:path w="257175" h="647700">
                    <a:moveTo>
                      <a:pt x="256699" y="83344"/>
                    </a:moveTo>
                    <a:cubicBezTo>
                      <a:pt x="256699" y="67151"/>
                      <a:pt x="250031" y="52864"/>
                      <a:pt x="237649" y="40481"/>
                    </a:cubicBezTo>
                    <a:cubicBezTo>
                      <a:pt x="216694" y="19526"/>
                      <a:pt x="178594" y="7144"/>
                      <a:pt x="131921" y="7144"/>
                    </a:cubicBezTo>
                    <a:cubicBezTo>
                      <a:pt x="85249" y="7144"/>
                      <a:pt x="47149" y="19526"/>
                      <a:pt x="26194" y="40481"/>
                    </a:cubicBezTo>
                    <a:cubicBezTo>
                      <a:pt x="13811" y="51911"/>
                      <a:pt x="7144" y="67151"/>
                      <a:pt x="7144" y="83344"/>
                    </a:cubicBezTo>
                    <a:lnTo>
                      <a:pt x="7144" y="83344"/>
                    </a:lnTo>
                    <a:lnTo>
                      <a:pt x="7144" y="83344"/>
                    </a:lnTo>
                    <a:lnTo>
                      <a:pt x="7144" y="83344"/>
                    </a:lnTo>
                    <a:lnTo>
                      <a:pt x="7144" y="162401"/>
                    </a:lnTo>
                    <a:lnTo>
                      <a:pt x="7144" y="163354"/>
                    </a:lnTo>
                    <a:lnTo>
                      <a:pt x="7144" y="169069"/>
                    </a:lnTo>
                    <a:lnTo>
                      <a:pt x="7144" y="243364"/>
                    </a:lnTo>
                    <a:cubicBezTo>
                      <a:pt x="7144" y="243364"/>
                      <a:pt x="7144" y="243364"/>
                      <a:pt x="7144" y="243364"/>
                    </a:cubicBezTo>
                    <a:lnTo>
                      <a:pt x="7144" y="243364"/>
                    </a:lnTo>
                    <a:lnTo>
                      <a:pt x="7144" y="323374"/>
                    </a:lnTo>
                    <a:cubicBezTo>
                      <a:pt x="7144" y="323374"/>
                      <a:pt x="7144" y="324326"/>
                      <a:pt x="7144" y="324326"/>
                    </a:cubicBezTo>
                    <a:lnTo>
                      <a:pt x="7144" y="324326"/>
                    </a:lnTo>
                    <a:lnTo>
                      <a:pt x="7144" y="404336"/>
                    </a:lnTo>
                    <a:cubicBezTo>
                      <a:pt x="7144" y="404336"/>
                      <a:pt x="7144" y="404336"/>
                      <a:pt x="7144" y="405289"/>
                    </a:cubicBezTo>
                    <a:lnTo>
                      <a:pt x="7144" y="405289"/>
                    </a:lnTo>
                    <a:lnTo>
                      <a:pt x="7144" y="485299"/>
                    </a:lnTo>
                    <a:cubicBezTo>
                      <a:pt x="7144" y="485299"/>
                      <a:pt x="7144" y="486251"/>
                      <a:pt x="7144" y="486251"/>
                    </a:cubicBezTo>
                    <a:lnTo>
                      <a:pt x="7144" y="486251"/>
                    </a:lnTo>
                    <a:lnTo>
                      <a:pt x="7144" y="566261"/>
                    </a:lnTo>
                    <a:cubicBezTo>
                      <a:pt x="7144" y="611029"/>
                      <a:pt x="58579" y="642461"/>
                      <a:pt x="131921" y="642461"/>
                    </a:cubicBezTo>
                    <a:cubicBezTo>
                      <a:pt x="205264" y="642461"/>
                      <a:pt x="256699" y="611029"/>
                      <a:pt x="256699" y="566261"/>
                    </a:cubicBezTo>
                    <a:lnTo>
                      <a:pt x="256699" y="486251"/>
                    </a:lnTo>
                    <a:lnTo>
                      <a:pt x="256699" y="486251"/>
                    </a:lnTo>
                    <a:cubicBezTo>
                      <a:pt x="256699" y="486251"/>
                      <a:pt x="256699" y="485299"/>
                      <a:pt x="256699" y="485299"/>
                    </a:cubicBezTo>
                    <a:lnTo>
                      <a:pt x="256699" y="405289"/>
                    </a:lnTo>
                    <a:lnTo>
                      <a:pt x="256699" y="405289"/>
                    </a:lnTo>
                    <a:cubicBezTo>
                      <a:pt x="256699" y="405289"/>
                      <a:pt x="256699" y="405289"/>
                      <a:pt x="256699" y="404336"/>
                    </a:cubicBezTo>
                    <a:lnTo>
                      <a:pt x="256699" y="324326"/>
                    </a:lnTo>
                    <a:lnTo>
                      <a:pt x="256699" y="324326"/>
                    </a:lnTo>
                    <a:cubicBezTo>
                      <a:pt x="256699" y="324326"/>
                      <a:pt x="256699" y="323374"/>
                      <a:pt x="256699" y="323374"/>
                    </a:cubicBezTo>
                    <a:lnTo>
                      <a:pt x="256699" y="243364"/>
                    </a:lnTo>
                    <a:lnTo>
                      <a:pt x="256699" y="243364"/>
                    </a:lnTo>
                    <a:cubicBezTo>
                      <a:pt x="256699" y="243364"/>
                      <a:pt x="256699" y="243364"/>
                      <a:pt x="256699" y="243364"/>
                    </a:cubicBezTo>
                    <a:lnTo>
                      <a:pt x="256699" y="169069"/>
                    </a:lnTo>
                    <a:lnTo>
                      <a:pt x="256699" y="163354"/>
                    </a:lnTo>
                    <a:lnTo>
                      <a:pt x="256699" y="162401"/>
                    </a:lnTo>
                    <a:lnTo>
                      <a:pt x="256699" y="83344"/>
                    </a:lnTo>
                    <a:lnTo>
                      <a:pt x="256699" y="83344"/>
                    </a:lnTo>
                    <a:lnTo>
                      <a:pt x="256699" y="83344"/>
                    </a:lnTo>
                    <a:lnTo>
                      <a:pt x="256699" y="83344"/>
                    </a:lnTo>
                    <a:close/>
                    <a:moveTo>
                      <a:pt x="221456" y="565309"/>
                    </a:moveTo>
                    <a:cubicBezTo>
                      <a:pt x="221456" y="588169"/>
                      <a:pt x="181451" y="606266"/>
                      <a:pt x="130969" y="606266"/>
                    </a:cubicBezTo>
                    <a:cubicBezTo>
                      <a:pt x="80486" y="606266"/>
                      <a:pt x="40481" y="588169"/>
                      <a:pt x="40481" y="565309"/>
                    </a:cubicBezTo>
                    <a:lnTo>
                      <a:pt x="40481" y="539591"/>
                    </a:lnTo>
                    <a:cubicBezTo>
                      <a:pt x="62389" y="552926"/>
                      <a:pt x="93821" y="560546"/>
                      <a:pt x="130969" y="560546"/>
                    </a:cubicBezTo>
                    <a:cubicBezTo>
                      <a:pt x="168116" y="560546"/>
                      <a:pt x="198596" y="552926"/>
                      <a:pt x="221456" y="539591"/>
                    </a:cubicBezTo>
                    <a:lnTo>
                      <a:pt x="221456" y="565309"/>
                    </a:lnTo>
                    <a:close/>
                    <a:moveTo>
                      <a:pt x="221456" y="484346"/>
                    </a:moveTo>
                    <a:cubicBezTo>
                      <a:pt x="221456" y="507206"/>
                      <a:pt x="181451" y="525304"/>
                      <a:pt x="130969" y="525304"/>
                    </a:cubicBezTo>
                    <a:cubicBezTo>
                      <a:pt x="80486" y="525304"/>
                      <a:pt x="40481" y="507206"/>
                      <a:pt x="40481" y="484346"/>
                    </a:cubicBezTo>
                    <a:lnTo>
                      <a:pt x="40481" y="458629"/>
                    </a:lnTo>
                    <a:cubicBezTo>
                      <a:pt x="62389" y="471964"/>
                      <a:pt x="93821" y="479584"/>
                      <a:pt x="130969" y="479584"/>
                    </a:cubicBezTo>
                    <a:cubicBezTo>
                      <a:pt x="168116" y="479584"/>
                      <a:pt x="198596" y="471964"/>
                      <a:pt x="221456" y="458629"/>
                    </a:cubicBezTo>
                    <a:lnTo>
                      <a:pt x="221456" y="484346"/>
                    </a:lnTo>
                    <a:close/>
                    <a:moveTo>
                      <a:pt x="221456" y="404336"/>
                    </a:moveTo>
                    <a:cubicBezTo>
                      <a:pt x="221456" y="427196"/>
                      <a:pt x="181451" y="445294"/>
                      <a:pt x="130969" y="445294"/>
                    </a:cubicBezTo>
                    <a:cubicBezTo>
                      <a:pt x="80486" y="445294"/>
                      <a:pt x="40481" y="427196"/>
                      <a:pt x="40481" y="404336"/>
                    </a:cubicBezTo>
                    <a:lnTo>
                      <a:pt x="40481" y="378619"/>
                    </a:lnTo>
                    <a:cubicBezTo>
                      <a:pt x="62389" y="391954"/>
                      <a:pt x="93821" y="399574"/>
                      <a:pt x="130969" y="399574"/>
                    </a:cubicBezTo>
                    <a:cubicBezTo>
                      <a:pt x="168116" y="399574"/>
                      <a:pt x="198596" y="391954"/>
                      <a:pt x="221456" y="378619"/>
                    </a:cubicBezTo>
                    <a:lnTo>
                      <a:pt x="221456" y="404336"/>
                    </a:lnTo>
                    <a:close/>
                    <a:moveTo>
                      <a:pt x="221456" y="323374"/>
                    </a:moveTo>
                    <a:cubicBezTo>
                      <a:pt x="221456" y="346234"/>
                      <a:pt x="181451" y="364331"/>
                      <a:pt x="130969" y="364331"/>
                    </a:cubicBezTo>
                    <a:cubicBezTo>
                      <a:pt x="80486" y="364331"/>
                      <a:pt x="40481" y="346234"/>
                      <a:pt x="40481" y="323374"/>
                    </a:cubicBezTo>
                    <a:lnTo>
                      <a:pt x="40481" y="297656"/>
                    </a:lnTo>
                    <a:cubicBezTo>
                      <a:pt x="62389" y="310991"/>
                      <a:pt x="93821" y="318611"/>
                      <a:pt x="130969" y="318611"/>
                    </a:cubicBezTo>
                    <a:cubicBezTo>
                      <a:pt x="168116" y="318611"/>
                      <a:pt x="198596" y="310991"/>
                      <a:pt x="221456" y="297656"/>
                    </a:cubicBezTo>
                    <a:lnTo>
                      <a:pt x="221456" y="323374"/>
                    </a:lnTo>
                    <a:close/>
                    <a:moveTo>
                      <a:pt x="221456" y="243364"/>
                    </a:moveTo>
                    <a:cubicBezTo>
                      <a:pt x="221456" y="266224"/>
                      <a:pt x="181451" y="284321"/>
                      <a:pt x="130969" y="284321"/>
                    </a:cubicBezTo>
                    <a:cubicBezTo>
                      <a:pt x="80486" y="284321"/>
                      <a:pt x="40481" y="266224"/>
                      <a:pt x="40481" y="243364"/>
                    </a:cubicBezTo>
                    <a:lnTo>
                      <a:pt x="40481" y="217646"/>
                    </a:lnTo>
                    <a:cubicBezTo>
                      <a:pt x="62389" y="230981"/>
                      <a:pt x="93821" y="238601"/>
                      <a:pt x="130969" y="238601"/>
                    </a:cubicBezTo>
                    <a:cubicBezTo>
                      <a:pt x="168116" y="238601"/>
                      <a:pt x="198596" y="230981"/>
                      <a:pt x="221456" y="217646"/>
                    </a:cubicBezTo>
                    <a:lnTo>
                      <a:pt x="221456" y="243364"/>
                    </a:lnTo>
                    <a:close/>
                    <a:moveTo>
                      <a:pt x="221456" y="163354"/>
                    </a:moveTo>
                    <a:cubicBezTo>
                      <a:pt x="221456" y="186214"/>
                      <a:pt x="181451" y="204311"/>
                      <a:pt x="130969" y="204311"/>
                    </a:cubicBezTo>
                    <a:cubicBezTo>
                      <a:pt x="80486" y="204311"/>
                      <a:pt x="40481" y="186214"/>
                      <a:pt x="40481" y="163354"/>
                    </a:cubicBezTo>
                    <a:lnTo>
                      <a:pt x="40481" y="138589"/>
                    </a:lnTo>
                    <a:cubicBezTo>
                      <a:pt x="62389" y="151924"/>
                      <a:pt x="93821" y="159544"/>
                      <a:pt x="130969" y="159544"/>
                    </a:cubicBezTo>
                    <a:cubicBezTo>
                      <a:pt x="168116" y="159544"/>
                      <a:pt x="198596" y="151924"/>
                      <a:pt x="221456" y="138589"/>
                    </a:cubicBezTo>
                    <a:lnTo>
                      <a:pt x="221456" y="163354"/>
                    </a:lnTo>
                    <a:close/>
                    <a:moveTo>
                      <a:pt x="221456" y="83344"/>
                    </a:moveTo>
                    <a:cubicBezTo>
                      <a:pt x="221456" y="84296"/>
                      <a:pt x="221456" y="86201"/>
                      <a:pt x="221456" y="87154"/>
                    </a:cubicBezTo>
                    <a:cubicBezTo>
                      <a:pt x="221456" y="87154"/>
                      <a:pt x="221456" y="88106"/>
                      <a:pt x="221456" y="88106"/>
                    </a:cubicBezTo>
                    <a:cubicBezTo>
                      <a:pt x="221456" y="88106"/>
                      <a:pt x="221456" y="89059"/>
                      <a:pt x="221456" y="89059"/>
                    </a:cubicBezTo>
                    <a:cubicBezTo>
                      <a:pt x="221456" y="89059"/>
                      <a:pt x="221456" y="89059"/>
                      <a:pt x="221456" y="90011"/>
                    </a:cubicBezTo>
                    <a:cubicBezTo>
                      <a:pt x="221456" y="90964"/>
                      <a:pt x="220504" y="92869"/>
                      <a:pt x="219551" y="93821"/>
                    </a:cubicBezTo>
                    <a:cubicBezTo>
                      <a:pt x="219551" y="94774"/>
                      <a:pt x="218599" y="94774"/>
                      <a:pt x="218599" y="95726"/>
                    </a:cubicBezTo>
                    <a:cubicBezTo>
                      <a:pt x="217646" y="96679"/>
                      <a:pt x="216694" y="97631"/>
                      <a:pt x="216694" y="98584"/>
                    </a:cubicBezTo>
                    <a:lnTo>
                      <a:pt x="216694" y="98584"/>
                    </a:lnTo>
                    <a:cubicBezTo>
                      <a:pt x="215741" y="99536"/>
                      <a:pt x="214789" y="100489"/>
                      <a:pt x="213836" y="101441"/>
                    </a:cubicBezTo>
                    <a:cubicBezTo>
                      <a:pt x="212884" y="102394"/>
                      <a:pt x="212884" y="102394"/>
                      <a:pt x="211931" y="103346"/>
                    </a:cubicBezTo>
                    <a:cubicBezTo>
                      <a:pt x="210979" y="104299"/>
                      <a:pt x="210026" y="105251"/>
                      <a:pt x="208121" y="106204"/>
                    </a:cubicBezTo>
                    <a:cubicBezTo>
                      <a:pt x="191929" y="117634"/>
                      <a:pt x="164306" y="125254"/>
                      <a:pt x="131921" y="125254"/>
                    </a:cubicBezTo>
                    <a:cubicBezTo>
                      <a:pt x="85249" y="125254"/>
                      <a:pt x="47149" y="109061"/>
                      <a:pt x="42386" y="89059"/>
                    </a:cubicBezTo>
                    <a:cubicBezTo>
                      <a:pt x="42386" y="89059"/>
                      <a:pt x="42386" y="88106"/>
                      <a:pt x="42386" y="88106"/>
                    </a:cubicBezTo>
                    <a:cubicBezTo>
                      <a:pt x="42386" y="87154"/>
                      <a:pt x="42386" y="85249"/>
                      <a:pt x="42386" y="84296"/>
                    </a:cubicBezTo>
                    <a:cubicBezTo>
                      <a:pt x="42386" y="84296"/>
                      <a:pt x="42386" y="84296"/>
                      <a:pt x="42386" y="84296"/>
                    </a:cubicBezTo>
                    <a:cubicBezTo>
                      <a:pt x="42386" y="61436"/>
                      <a:pt x="82391" y="43339"/>
                      <a:pt x="132874" y="43339"/>
                    </a:cubicBezTo>
                    <a:cubicBezTo>
                      <a:pt x="181451" y="42386"/>
                      <a:pt x="221456" y="60484"/>
                      <a:pt x="221456" y="83344"/>
                    </a:cubicBezTo>
                    <a:cubicBezTo>
                      <a:pt x="221456" y="83344"/>
                      <a:pt x="221456" y="83344"/>
                      <a:pt x="221456" y="833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59452A"/>
                  </a:solidFill>
                  <a:effectLst/>
                  <a:uLnTx/>
                  <a:uFillTx/>
                  <a:latin typeface="+mn-lt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23" name="Oval 122">
            <a:extLst>
              <a:ext uri="{FF2B5EF4-FFF2-40B4-BE49-F238E27FC236}">
                <a16:creationId xmlns:a16="http://schemas.microsoft.com/office/drawing/2014/main" id="{F8DDDCB9-34A3-8D45-9A23-253EEA5D1AB4}"/>
              </a:ext>
            </a:extLst>
          </p:cNvPr>
          <p:cNvSpPr/>
          <p:nvPr/>
        </p:nvSpPr>
        <p:spPr>
          <a:xfrm>
            <a:off x="6705299" y="1365043"/>
            <a:ext cx="517800" cy="5178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0B733984-8AF1-4041-A637-1F4EA767C5FF}"/>
              </a:ext>
            </a:extLst>
          </p:cNvPr>
          <p:cNvSpPr/>
          <p:nvPr/>
        </p:nvSpPr>
        <p:spPr>
          <a:xfrm>
            <a:off x="8404354" y="1365043"/>
            <a:ext cx="517800" cy="5178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8D91C4E2-C5B2-2E46-BCCE-B0D84E47C3CB}"/>
              </a:ext>
            </a:extLst>
          </p:cNvPr>
          <p:cNvSpPr/>
          <p:nvPr/>
        </p:nvSpPr>
        <p:spPr>
          <a:xfrm>
            <a:off x="10114706" y="1365043"/>
            <a:ext cx="517800" cy="5178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32E8DD61-4339-6043-9DBF-35E61A92C8F3}"/>
              </a:ext>
            </a:extLst>
          </p:cNvPr>
          <p:cNvGrpSpPr/>
          <p:nvPr/>
        </p:nvGrpSpPr>
        <p:grpSpPr>
          <a:xfrm>
            <a:off x="6792473" y="1452219"/>
            <a:ext cx="343449" cy="343449"/>
            <a:chOff x="5803091" y="3059891"/>
            <a:chExt cx="581040" cy="581040"/>
          </a:xfrm>
          <a:solidFill>
            <a:schemeClr val="bg1"/>
          </a:solidFill>
        </p:grpSpPr>
        <p:sp>
          <p:nvSpPr>
            <p:cNvPr id="127" name="Freeform: Shape 16">
              <a:extLst>
                <a:ext uri="{FF2B5EF4-FFF2-40B4-BE49-F238E27FC236}">
                  <a16:creationId xmlns:a16="http://schemas.microsoft.com/office/drawing/2014/main" id="{49E28E1A-42B6-FC4F-8991-ECEB5273BC29}"/>
                </a:ext>
              </a:extLst>
            </p:cNvPr>
            <p:cNvSpPr/>
            <p:nvPr/>
          </p:nvSpPr>
          <p:spPr>
            <a:xfrm>
              <a:off x="6050756" y="3459956"/>
              <a:ext cx="28575" cy="28575"/>
            </a:xfrm>
            <a:custGeom>
              <a:avLst/>
              <a:gdLst>
                <a:gd name="connsiteX0" fmla="*/ 7144 w 28575"/>
                <a:gd name="connsiteY0" fmla="*/ 7144 h 28575"/>
                <a:gd name="connsiteX1" fmla="*/ 26194 w 28575"/>
                <a:gd name="connsiteY1" fmla="*/ 7144 h 28575"/>
                <a:gd name="connsiteX2" fmla="*/ 26194 w 28575"/>
                <a:gd name="connsiteY2" fmla="*/ 26194 h 28575"/>
                <a:gd name="connsiteX3" fmla="*/ 7144 w 28575"/>
                <a:gd name="connsiteY3" fmla="*/ 2619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28575">
                  <a:moveTo>
                    <a:pt x="7144" y="7144"/>
                  </a:moveTo>
                  <a:lnTo>
                    <a:pt x="26194" y="7144"/>
                  </a:lnTo>
                  <a:lnTo>
                    <a:pt x="26194" y="26194"/>
                  </a:lnTo>
                  <a:lnTo>
                    <a:pt x="7144" y="2619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9452A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28" name="Freeform: Shape 17">
              <a:extLst>
                <a:ext uri="{FF2B5EF4-FFF2-40B4-BE49-F238E27FC236}">
                  <a16:creationId xmlns:a16="http://schemas.microsoft.com/office/drawing/2014/main" id="{5AE4195A-9208-5C48-B9CC-D3F0D1B1E543}"/>
                </a:ext>
              </a:extLst>
            </p:cNvPr>
            <p:cNvSpPr/>
            <p:nvPr/>
          </p:nvSpPr>
          <p:spPr>
            <a:xfrm>
              <a:off x="6031706" y="3421856"/>
              <a:ext cx="352425" cy="219075"/>
            </a:xfrm>
            <a:custGeom>
              <a:avLst/>
              <a:gdLst>
                <a:gd name="connsiteX0" fmla="*/ 350044 w 352425"/>
                <a:gd name="connsiteY0" fmla="*/ 111919 h 219075"/>
                <a:gd name="connsiteX1" fmla="*/ 328898 w 352425"/>
                <a:gd name="connsiteY1" fmla="*/ 84449 h 219075"/>
                <a:gd name="connsiteX2" fmla="*/ 317659 w 352425"/>
                <a:gd name="connsiteY2" fmla="*/ 49730 h 219075"/>
                <a:gd name="connsiteX3" fmla="*/ 321469 w 352425"/>
                <a:gd name="connsiteY3" fmla="*/ 35719 h 219075"/>
                <a:gd name="connsiteX4" fmla="*/ 292894 w 352425"/>
                <a:gd name="connsiteY4" fmla="*/ 7144 h 219075"/>
                <a:gd name="connsiteX5" fmla="*/ 192615 w 352425"/>
                <a:gd name="connsiteY5" fmla="*/ 7144 h 219075"/>
                <a:gd name="connsiteX6" fmla="*/ 109747 w 352425"/>
                <a:gd name="connsiteY6" fmla="*/ 26194 h 219075"/>
                <a:gd name="connsiteX7" fmla="*/ 83344 w 352425"/>
                <a:gd name="connsiteY7" fmla="*/ 26194 h 219075"/>
                <a:gd name="connsiteX8" fmla="*/ 83344 w 352425"/>
                <a:gd name="connsiteY8" fmla="*/ 16669 h 219075"/>
                <a:gd name="connsiteX9" fmla="*/ 73819 w 352425"/>
                <a:gd name="connsiteY9" fmla="*/ 7144 h 219075"/>
                <a:gd name="connsiteX10" fmla="*/ 7144 w 352425"/>
                <a:gd name="connsiteY10" fmla="*/ 7144 h 219075"/>
                <a:gd name="connsiteX11" fmla="*/ 7144 w 352425"/>
                <a:gd name="connsiteY11" fmla="*/ 26194 h 219075"/>
                <a:gd name="connsiteX12" fmla="*/ 64294 w 352425"/>
                <a:gd name="connsiteY12" fmla="*/ 26194 h 219075"/>
                <a:gd name="connsiteX13" fmla="*/ 64294 w 352425"/>
                <a:gd name="connsiteY13" fmla="*/ 159544 h 219075"/>
                <a:gd name="connsiteX14" fmla="*/ 7144 w 352425"/>
                <a:gd name="connsiteY14" fmla="*/ 159544 h 219075"/>
                <a:gd name="connsiteX15" fmla="*/ 7144 w 352425"/>
                <a:gd name="connsiteY15" fmla="*/ 178594 h 219075"/>
                <a:gd name="connsiteX16" fmla="*/ 73819 w 352425"/>
                <a:gd name="connsiteY16" fmla="*/ 178594 h 219075"/>
                <a:gd name="connsiteX17" fmla="*/ 83344 w 352425"/>
                <a:gd name="connsiteY17" fmla="*/ 169069 h 219075"/>
                <a:gd name="connsiteX18" fmla="*/ 83344 w 352425"/>
                <a:gd name="connsiteY18" fmla="*/ 159544 h 219075"/>
                <a:gd name="connsiteX19" fmla="*/ 96679 w 352425"/>
                <a:gd name="connsiteY19" fmla="*/ 159544 h 219075"/>
                <a:gd name="connsiteX20" fmla="*/ 112528 w 352425"/>
                <a:gd name="connsiteY20" fmla="*/ 168031 h 219075"/>
                <a:gd name="connsiteX21" fmla="*/ 129883 w 352425"/>
                <a:gd name="connsiteY21" fmla="*/ 194062 h 219075"/>
                <a:gd name="connsiteX22" fmla="*/ 200366 w 352425"/>
                <a:gd name="connsiteY22" fmla="*/ 208156 h 219075"/>
                <a:gd name="connsiteX23" fmla="*/ 217627 w 352425"/>
                <a:gd name="connsiteY23" fmla="*/ 188605 h 219075"/>
                <a:gd name="connsiteX24" fmla="*/ 222580 w 352425"/>
                <a:gd name="connsiteY24" fmla="*/ 178594 h 219075"/>
                <a:gd name="connsiteX25" fmla="*/ 302419 w 352425"/>
                <a:gd name="connsiteY25" fmla="*/ 178594 h 219075"/>
                <a:gd name="connsiteX26" fmla="*/ 330995 w 352425"/>
                <a:gd name="connsiteY26" fmla="*/ 150210 h 219075"/>
                <a:gd name="connsiteX27" fmla="*/ 328898 w 352425"/>
                <a:gd name="connsiteY27" fmla="*/ 139389 h 219075"/>
                <a:gd name="connsiteX28" fmla="*/ 350044 w 352425"/>
                <a:gd name="connsiteY28" fmla="*/ 111919 h 219075"/>
                <a:gd name="connsiteX29" fmla="*/ 321469 w 352425"/>
                <a:gd name="connsiteY29" fmla="*/ 121444 h 219075"/>
                <a:gd name="connsiteX30" fmla="*/ 216694 w 352425"/>
                <a:gd name="connsiteY30" fmla="*/ 121444 h 219075"/>
                <a:gd name="connsiteX31" fmla="*/ 216694 w 352425"/>
                <a:gd name="connsiteY31" fmla="*/ 140494 h 219075"/>
                <a:gd name="connsiteX32" fmla="*/ 302419 w 352425"/>
                <a:gd name="connsiteY32" fmla="*/ 140494 h 219075"/>
                <a:gd name="connsiteX33" fmla="*/ 311944 w 352425"/>
                <a:gd name="connsiteY33" fmla="*/ 150019 h 219075"/>
                <a:gd name="connsiteX34" fmla="*/ 302419 w 352425"/>
                <a:gd name="connsiteY34" fmla="*/ 159544 h 219075"/>
                <a:gd name="connsiteX35" fmla="*/ 178594 w 352425"/>
                <a:gd name="connsiteY35" fmla="*/ 159544 h 219075"/>
                <a:gd name="connsiteX36" fmla="*/ 178594 w 352425"/>
                <a:gd name="connsiteY36" fmla="*/ 178594 h 219075"/>
                <a:gd name="connsiteX37" fmla="*/ 201282 w 352425"/>
                <a:gd name="connsiteY37" fmla="*/ 178594 h 219075"/>
                <a:gd name="connsiteX38" fmla="*/ 200539 w 352425"/>
                <a:gd name="connsiteY38" fmla="*/ 180080 h 219075"/>
                <a:gd name="connsiteX39" fmla="*/ 157907 w 352425"/>
                <a:gd name="connsiteY39" fmla="*/ 194287 h 219075"/>
                <a:gd name="connsiteX40" fmla="*/ 145685 w 352425"/>
                <a:gd name="connsiteY40" fmla="*/ 183499 h 219075"/>
                <a:gd name="connsiteX41" fmla="*/ 128330 w 352425"/>
                <a:gd name="connsiteY41" fmla="*/ 157458 h 219075"/>
                <a:gd name="connsiteX42" fmla="*/ 96679 w 352425"/>
                <a:gd name="connsiteY42" fmla="*/ 140494 h 219075"/>
                <a:gd name="connsiteX43" fmla="*/ 83344 w 352425"/>
                <a:gd name="connsiteY43" fmla="*/ 140494 h 219075"/>
                <a:gd name="connsiteX44" fmla="*/ 83344 w 352425"/>
                <a:gd name="connsiteY44" fmla="*/ 45244 h 219075"/>
                <a:gd name="connsiteX45" fmla="*/ 111919 w 352425"/>
                <a:gd name="connsiteY45" fmla="*/ 45244 h 219075"/>
                <a:gd name="connsiteX46" fmla="*/ 116176 w 352425"/>
                <a:gd name="connsiteY46" fmla="*/ 44291 h 219075"/>
                <a:gd name="connsiteX47" fmla="*/ 192615 w 352425"/>
                <a:gd name="connsiteY47" fmla="*/ 26194 h 219075"/>
                <a:gd name="connsiteX48" fmla="*/ 292894 w 352425"/>
                <a:gd name="connsiteY48" fmla="*/ 26194 h 219075"/>
                <a:gd name="connsiteX49" fmla="*/ 302419 w 352425"/>
                <a:gd name="connsiteY49" fmla="*/ 35719 h 219075"/>
                <a:gd name="connsiteX50" fmla="*/ 292894 w 352425"/>
                <a:gd name="connsiteY50" fmla="*/ 45244 h 219075"/>
                <a:gd name="connsiteX51" fmla="*/ 216694 w 352425"/>
                <a:gd name="connsiteY51" fmla="*/ 45244 h 219075"/>
                <a:gd name="connsiteX52" fmla="*/ 216694 w 352425"/>
                <a:gd name="connsiteY52" fmla="*/ 64294 h 219075"/>
                <a:gd name="connsiteX53" fmla="*/ 302419 w 352425"/>
                <a:gd name="connsiteY53" fmla="*/ 64294 h 219075"/>
                <a:gd name="connsiteX54" fmla="*/ 311944 w 352425"/>
                <a:gd name="connsiteY54" fmla="*/ 73819 h 219075"/>
                <a:gd name="connsiteX55" fmla="*/ 302419 w 352425"/>
                <a:gd name="connsiteY55" fmla="*/ 83344 h 219075"/>
                <a:gd name="connsiteX56" fmla="*/ 235744 w 352425"/>
                <a:gd name="connsiteY56" fmla="*/ 83344 h 219075"/>
                <a:gd name="connsiteX57" fmla="*/ 235744 w 352425"/>
                <a:gd name="connsiteY57" fmla="*/ 102394 h 219075"/>
                <a:gd name="connsiteX58" fmla="*/ 321469 w 352425"/>
                <a:gd name="connsiteY58" fmla="*/ 102394 h 219075"/>
                <a:gd name="connsiteX59" fmla="*/ 330994 w 352425"/>
                <a:gd name="connsiteY59" fmla="*/ 111919 h 219075"/>
                <a:gd name="connsiteX60" fmla="*/ 321469 w 352425"/>
                <a:gd name="connsiteY60" fmla="*/ 121444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352425" h="219075">
                  <a:moveTo>
                    <a:pt x="350044" y="111919"/>
                  </a:moveTo>
                  <a:cubicBezTo>
                    <a:pt x="349989" y="99044"/>
                    <a:pt x="341330" y="87796"/>
                    <a:pt x="328898" y="84449"/>
                  </a:cubicBezTo>
                  <a:cubicBezTo>
                    <a:pt x="334107" y="71683"/>
                    <a:pt x="329360" y="57021"/>
                    <a:pt x="317659" y="49730"/>
                  </a:cubicBezTo>
                  <a:cubicBezTo>
                    <a:pt x="320128" y="45471"/>
                    <a:pt x="321441" y="40641"/>
                    <a:pt x="321469" y="35719"/>
                  </a:cubicBezTo>
                  <a:cubicBezTo>
                    <a:pt x="321469" y="19937"/>
                    <a:pt x="308676" y="7144"/>
                    <a:pt x="292894" y="7144"/>
                  </a:cubicBezTo>
                  <a:lnTo>
                    <a:pt x="192615" y="7144"/>
                  </a:lnTo>
                  <a:cubicBezTo>
                    <a:pt x="163911" y="7185"/>
                    <a:pt x="135586" y="13696"/>
                    <a:pt x="109747" y="26194"/>
                  </a:cubicBezTo>
                  <a:lnTo>
                    <a:pt x="83344" y="26194"/>
                  </a:lnTo>
                  <a:lnTo>
                    <a:pt x="83344" y="16669"/>
                  </a:lnTo>
                  <a:cubicBezTo>
                    <a:pt x="83344" y="11408"/>
                    <a:pt x="79079" y="7144"/>
                    <a:pt x="73819" y="7144"/>
                  </a:cubicBezTo>
                  <a:lnTo>
                    <a:pt x="7144" y="7144"/>
                  </a:lnTo>
                  <a:lnTo>
                    <a:pt x="7144" y="26194"/>
                  </a:lnTo>
                  <a:lnTo>
                    <a:pt x="64294" y="26194"/>
                  </a:lnTo>
                  <a:lnTo>
                    <a:pt x="64294" y="159544"/>
                  </a:lnTo>
                  <a:lnTo>
                    <a:pt x="7144" y="159544"/>
                  </a:lnTo>
                  <a:lnTo>
                    <a:pt x="7144" y="178594"/>
                  </a:lnTo>
                  <a:lnTo>
                    <a:pt x="73819" y="178594"/>
                  </a:lnTo>
                  <a:cubicBezTo>
                    <a:pt x="79079" y="178594"/>
                    <a:pt x="83344" y="174329"/>
                    <a:pt x="83344" y="169069"/>
                  </a:cubicBezTo>
                  <a:lnTo>
                    <a:pt x="83344" y="159544"/>
                  </a:lnTo>
                  <a:lnTo>
                    <a:pt x="96679" y="159544"/>
                  </a:lnTo>
                  <a:cubicBezTo>
                    <a:pt x="103048" y="159545"/>
                    <a:pt x="108996" y="162730"/>
                    <a:pt x="112528" y="168031"/>
                  </a:cubicBezTo>
                  <a:lnTo>
                    <a:pt x="129883" y="194062"/>
                  </a:lnTo>
                  <a:cubicBezTo>
                    <a:pt x="145454" y="217418"/>
                    <a:pt x="177011" y="223727"/>
                    <a:pt x="200366" y="208156"/>
                  </a:cubicBezTo>
                  <a:cubicBezTo>
                    <a:pt x="207722" y="203251"/>
                    <a:pt x="213671" y="196512"/>
                    <a:pt x="217627" y="188605"/>
                  </a:cubicBezTo>
                  <a:lnTo>
                    <a:pt x="222580" y="178594"/>
                  </a:lnTo>
                  <a:lnTo>
                    <a:pt x="302419" y="178594"/>
                  </a:lnTo>
                  <a:cubicBezTo>
                    <a:pt x="318147" y="178647"/>
                    <a:pt x="330941" y="165940"/>
                    <a:pt x="330995" y="150210"/>
                  </a:cubicBezTo>
                  <a:cubicBezTo>
                    <a:pt x="331007" y="146501"/>
                    <a:pt x="330296" y="142825"/>
                    <a:pt x="328898" y="139389"/>
                  </a:cubicBezTo>
                  <a:cubicBezTo>
                    <a:pt x="341330" y="136042"/>
                    <a:pt x="349989" y="124794"/>
                    <a:pt x="350044" y="111919"/>
                  </a:cubicBezTo>
                  <a:close/>
                  <a:moveTo>
                    <a:pt x="321469" y="121444"/>
                  </a:moveTo>
                  <a:lnTo>
                    <a:pt x="216694" y="121444"/>
                  </a:lnTo>
                  <a:lnTo>
                    <a:pt x="216694" y="140494"/>
                  </a:lnTo>
                  <a:lnTo>
                    <a:pt x="302419" y="140494"/>
                  </a:lnTo>
                  <a:cubicBezTo>
                    <a:pt x="307679" y="140494"/>
                    <a:pt x="311944" y="144758"/>
                    <a:pt x="311944" y="150019"/>
                  </a:cubicBezTo>
                  <a:cubicBezTo>
                    <a:pt x="311944" y="155279"/>
                    <a:pt x="307679" y="159544"/>
                    <a:pt x="302419" y="159544"/>
                  </a:cubicBezTo>
                  <a:lnTo>
                    <a:pt x="178594" y="159544"/>
                  </a:lnTo>
                  <a:lnTo>
                    <a:pt x="178594" y="178594"/>
                  </a:lnTo>
                  <a:lnTo>
                    <a:pt x="201282" y="178594"/>
                  </a:lnTo>
                  <a:lnTo>
                    <a:pt x="200539" y="180080"/>
                  </a:lnTo>
                  <a:cubicBezTo>
                    <a:pt x="192690" y="195776"/>
                    <a:pt x="173603" y="202137"/>
                    <a:pt x="157907" y="194287"/>
                  </a:cubicBezTo>
                  <a:cubicBezTo>
                    <a:pt x="152964" y="191815"/>
                    <a:pt x="148752" y="188097"/>
                    <a:pt x="145685" y="183499"/>
                  </a:cubicBezTo>
                  <a:lnTo>
                    <a:pt x="128330" y="157458"/>
                  </a:lnTo>
                  <a:cubicBezTo>
                    <a:pt x="121282" y="146865"/>
                    <a:pt x="109402" y="140498"/>
                    <a:pt x="96679" y="140494"/>
                  </a:cubicBezTo>
                  <a:lnTo>
                    <a:pt x="83344" y="140494"/>
                  </a:lnTo>
                  <a:lnTo>
                    <a:pt x="83344" y="45244"/>
                  </a:lnTo>
                  <a:lnTo>
                    <a:pt x="111919" y="45244"/>
                  </a:lnTo>
                  <a:cubicBezTo>
                    <a:pt x="113392" y="45260"/>
                    <a:pt x="114850" y="44934"/>
                    <a:pt x="116176" y="44291"/>
                  </a:cubicBezTo>
                  <a:cubicBezTo>
                    <a:pt x="139916" y="32435"/>
                    <a:pt x="166079" y="26239"/>
                    <a:pt x="192615" y="26194"/>
                  </a:cubicBezTo>
                  <a:lnTo>
                    <a:pt x="292894" y="26194"/>
                  </a:lnTo>
                  <a:cubicBezTo>
                    <a:pt x="298154" y="26194"/>
                    <a:pt x="302419" y="30458"/>
                    <a:pt x="302419" y="35719"/>
                  </a:cubicBezTo>
                  <a:cubicBezTo>
                    <a:pt x="302419" y="40979"/>
                    <a:pt x="298154" y="45244"/>
                    <a:pt x="292894" y="45244"/>
                  </a:cubicBezTo>
                  <a:lnTo>
                    <a:pt x="216694" y="45244"/>
                  </a:lnTo>
                  <a:lnTo>
                    <a:pt x="216694" y="64294"/>
                  </a:lnTo>
                  <a:lnTo>
                    <a:pt x="302419" y="64294"/>
                  </a:lnTo>
                  <a:cubicBezTo>
                    <a:pt x="307679" y="64294"/>
                    <a:pt x="311944" y="68558"/>
                    <a:pt x="311944" y="73819"/>
                  </a:cubicBezTo>
                  <a:cubicBezTo>
                    <a:pt x="311944" y="79079"/>
                    <a:pt x="307679" y="83344"/>
                    <a:pt x="302419" y="83344"/>
                  </a:cubicBezTo>
                  <a:lnTo>
                    <a:pt x="235744" y="83344"/>
                  </a:lnTo>
                  <a:lnTo>
                    <a:pt x="235744" y="102394"/>
                  </a:lnTo>
                  <a:lnTo>
                    <a:pt x="321469" y="102394"/>
                  </a:lnTo>
                  <a:cubicBezTo>
                    <a:pt x="326729" y="102394"/>
                    <a:pt x="330994" y="106658"/>
                    <a:pt x="330994" y="111919"/>
                  </a:cubicBezTo>
                  <a:cubicBezTo>
                    <a:pt x="330994" y="117179"/>
                    <a:pt x="326729" y="121444"/>
                    <a:pt x="321469" y="1214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9452A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29" name="Freeform: Shape 18">
              <a:extLst>
                <a:ext uri="{FF2B5EF4-FFF2-40B4-BE49-F238E27FC236}">
                  <a16:creationId xmlns:a16="http://schemas.microsoft.com/office/drawing/2014/main" id="{5ECA0174-94DA-714D-B90F-645094B50929}"/>
                </a:ext>
              </a:extLst>
            </p:cNvPr>
            <p:cNvSpPr/>
            <p:nvPr/>
          </p:nvSpPr>
          <p:spPr>
            <a:xfrm>
              <a:off x="6165056" y="3059891"/>
              <a:ext cx="219075" cy="352425"/>
            </a:xfrm>
            <a:custGeom>
              <a:avLst/>
              <a:gdLst>
                <a:gd name="connsiteX0" fmla="*/ 188605 w 219075"/>
                <a:gd name="connsiteY0" fmla="*/ 139623 h 352425"/>
                <a:gd name="connsiteX1" fmla="*/ 178594 w 219075"/>
                <a:gd name="connsiteY1" fmla="*/ 134623 h 352425"/>
                <a:gd name="connsiteX2" fmla="*/ 178594 w 219075"/>
                <a:gd name="connsiteY2" fmla="*/ 54784 h 352425"/>
                <a:gd name="connsiteX3" fmla="*/ 150210 w 219075"/>
                <a:gd name="connsiteY3" fmla="*/ 26208 h 352425"/>
                <a:gd name="connsiteX4" fmla="*/ 139389 w 219075"/>
                <a:gd name="connsiteY4" fmla="*/ 28305 h 352425"/>
                <a:gd name="connsiteX5" fmla="*/ 104660 w 219075"/>
                <a:gd name="connsiteY5" fmla="*/ 8094 h 352425"/>
                <a:gd name="connsiteX6" fmla="*/ 84449 w 219075"/>
                <a:gd name="connsiteY6" fmla="*/ 28305 h 352425"/>
                <a:gd name="connsiteX7" fmla="*/ 49730 w 219075"/>
                <a:gd name="connsiteY7" fmla="*/ 39544 h 352425"/>
                <a:gd name="connsiteX8" fmla="*/ 35719 w 219075"/>
                <a:gd name="connsiteY8" fmla="*/ 35734 h 352425"/>
                <a:gd name="connsiteX9" fmla="*/ 7144 w 219075"/>
                <a:gd name="connsiteY9" fmla="*/ 64309 h 352425"/>
                <a:gd name="connsiteX10" fmla="*/ 7144 w 219075"/>
                <a:gd name="connsiteY10" fmla="*/ 164588 h 352425"/>
                <a:gd name="connsiteX11" fmla="*/ 26194 w 219075"/>
                <a:gd name="connsiteY11" fmla="*/ 247456 h 352425"/>
                <a:gd name="connsiteX12" fmla="*/ 26194 w 219075"/>
                <a:gd name="connsiteY12" fmla="*/ 273859 h 352425"/>
                <a:gd name="connsiteX13" fmla="*/ 16669 w 219075"/>
                <a:gd name="connsiteY13" fmla="*/ 273859 h 352425"/>
                <a:gd name="connsiteX14" fmla="*/ 7144 w 219075"/>
                <a:gd name="connsiteY14" fmla="*/ 283384 h 352425"/>
                <a:gd name="connsiteX15" fmla="*/ 7144 w 219075"/>
                <a:gd name="connsiteY15" fmla="*/ 350059 h 352425"/>
                <a:gd name="connsiteX16" fmla="*/ 26194 w 219075"/>
                <a:gd name="connsiteY16" fmla="*/ 350059 h 352425"/>
                <a:gd name="connsiteX17" fmla="*/ 26194 w 219075"/>
                <a:gd name="connsiteY17" fmla="*/ 292909 h 352425"/>
                <a:gd name="connsiteX18" fmla="*/ 159544 w 219075"/>
                <a:gd name="connsiteY18" fmla="*/ 292909 h 352425"/>
                <a:gd name="connsiteX19" fmla="*/ 159544 w 219075"/>
                <a:gd name="connsiteY19" fmla="*/ 350059 h 352425"/>
                <a:gd name="connsiteX20" fmla="*/ 178594 w 219075"/>
                <a:gd name="connsiteY20" fmla="*/ 350059 h 352425"/>
                <a:gd name="connsiteX21" fmla="*/ 178594 w 219075"/>
                <a:gd name="connsiteY21" fmla="*/ 283384 h 352425"/>
                <a:gd name="connsiteX22" fmla="*/ 169069 w 219075"/>
                <a:gd name="connsiteY22" fmla="*/ 273859 h 352425"/>
                <a:gd name="connsiteX23" fmla="*/ 159544 w 219075"/>
                <a:gd name="connsiteY23" fmla="*/ 273859 h 352425"/>
                <a:gd name="connsiteX24" fmla="*/ 159544 w 219075"/>
                <a:gd name="connsiteY24" fmla="*/ 260572 h 352425"/>
                <a:gd name="connsiteX25" fmla="*/ 168031 w 219075"/>
                <a:gd name="connsiteY25" fmla="*/ 244722 h 352425"/>
                <a:gd name="connsiteX26" fmla="*/ 194062 w 219075"/>
                <a:gd name="connsiteY26" fmla="*/ 227368 h 352425"/>
                <a:gd name="connsiteX27" fmla="*/ 208156 w 219075"/>
                <a:gd name="connsiteY27" fmla="*/ 156885 h 352425"/>
                <a:gd name="connsiteX28" fmla="*/ 188605 w 219075"/>
                <a:gd name="connsiteY28" fmla="*/ 139623 h 352425"/>
                <a:gd name="connsiteX29" fmla="*/ 183499 w 219075"/>
                <a:gd name="connsiteY29" fmla="*/ 211518 h 352425"/>
                <a:gd name="connsiteX30" fmla="*/ 157458 w 219075"/>
                <a:gd name="connsiteY30" fmla="*/ 228873 h 352425"/>
                <a:gd name="connsiteX31" fmla="*/ 140494 w 219075"/>
                <a:gd name="connsiteY31" fmla="*/ 260572 h 352425"/>
                <a:gd name="connsiteX32" fmla="*/ 140494 w 219075"/>
                <a:gd name="connsiteY32" fmla="*/ 273859 h 352425"/>
                <a:gd name="connsiteX33" fmla="*/ 45244 w 219075"/>
                <a:gd name="connsiteY33" fmla="*/ 273859 h 352425"/>
                <a:gd name="connsiteX34" fmla="*/ 45244 w 219075"/>
                <a:gd name="connsiteY34" fmla="*/ 245284 h 352425"/>
                <a:gd name="connsiteX35" fmla="*/ 44291 w 219075"/>
                <a:gd name="connsiteY35" fmla="*/ 241026 h 352425"/>
                <a:gd name="connsiteX36" fmla="*/ 26194 w 219075"/>
                <a:gd name="connsiteY36" fmla="*/ 164588 h 352425"/>
                <a:gd name="connsiteX37" fmla="*/ 26194 w 219075"/>
                <a:gd name="connsiteY37" fmla="*/ 64309 h 352425"/>
                <a:gd name="connsiteX38" fmla="*/ 35719 w 219075"/>
                <a:gd name="connsiteY38" fmla="*/ 54784 h 352425"/>
                <a:gd name="connsiteX39" fmla="*/ 45244 w 219075"/>
                <a:gd name="connsiteY39" fmla="*/ 64309 h 352425"/>
                <a:gd name="connsiteX40" fmla="*/ 45244 w 219075"/>
                <a:gd name="connsiteY40" fmla="*/ 140509 h 352425"/>
                <a:gd name="connsiteX41" fmla="*/ 64294 w 219075"/>
                <a:gd name="connsiteY41" fmla="*/ 140509 h 352425"/>
                <a:gd name="connsiteX42" fmla="*/ 64294 w 219075"/>
                <a:gd name="connsiteY42" fmla="*/ 54784 h 352425"/>
                <a:gd name="connsiteX43" fmla="*/ 73819 w 219075"/>
                <a:gd name="connsiteY43" fmla="*/ 45259 h 352425"/>
                <a:gd name="connsiteX44" fmla="*/ 83344 w 219075"/>
                <a:gd name="connsiteY44" fmla="*/ 54784 h 352425"/>
                <a:gd name="connsiteX45" fmla="*/ 83344 w 219075"/>
                <a:gd name="connsiteY45" fmla="*/ 121459 h 352425"/>
                <a:gd name="connsiteX46" fmla="*/ 102394 w 219075"/>
                <a:gd name="connsiteY46" fmla="*/ 121459 h 352425"/>
                <a:gd name="connsiteX47" fmla="*/ 102394 w 219075"/>
                <a:gd name="connsiteY47" fmla="*/ 35734 h 352425"/>
                <a:gd name="connsiteX48" fmla="*/ 111919 w 219075"/>
                <a:gd name="connsiteY48" fmla="*/ 26209 h 352425"/>
                <a:gd name="connsiteX49" fmla="*/ 121444 w 219075"/>
                <a:gd name="connsiteY49" fmla="*/ 35734 h 352425"/>
                <a:gd name="connsiteX50" fmla="*/ 121444 w 219075"/>
                <a:gd name="connsiteY50" fmla="*/ 140509 h 352425"/>
                <a:gd name="connsiteX51" fmla="*/ 140494 w 219075"/>
                <a:gd name="connsiteY51" fmla="*/ 140509 h 352425"/>
                <a:gd name="connsiteX52" fmla="*/ 140494 w 219075"/>
                <a:gd name="connsiteY52" fmla="*/ 54784 h 352425"/>
                <a:gd name="connsiteX53" fmla="*/ 150019 w 219075"/>
                <a:gd name="connsiteY53" fmla="*/ 45259 h 352425"/>
                <a:gd name="connsiteX54" fmla="*/ 159544 w 219075"/>
                <a:gd name="connsiteY54" fmla="*/ 54784 h 352425"/>
                <a:gd name="connsiteX55" fmla="*/ 159544 w 219075"/>
                <a:gd name="connsiteY55" fmla="*/ 178609 h 352425"/>
                <a:gd name="connsiteX56" fmla="*/ 178594 w 219075"/>
                <a:gd name="connsiteY56" fmla="*/ 178609 h 352425"/>
                <a:gd name="connsiteX57" fmla="*/ 178594 w 219075"/>
                <a:gd name="connsiteY57" fmla="*/ 155921 h 352425"/>
                <a:gd name="connsiteX58" fmla="*/ 180080 w 219075"/>
                <a:gd name="connsiteY58" fmla="*/ 156664 h 352425"/>
                <a:gd name="connsiteX59" fmla="*/ 194287 w 219075"/>
                <a:gd name="connsiteY59" fmla="*/ 199296 h 352425"/>
                <a:gd name="connsiteX60" fmla="*/ 183499 w 219075"/>
                <a:gd name="connsiteY60" fmla="*/ 211518 h 35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219075" h="352425">
                  <a:moveTo>
                    <a:pt x="188605" y="139623"/>
                  </a:moveTo>
                  <a:lnTo>
                    <a:pt x="178594" y="134623"/>
                  </a:lnTo>
                  <a:lnTo>
                    <a:pt x="178594" y="54784"/>
                  </a:lnTo>
                  <a:cubicBezTo>
                    <a:pt x="178647" y="39055"/>
                    <a:pt x="165940" y="26261"/>
                    <a:pt x="150210" y="26208"/>
                  </a:cubicBezTo>
                  <a:cubicBezTo>
                    <a:pt x="146501" y="26196"/>
                    <a:pt x="142825" y="26908"/>
                    <a:pt x="139389" y="28305"/>
                  </a:cubicBezTo>
                  <a:cubicBezTo>
                    <a:pt x="135380" y="13133"/>
                    <a:pt x="119831" y="4085"/>
                    <a:pt x="104660" y="8094"/>
                  </a:cubicBezTo>
                  <a:cubicBezTo>
                    <a:pt x="94778" y="10705"/>
                    <a:pt x="87060" y="18423"/>
                    <a:pt x="84449" y="28305"/>
                  </a:cubicBezTo>
                  <a:cubicBezTo>
                    <a:pt x="71683" y="23097"/>
                    <a:pt x="57021" y="27843"/>
                    <a:pt x="49730" y="39544"/>
                  </a:cubicBezTo>
                  <a:cubicBezTo>
                    <a:pt x="45471" y="37076"/>
                    <a:pt x="40641" y="35762"/>
                    <a:pt x="35719" y="35734"/>
                  </a:cubicBezTo>
                  <a:cubicBezTo>
                    <a:pt x="19937" y="35734"/>
                    <a:pt x="7144" y="48528"/>
                    <a:pt x="7144" y="64309"/>
                  </a:cubicBezTo>
                  <a:lnTo>
                    <a:pt x="7144" y="164588"/>
                  </a:lnTo>
                  <a:cubicBezTo>
                    <a:pt x="7185" y="193292"/>
                    <a:pt x="13696" y="221616"/>
                    <a:pt x="26194" y="247456"/>
                  </a:cubicBezTo>
                  <a:lnTo>
                    <a:pt x="26194" y="273859"/>
                  </a:lnTo>
                  <a:lnTo>
                    <a:pt x="16669" y="273859"/>
                  </a:lnTo>
                  <a:cubicBezTo>
                    <a:pt x="11408" y="273859"/>
                    <a:pt x="7144" y="278123"/>
                    <a:pt x="7144" y="283384"/>
                  </a:cubicBezTo>
                  <a:lnTo>
                    <a:pt x="7144" y="350059"/>
                  </a:lnTo>
                  <a:lnTo>
                    <a:pt x="26194" y="350059"/>
                  </a:lnTo>
                  <a:lnTo>
                    <a:pt x="26194" y="292909"/>
                  </a:lnTo>
                  <a:lnTo>
                    <a:pt x="159544" y="292909"/>
                  </a:lnTo>
                  <a:lnTo>
                    <a:pt x="159544" y="350059"/>
                  </a:lnTo>
                  <a:lnTo>
                    <a:pt x="178594" y="350059"/>
                  </a:lnTo>
                  <a:lnTo>
                    <a:pt x="178594" y="283384"/>
                  </a:lnTo>
                  <a:cubicBezTo>
                    <a:pt x="178594" y="278123"/>
                    <a:pt x="174329" y="273859"/>
                    <a:pt x="169069" y="273859"/>
                  </a:cubicBezTo>
                  <a:lnTo>
                    <a:pt x="159544" y="273859"/>
                  </a:lnTo>
                  <a:lnTo>
                    <a:pt x="159544" y="260572"/>
                  </a:lnTo>
                  <a:cubicBezTo>
                    <a:pt x="159545" y="254202"/>
                    <a:pt x="162730" y="248254"/>
                    <a:pt x="168031" y="244722"/>
                  </a:cubicBezTo>
                  <a:lnTo>
                    <a:pt x="194062" y="227368"/>
                  </a:lnTo>
                  <a:cubicBezTo>
                    <a:pt x="217418" y="211796"/>
                    <a:pt x="223727" y="180240"/>
                    <a:pt x="208156" y="156885"/>
                  </a:cubicBezTo>
                  <a:cubicBezTo>
                    <a:pt x="203251" y="149528"/>
                    <a:pt x="196512" y="143579"/>
                    <a:pt x="188605" y="139623"/>
                  </a:cubicBezTo>
                  <a:close/>
                  <a:moveTo>
                    <a:pt x="183499" y="211518"/>
                  </a:moveTo>
                  <a:lnTo>
                    <a:pt x="157458" y="228873"/>
                  </a:lnTo>
                  <a:cubicBezTo>
                    <a:pt x="146851" y="235931"/>
                    <a:pt x="140482" y="247831"/>
                    <a:pt x="140494" y="260572"/>
                  </a:cubicBezTo>
                  <a:lnTo>
                    <a:pt x="140494" y="273859"/>
                  </a:lnTo>
                  <a:lnTo>
                    <a:pt x="45244" y="273859"/>
                  </a:lnTo>
                  <a:lnTo>
                    <a:pt x="45244" y="245284"/>
                  </a:lnTo>
                  <a:cubicBezTo>
                    <a:pt x="45260" y="243811"/>
                    <a:pt x="44934" y="242353"/>
                    <a:pt x="44291" y="241026"/>
                  </a:cubicBezTo>
                  <a:cubicBezTo>
                    <a:pt x="32435" y="217287"/>
                    <a:pt x="26239" y="191124"/>
                    <a:pt x="26194" y="164588"/>
                  </a:cubicBezTo>
                  <a:lnTo>
                    <a:pt x="26194" y="64309"/>
                  </a:lnTo>
                  <a:cubicBezTo>
                    <a:pt x="26194" y="59049"/>
                    <a:pt x="30458" y="54784"/>
                    <a:pt x="35719" y="54784"/>
                  </a:cubicBezTo>
                  <a:cubicBezTo>
                    <a:pt x="40979" y="54784"/>
                    <a:pt x="45244" y="59049"/>
                    <a:pt x="45244" y="64309"/>
                  </a:cubicBezTo>
                  <a:lnTo>
                    <a:pt x="45244" y="140509"/>
                  </a:lnTo>
                  <a:lnTo>
                    <a:pt x="64294" y="140509"/>
                  </a:lnTo>
                  <a:lnTo>
                    <a:pt x="64294" y="54784"/>
                  </a:lnTo>
                  <a:cubicBezTo>
                    <a:pt x="64294" y="49524"/>
                    <a:pt x="68558" y="45259"/>
                    <a:pt x="73819" y="45259"/>
                  </a:cubicBezTo>
                  <a:cubicBezTo>
                    <a:pt x="79079" y="45259"/>
                    <a:pt x="83344" y="49524"/>
                    <a:pt x="83344" y="54784"/>
                  </a:cubicBezTo>
                  <a:lnTo>
                    <a:pt x="83344" y="121459"/>
                  </a:lnTo>
                  <a:lnTo>
                    <a:pt x="102394" y="121459"/>
                  </a:lnTo>
                  <a:lnTo>
                    <a:pt x="102394" y="35734"/>
                  </a:lnTo>
                  <a:cubicBezTo>
                    <a:pt x="102394" y="30474"/>
                    <a:pt x="106658" y="26209"/>
                    <a:pt x="111919" y="26209"/>
                  </a:cubicBezTo>
                  <a:cubicBezTo>
                    <a:pt x="117179" y="26209"/>
                    <a:pt x="121444" y="30474"/>
                    <a:pt x="121444" y="35734"/>
                  </a:cubicBezTo>
                  <a:lnTo>
                    <a:pt x="121444" y="140509"/>
                  </a:lnTo>
                  <a:lnTo>
                    <a:pt x="140494" y="140509"/>
                  </a:lnTo>
                  <a:lnTo>
                    <a:pt x="140494" y="54784"/>
                  </a:lnTo>
                  <a:cubicBezTo>
                    <a:pt x="140494" y="49524"/>
                    <a:pt x="144758" y="45259"/>
                    <a:pt x="150019" y="45259"/>
                  </a:cubicBezTo>
                  <a:cubicBezTo>
                    <a:pt x="155279" y="45259"/>
                    <a:pt x="159544" y="49524"/>
                    <a:pt x="159544" y="54784"/>
                  </a:cubicBezTo>
                  <a:lnTo>
                    <a:pt x="159544" y="178609"/>
                  </a:lnTo>
                  <a:lnTo>
                    <a:pt x="178594" y="178609"/>
                  </a:lnTo>
                  <a:lnTo>
                    <a:pt x="178594" y="155921"/>
                  </a:lnTo>
                  <a:lnTo>
                    <a:pt x="180080" y="156664"/>
                  </a:lnTo>
                  <a:cubicBezTo>
                    <a:pt x="195776" y="164513"/>
                    <a:pt x="202137" y="183600"/>
                    <a:pt x="194287" y="199296"/>
                  </a:cubicBezTo>
                  <a:cubicBezTo>
                    <a:pt x="191815" y="204239"/>
                    <a:pt x="188097" y="208451"/>
                    <a:pt x="183499" y="21151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9452A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30" name="Freeform: Shape 20">
              <a:extLst>
                <a:ext uri="{FF2B5EF4-FFF2-40B4-BE49-F238E27FC236}">
                  <a16:creationId xmlns:a16="http://schemas.microsoft.com/office/drawing/2014/main" id="{4728D04B-E4BD-D44B-A0EB-494FFD46D700}"/>
                </a:ext>
              </a:extLst>
            </p:cNvPr>
            <p:cNvSpPr/>
            <p:nvPr/>
          </p:nvSpPr>
          <p:spPr>
            <a:xfrm>
              <a:off x="6203156" y="3364706"/>
              <a:ext cx="28575" cy="28575"/>
            </a:xfrm>
            <a:custGeom>
              <a:avLst/>
              <a:gdLst>
                <a:gd name="connsiteX0" fmla="*/ 7144 w 28575"/>
                <a:gd name="connsiteY0" fmla="*/ 7144 h 28575"/>
                <a:gd name="connsiteX1" fmla="*/ 26194 w 28575"/>
                <a:gd name="connsiteY1" fmla="*/ 7144 h 28575"/>
                <a:gd name="connsiteX2" fmla="*/ 26194 w 28575"/>
                <a:gd name="connsiteY2" fmla="*/ 26194 h 28575"/>
                <a:gd name="connsiteX3" fmla="*/ 7144 w 28575"/>
                <a:gd name="connsiteY3" fmla="*/ 2619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28575">
                  <a:moveTo>
                    <a:pt x="7144" y="7144"/>
                  </a:moveTo>
                  <a:lnTo>
                    <a:pt x="26194" y="7144"/>
                  </a:lnTo>
                  <a:lnTo>
                    <a:pt x="26194" y="26194"/>
                  </a:lnTo>
                  <a:lnTo>
                    <a:pt x="7144" y="2619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9452A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31" name="Freeform: Shape 21">
              <a:extLst>
                <a:ext uri="{FF2B5EF4-FFF2-40B4-BE49-F238E27FC236}">
                  <a16:creationId xmlns:a16="http://schemas.microsoft.com/office/drawing/2014/main" id="{02234BE1-EB15-E842-91A1-9D67B916270D}"/>
                </a:ext>
              </a:extLst>
            </p:cNvPr>
            <p:cNvSpPr/>
            <p:nvPr/>
          </p:nvSpPr>
          <p:spPr>
            <a:xfrm>
              <a:off x="5803101" y="3288506"/>
              <a:ext cx="219075" cy="352425"/>
            </a:xfrm>
            <a:custGeom>
              <a:avLst/>
              <a:gdLst>
                <a:gd name="connsiteX0" fmla="*/ 35238 w 219075"/>
                <a:gd name="connsiteY0" fmla="*/ 217580 h 352425"/>
                <a:gd name="connsiteX1" fmla="*/ 45249 w 219075"/>
                <a:gd name="connsiteY1" fmla="*/ 222580 h 352425"/>
                <a:gd name="connsiteX2" fmla="*/ 45249 w 219075"/>
                <a:gd name="connsiteY2" fmla="*/ 302419 h 352425"/>
                <a:gd name="connsiteX3" fmla="*/ 73632 w 219075"/>
                <a:gd name="connsiteY3" fmla="*/ 330995 h 352425"/>
                <a:gd name="connsiteX4" fmla="*/ 84453 w 219075"/>
                <a:gd name="connsiteY4" fmla="*/ 328898 h 352425"/>
                <a:gd name="connsiteX5" fmla="*/ 119183 w 219075"/>
                <a:gd name="connsiteY5" fmla="*/ 349109 h 352425"/>
                <a:gd name="connsiteX6" fmla="*/ 139394 w 219075"/>
                <a:gd name="connsiteY6" fmla="*/ 328898 h 352425"/>
                <a:gd name="connsiteX7" fmla="*/ 174112 w 219075"/>
                <a:gd name="connsiteY7" fmla="*/ 317659 h 352425"/>
                <a:gd name="connsiteX8" fmla="*/ 188124 w 219075"/>
                <a:gd name="connsiteY8" fmla="*/ 321469 h 352425"/>
                <a:gd name="connsiteX9" fmla="*/ 216699 w 219075"/>
                <a:gd name="connsiteY9" fmla="*/ 292894 h 352425"/>
                <a:gd name="connsiteX10" fmla="*/ 216699 w 219075"/>
                <a:gd name="connsiteY10" fmla="*/ 192615 h 352425"/>
                <a:gd name="connsiteX11" fmla="*/ 197649 w 219075"/>
                <a:gd name="connsiteY11" fmla="*/ 109747 h 352425"/>
                <a:gd name="connsiteX12" fmla="*/ 197649 w 219075"/>
                <a:gd name="connsiteY12" fmla="*/ 83344 h 352425"/>
                <a:gd name="connsiteX13" fmla="*/ 207174 w 219075"/>
                <a:gd name="connsiteY13" fmla="*/ 83344 h 352425"/>
                <a:gd name="connsiteX14" fmla="*/ 216699 w 219075"/>
                <a:gd name="connsiteY14" fmla="*/ 73819 h 352425"/>
                <a:gd name="connsiteX15" fmla="*/ 216699 w 219075"/>
                <a:gd name="connsiteY15" fmla="*/ 7144 h 352425"/>
                <a:gd name="connsiteX16" fmla="*/ 197649 w 219075"/>
                <a:gd name="connsiteY16" fmla="*/ 7144 h 352425"/>
                <a:gd name="connsiteX17" fmla="*/ 197649 w 219075"/>
                <a:gd name="connsiteY17" fmla="*/ 64294 h 352425"/>
                <a:gd name="connsiteX18" fmla="*/ 64299 w 219075"/>
                <a:gd name="connsiteY18" fmla="*/ 64294 h 352425"/>
                <a:gd name="connsiteX19" fmla="*/ 64299 w 219075"/>
                <a:gd name="connsiteY19" fmla="*/ 7144 h 352425"/>
                <a:gd name="connsiteX20" fmla="*/ 45249 w 219075"/>
                <a:gd name="connsiteY20" fmla="*/ 7144 h 352425"/>
                <a:gd name="connsiteX21" fmla="*/ 45249 w 219075"/>
                <a:gd name="connsiteY21" fmla="*/ 73819 h 352425"/>
                <a:gd name="connsiteX22" fmla="*/ 54774 w 219075"/>
                <a:gd name="connsiteY22" fmla="*/ 83344 h 352425"/>
                <a:gd name="connsiteX23" fmla="*/ 64299 w 219075"/>
                <a:gd name="connsiteY23" fmla="*/ 83344 h 352425"/>
                <a:gd name="connsiteX24" fmla="*/ 64299 w 219075"/>
                <a:gd name="connsiteY24" fmla="*/ 96679 h 352425"/>
                <a:gd name="connsiteX25" fmla="*/ 55812 w 219075"/>
                <a:gd name="connsiteY25" fmla="*/ 112528 h 352425"/>
                <a:gd name="connsiteX26" fmla="*/ 29780 w 219075"/>
                <a:gd name="connsiteY26" fmla="*/ 129835 h 352425"/>
                <a:gd name="connsiteX27" fmla="*/ 15686 w 219075"/>
                <a:gd name="connsiteY27" fmla="*/ 200318 h 352425"/>
                <a:gd name="connsiteX28" fmla="*/ 35238 w 219075"/>
                <a:gd name="connsiteY28" fmla="*/ 217580 h 352425"/>
                <a:gd name="connsiteX29" fmla="*/ 40343 w 219075"/>
                <a:gd name="connsiteY29" fmla="*/ 145685 h 352425"/>
                <a:gd name="connsiteX30" fmla="*/ 66385 w 219075"/>
                <a:gd name="connsiteY30" fmla="*/ 128330 h 352425"/>
                <a:gd name="connsiteX31" fmla="*/ 83349 w 219075"/>
                <a:gd name="connsiteY31" fmla="*/ 96679 h 352425"/>
                <a:gd name="connsiteX32" fmla="*/ 83349 w 219075"/>
                <a:gd name="connsiteY32" fmla="*/ 83344 h 352425"/>
                <a:gd name="connsiteX33" fmla="*/ 178599 w 219075"/>
                <a:gd name="connsiteY33" fmla="*/ 83344 h 352425"/>
                <a:gd name="connsiteX34" fmla="*/ 178599 w 219075"/>
                <a:gd name="connsiteY34" fmla="*/ 111919 h 352425"/>
                <a:gd name="connsiteX35" fmla="*/ 179599 w 219075"/>
                <a:gd name="connsiteY35" fmla="*/ 116176 h 352425"/>
                <a:gd name="connsiteX36" fmla="*/ 197649 w 219075"/>
                <a:gd name="connsiteY36" fmla="*/ 192615 h 352425"/>
                <a:gd name="connsiteX37" fmla="*/ 197649 w 219075"/>
                <a:gd name="connsiteY37" fmla="*/ 292894 h 352425"/>
                <a:gd name="connsiteX38" fmla="*/ 188124 w 219075"/>
                <a:gd name="connsiteY38" fmla="*/ 302419 h 352425"/>
                <a:gd name="connsiteX39" fmla="*/ 178599 w 219075"/>
                <a:gd name="connsiteY39" fmla="*/ 292894 h 352425"/>
                <a:gd name="connsiteX40" fmla="*/ 178599 w 219075"/>
                <a:gd name="connsiteY40" fmla="*/ 216694 h 352425"/>
                <a:gd name="connsiteX41" fmla="*/ 159549 w 219075"/>
                <a:gd name="connsiteY41" fmla="*/ 216694 h 352425"/>
                <a:gd name="connsiteX42" fmla="*/ 159549 w 219075"/>
                <a:gd name="connsiteY42" fmla="*/ 302419 h 352425"/>
                <a:gd name="connsiteX43" fmla="*/ 150024 w 219075"/>
                <a:gd name="connsiteY43" fmla="*/ 311944 h 352425"/>
                <a:gd name="connsiteX44" fmla="*/ 140499 w 219075"/>
                <a:gd name="connsiteY44" fmla="*/ 302419 h 352425"/>
                <a:gd name="connsiteX45" fmla="*/ 140499 w 219075"/>
                <a:gd name="connsiteY45" fmla="*/ 235744 h 352425"/>
                <a:gd name="connsiteX46" fmla="*/ 121449 w 219075"/>
                <a:gd name="connsiteY46" fmla="*/ 235744 h 352425"/>
                <a:gd name="connsiteX47" fmla="*/ 121449 w 219075"/>
                <a:gd name="connsiteY47" fmla="*/ 321469 h 352425"/>
                <a:gd name="connsiteX48" fmla="*/ 111924 w 219075"/>
                <a:gd name="connsiteY48" fmla="*/ 330994 h 352425"/>
                <a:gd name="connsiteX49" fmla="*/ 102399 w 219075"/>
                <a:gd name="connsiteY49" fmla="*/ 321469 h 352425"/>
                <a:gd name="connsiteX50" fmla="*/ 102399 w 219075"/>
                <a:gd name="connsiteY50" fmla="*/ 216694 h 352425"/>
                <a:gd name="connsiteX51" fmla="*/ 83349 w 219075"/>
                <a:gd name="connsiteY51" fmla="*/ 216694 h 352425"/>
                <a:gd name="connsiteX52" fmla="*/ 83349 w 219075"/>
                <a:gd name="connsiteY52" fmla="*/ 302419 h 352425"/>
                <a:gd name="connsiteX53" fmla="*/ 73824 w 219075"/>
                <a:gd name="connsiteY53" fmla="*/ 311944 h 352425"/>
                <a:gd name="connsiteX54" fmla="*/ 64299 w 219075"/>
                <a:gd name="connsiteY54" fmla="*/ 302419 h 352425"/>
                <a:gd name="connsiteX55" fmla="*/ 64299 w 219075"/>
                <a:gd name="connsiteY55" fmla="*/ 178594 h 352425"/>
                <a:gd name="connsiteX56" fmla="*/ 45249 w 219075"/>
                <a:gd name="connsiteY56" fmla="*/ 178594 h 352425"/>
                <a:gd name="connsiteX57" fmla="*/ 45249 w 219075"/>
                <a:gd name="connsiteY57" fmla="*/ 201282 h 352425"/>
                <a:gd name="connsiteX58" fmla="*/ 43763 w 219075"/>
                <a:gd name="connsiteY58" fmla="*/ 200501 h 352425"/>
                <a:gd name="connsiteX59" fmla="*/ 29555 w 219075"/>
                <a:gd name="connsiteY59" fmla="*/ 157869 h 352425"/>
                <a:gd name="connsiteX60" fmla="*/ 40343 w 219075"/>
                <a:gd name="connsiteY60" fmla="*/ 145647 h 35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219075" h="352425">
                  <a:moveTo>
                    <a:pt x="35238" y="217580"/>
                  </a:moveTo>
                  <a:lnTo>
                    <a:pt x="45249" y="222580"/>
                  </a:lnTo>
                  <a:lnTo>
                    <a:pt x="45249" y="302419"/>
                  </a:lnTo>
                  <a:cubicBezTo>
                    <a:pt x="45195" y="318147"/>
                    <a:pt x="57903" y="330941"/>
                    <a:pt x="73632" y="330995"/>
                  </a:cubicBezTo>
                  <a:cubicBezTo>
                    <a:pt x="77341" y="331007"/>
                    <a:pt x="81017" y="330296"/>
                    <a:pt x="84453" y="328898"/>
                  </a:cubicBezTo>
                  <a:cubicBezTo>
                    <a:pt x="88463" y="344070"/>
                    <a:pt x="104011" y="353118"/>
                    <a:pt x="119183" y="349109"/>
                  </a:cubicBezTo>
                  <a:cubicBezTo>
                    <a:pt x="129065" y="346498"/>
                    <a:pt x="136782" y="338780"/>
                    <a:pt x="139394" y="328898"/>
                  </a:cubicBezTo>
                  <a:cubicBezTo>
                    <a:pt x="152159" y="334107"/>
                    <a:pt x="166821" y="329360"/>
                    <a:pt x="174112" y="317659"/>
                  </a:cubicBezTo>
                  <a:cubicBezTo>
                    <a:pt x="178371" y="320128"/>
                    <a:pt x="183201" y="321441"/>
                    <a:pt x="188124" y="321469"/>
                  </a:cubicBezTo>
                  <a:cubicBezTo>
                    <a:pt x="203906" y="321469"/>
                    <a:pt x="216699" y="308676"/>
                    <a:pt x="216699" y="292894"/>
                  </a:cubicBezTo>
                  <a:lnTo>
                    <a:pt x="216699" y="192615"/>
                  </a:lnTo>
                  <a:cubicBezTo>
                    <a:pt x="216658" y="163911"/>
                    <a:pt x="210146" y="135586"/>
                    <a:pt x="197649" y="109747"/>
                  </a:cubicBezTo>
                  <a:lnTo>
                    <a:pt x="197649" y="83344"/>
                  </a:lnTo>
                  <a:lnTo>
                    <a:pt x="207174" y="83344"/>
                  </a:lnTo>
                  <a:cubicBezTo>
                    <a:pt x="212434" y="83344"/>
                    <a:pt x="216699" y="79079"/>
                    <a:pt x="216699" y="73819"/>
                  </a:cubicBezTo>
                  <a:lnTo>
                    <a:pt x="216699" y="7144"/>
                  </a:lnTo>
                  <a:lnTo>
                    <a:pt x="197649" y="7144"/>
                  </a:lnTo>
                  <a:lnTo>
                    <a:pt x="197649" y="64294"/>
                  </a:lnTo>
                  <a:lnTo>
                    <a:pt x="64299" y="64294"/>
                  </a:lnTo>
                  <a:lnTo>
                    <a:pt x="64299" y="7144"/>
                  </a:lnTo>
                  <a:lnTo>
                    <a:pt x="45249" y="7144"/>
                  </a:lnTo>
                  <a:lnTo>
                    <a:pt x="45249" y="73819"/>
                  </a:lnTo>
                  <a:cubicBezTo>
                    <a:pt x="45249" y="79079"/>
                    <a:pt x="49513" y="83344"/>
                    <a:pt x="54774" y="83344"/>
                  </a:cubicBezTo>
                  <a:lnTo>
                    <a:pt x="64299" y="83344"/>
                  </a:lnTo>
                  <a:lnTo>
                    <a:pt x="64299" y="96679"/>
                  </a:lnTo>
                  <a:cubicBezTo>
                    <a:pt x="64297" y="103048"/>
                    <a:pt x="61113" y="108996"/>
                    <a:pt x="55812" y="112528"/>
                  </a:cubicBezTo>
                  <a:lnTo>
                    <a:pt x="29780" y="129835"/>
                  </a:lnTo>
                  <a:cubicBezTo>
                    <a:pt x="6425" y="145407"/>
                    <a:pt x="115" y="176963"/>
                    <a:pt x="15686" y="200318"/>
                  </a:cubicBezTo>
                  <a:cubicBezTo>
                    <a:pt x="20591" y="207675"/>
                    <a:pt x="27330" y="213624"/>
                    <a:pt x="35238" y="217580"/>
                  </a:cubicBezTo>
                  <a:close/>
                  <a:moveTo>
                    <a:pt x="40343" y="145685"/>
                  </a:moveTo>
                  <a:lnTo>
                    <a:pt x="66385" y="128330"/>
                  </a:lnTo>
                  <a:cubicBezTo>
                    <a:pt x="76978" y="121282"/>
                    <a:pt x="83344" y="109402"/>
                    <a:pt x="83349" y="96679"/>
                  </a:cubicBezTo>
                  <a:lnTo>
                    <a:pt x="83349" y="83344"/>
                  </a:lnTo>
                  <a:lnTo>
                    <a:pt x="178599" y="83344"/>
                  </a:lnTo>
                  <a:lnTo>
                    <a:pt x="178599" y="111919"/>
                  </a:lnTo>
                  <a:cubicBezTo>
                    <a:pt x="178598" y="113396"/>
                    <a:pt x="178940" y="114854"/>
                    <a:pt x="179599" y="116176"/>
                  </a:cubicBezTo>
                  <a:cubicBezTo>
                    <a:pt x="191439" y="139919"/>
                    <a:pt x="197617" y="166083"/>
                    <a:pt x="197649" y="192615"/>
                  </a:cubicBezTo>
                  <a:lnTo>
                    <a:pt x="197649" y="292894"/>
                  </a:lnTo>
                  <a:cubicBezTo>
                    <a:pt x="197649" y="298154"/>
                    <a:pt x="193384" y="302419"/>
                    <a:pt x="188124" y="302419"/>
                  </a:cubicBezTo>
                  <a:cubicBezTo>
                    <a:pt x="182863" y="302419"/>
                    <a:pt x="178599" y="298154"/>
                    <a:pt x="178599" y="292894"/>
                  </a:cubicBezTo>
                  <a:lnTo>
                    <a:pt x="178599" y="216694"/>
                  </a:lnTo>
                  <a:lnTo>
                    <a:pt x="159549" y="216694"/>
                  </a:lnTo>
                  <a:lnTo>
                    <a:pt x="159549" y="302419"/>
                  </a:lnTo>
                  <a:cubicBezTo>
                    <a:pt x="159549" y="307679"/>
                    <a:pt x="155284" y="311944"/>
                    <a:pt x="150024" y="311944"/>
                  </a:cubicBezTo>
                  <a:cubicBezTo>
                    <a:pt x="144763" y="311944"/>
                    <a:pt x="140499" y="307679"/>
                    <a:pt x="140499" y="302419"/>
                  </a:cubicBezTo>
                  <a:lnTo>
                    <a:pt x="140499" y="235744"/>
                  </a:lnTo>
                  <a:lnTo>
                    <a:pt x="121449" y="235744"/>
                  </a:lnTo>
                  <a:lnTo>
                    <a:pt x="121449" y="321469"/>
                  </a:lnTo>
                  <a:cubicBezTo>
                    <a:pt x="121449" y="326729"/>
                    <a:pt x="117184" y="330994"/>
                    <a:pt x="111924" y="330994"/>
                  </a:cubicBezTo>
                  <a:cubicBezTo>
                    <a:pt x="106663" y="330994"/>
                    <a:pt x="102399" y="326729"/>
                    <a:pt x="102399" y="321469"/>
                  </a:cubicBezTo>
                  <a:lnTo>
                    <a:pt x="102399" y="216694"/>
                  </a:lnTo>
                  <a:lnTo>
                    <a:pt x="83349" y="216694"/>
                  </a:lnTo>
                  <a:lnTo>
                    <a:pt x="83349" y="302419"/>
                  </a:lnTo>
                  <a:cubicBezTo>
                    <a:pt x="83349" y="307679"/>
                    <a:pt x="79084" y="311944"/>
                    <a:pt x="73824" y="311944"/>
                  </a:cubicBezTo>
                  <a:cubicBezTo>
                    <a:pt x="68563" y="311944"/>
                    <a:pt x="64299" y="307679"/>
                    <a:pt x="64299" y="302419"/>
                  </a:cubicBezTo>
                  <a:lnTo>
                    <a:pt x="64299" y="178594"/>
                  </a:lnTo>
                  <a:lnTo>
                    <a:pt x="45249" y="178594"/>
                  </a:lnTo>
                  <a:lnTo>
                    <a:pt x="45249" y="201282"/>
                  </a:lnTo>
                  <a:lnTo>
                    <a:pt x="43763" y="200501"/>
                  </a:lnTo>
                  <a:cubicBezTo>
                    <a:pt x="28067" y="192652"/>
                    <a:pt x="21706" y="173565"/>
                    <a:pt x="29555" y="157869"/>
                  </a:cubicBezTo>
                  <a:cubicBezTo>
                    <a:pt x="32027" y="152926"/>
                    <a:pt x="35746" y="148714"/>
                    <a:pt x="40343" y="14564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9452A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32" name="Freeform: Shape 22">
              <a:extLst>
                <a:ext uri="{FF2B5EF4-FFF2-40B4-BE49-F238E27FC236}">
                  <a16:creationId xmlns:a16="http://schemas.microsoft.com/office/drawing/2014/main" id="{FAFEFEAC-D616-B544-BADE-17E7A381C1FA}"/>
                </a:ext>
              </a:extLst>
            </p:cNvPr>
            <p:cNvSpPr/>
            <p:nvPr/>
          </p:nvSpPr>
          <p:spPr>
            <a:xfrm>
              <a:off x="5955506" y="3307556"/>
              <a:ext cx="28575" cy="28575"/>
            </a:xfrm>
            <a:custGeom>
              <a:avLst/>
              <a:gdLst>
                <a:gd name="connsiteX0" fmla="*/ 7144 w 28575"/>
                <a:gd name="connsiteY0" fmla="*/ 7144 h 28575"/>
                <a:gd name="connsiteX1" fmla="*/ 26194 w 28575"/>
                <a:gd name="connsiteY1" fmla="*/ 7144 h 28575"/>
                <a:gd name="connsiteX2" fmla="*/ 26194 w 28575"/>
                <a:gd name="connsiteY2" fmla="*/ 26194 h 28575"/>
                <a:gd name="connsiteX3" fmla="*/ 7144 w 28575"/>
                <a:gd name="connsiteY3" fmla="*/ 2619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28575">
                  <a:moveTo>
                    <a:pt x="7144" y="7144"/>
                  </a:moveTo>
                  <a:lnTo>
                    <a:pt x="26194" y="7144"/>
                  </a:lnTo>
                  <a:lnTo>
                    <a:pt x="26194" y="26194"/>
                  </a:lnTo>
                  <a:lnTo>
                    <a:pt x="7144" y="2619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9452A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33" name="Freeform: Shape 24">
              <a:extLst>
                <a:ext uri="{FF2B5EF4-FFF2-40B4-BE49-F238E27FC236}">
                  <a16:creationId xmlns:a16="http://schemas.microsoft.com/office/drawing/2014/main" id="{EADAC036-2E82-6845-8475-3ECCFDDA99E8}"/>
                </a:ext>
              </a:extLst>
            </p:cNvPr>
            <p:cNvSpPr/>
            <p:nvPr/>
          </p:nvSpPr>
          <p:spPr>
            <a:xfrm>
              <a:off x="6107906" y="3212306"/>
              <a:ext cx="28575" cy="28575"/>
            </a:xfrm>
            <a:custGeom>
              <a:avLst/>
              <a:gdLst>
                <a:gd name="connsiteX0" fmla="*/ 7144 w 28575"/>
                <a:gd name="connsiteY0" fmla="*/ 7144 h 28575"/>
                <a:gd name="connsiteX1" fmla="*/ 26194 w 28575"/>
                <a:gd name="connsiteY1" fmla="*/ 7144 h 28575"/>
                <a:gd name="connsiteX2" fmla="*/ 26194 w 28575"/>
                <a:gd name="connsiteY2" fmla="*/ 26194 h 28575"/>
                <a:gd name="connsiteX3" fmla="*/ 7144 w 28575"/>
                <a:gd name="connsiteY3" fmla="*/ 2619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28575">
                  <a:moveTo>
                    <a:pt x="7144" y="7144"/>
                  </a:moveTo>
                  <a:lnTo>
                    <a:pt x="26194" y="7144"/>
                  </a:lnTo>
                  <a:lnTo>
                    <a:pt x="26194" y="26194"/>
                  </a:lnTo>
                  <a:lnTo>
                    <a:pt x="7144" y="2619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9452A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34" name="Freeform: Shape 25">
              <a:extLst>
                <a:ext uri="{FF2B5EF4-FFF2-40B4-BE49-F238E27FC236}">
                  <a16:creationId xmlns:a16="http://schemas.microsoft.com/office/drawing/2014/main" id="{06DA1F23-E590-D241-AD38-869EFD2565BB}"/>
                </a:ext>
              </a:extLst>
            </p:cNvPr>
            <p:cNvSpPr/>
            <p:nvPr/>
          </p:nvSpPr>
          <p:spPr>
            <a:xfrm>
              <a:off x="5803091" y="3059901"/>
              <a:ext cx="352425" cy="219075"/>
            </a:xfrm>
            <a:custGeom>
              <a:avLst/>
              <a:gdLst>
                <a:gd name="connsiteX0" fmla="*/ 28305 w 352425"/>
                <a:gd name="connsiteY0" fmla="*/ 139394 h 219075"/>
                <a:gd name="connsiteX1" fmla="*/ 39544 w 352425"/>
                <a:gd name="connsiteY1" fmla="*/ 174112 h 219075"/>
                <a:gd name="connsiteX2" fmla="*/ 35734 w 352425"/>
                <a:gd name="connsiteY2" fmla="*/ 188124 h 219075"/>
                <a:gd name="connsiteX3" fmla="*/ 64309 w 352425"/>
                <a:gd name="connsiteY3" fmla="*/ 216699 h 219075"/>
                <a:gd name="connsiteX4" fmla="*/ 164588 w 352425"/>
                <a:gd name="connsiteY4" fmla="*/ 216699 h 219075"/>
                <a:gd name="connsiteX5" fmla="*/ 247456 w 352425"/>
                <a:gd name="connsiteY5" fmla="*/ 197649 h 219075"/>
                <a:gd name="connsiteX6" fmla="*/ 273859 w 352425"/>
                <a:gd name="connsiteY6" fmla="*/ 197649 h 219075"/>
                <a:gd name="connsiteX7" fmla="*/ 273859 w 352425"/>
                <a:gd name="connsiteY7" fmla="*/ 207174 h 219075"/>
                <a:gd name="connsiteX8" fmla="*/ 283384 w 352425"/>
                <a:gd name="connsiteY8" fmla="*/ 216699 h 219075"/>
                <a:gd name="connsiteX9" fmla="*/ 350059 w 352425"/>
                <a:gd name="connsiteY9" fmla="*/ 216699 h 219075"/>
                <a:gd name="connsiteX10" fmla="*/ 350059 w 352425"/>
                <a:gd name="connsiteY10" fmla="*/ 197649 h 219075"/>
                <a:gd name="connsiteX11" fmla="*/ 292909 w 352425"/>
                <a:gd name="connsiteY11" fmla="*/ 197649 h 219075"/>
                <a:gd name="connsiteX12" fmla="*/ 292909 w 352425"/>
                <a:gd name="connsiteY12" fmla="*/ 64299 h 219075"/>
                <a:gd name="connsiteX13" fmla="*/ 350059 w 352425"/>
                <a:gd name="connsiteY13" fmla="*/ 64299 h 219075"/>
                <a:gd name="connsiteX14" fmla="*/ 350059 w 352425"/>
                <a:gd name="connsiteY14" fmla="*/ 45249 h 219075"/>
                <a:gd name="connsiteX15" fmla="*/ 283384 w 352425"/>
                <a:gd name="connsiteY15" fmla="*/ 45249 h 219075"/>
                <a:gd name="connsiteX16" fmla="*/ 273859 w 352425"/>
                <a:gd name="connsiteY16" fmla="*/ 54774 h 219075"/>
                <a:gd name="connsiteX17" fmla="*/ 273859 w 352425"/>
                <a:gd name="connsiteY17" fmla="*/ 64299 h 219075"/>
                <a:gd name="connsiteX18" fmla="*/ 260572 w 352425"/>
                <a:gd name="connsiteY18" fmla="*/ 64299 h 219075"/>
                <a:gd name="connsiteX19" fmla="*/ 244722 w 352425"/>
                <a:gd name="connsiteY19" fmla="*/ 55812 h 219075"/>
                <a:gd name="connsiteX20" fmla="*/ 227368 w 352425"/>
                <a:gd name="connsiteY20" fmla="*/ 29780 h 219075"/>
                <a:gd name="connsiteX21" fmla="*/ 156885 w 352425"/>
                <a:gd name="connsiteY21" fmla="*/ 15686 h 219075"/>
                <a:gd name="connsiteX22" fmla="*/ 139623 w 352425"/>
                <a:gd name="connsiteY22" fmla="*/ 35238 h 219075"/>
                <a:gd name="connsiteX23" fmla="*/ 134623 w 352425"/>
                <a:gd name="connsiteY23" fmla="*/ 45249 h 219075"/>
                <a:gd name="connsiteX24" fmla="*/ 54784 w 352425"/>
                <a:gd name="connsiteY24" fmla="*/ 45249 h 219075"/>
                <a:gd name="connsiteX25" fmla="*/ 26208 w 352425"/>
                <a:gd name="connsiteY25" fmla="*/ 73632 h 219075"/>
                <a:gd name="connsiteX26" fmla="*/ 28305 w 352425"/>
                <a:gd name="connsiteY26" fmla="*/ 84453 h 219075"/>
                <a:gd name="connsiteX27" fmla="*/ 8094 w 352425"/>
                <a:gd name="connsiteY27" fmla="*/ 119183 h 219075"/>
                <a:gd name="connsiteX28" fmla="*/ 28305 w 352425"/>
                <a:gd name="connsiteY28" fmla="*/ 139394 h 219075"/>
                <a:gd name="connsiteX29" fmla="*/ 35734 w 352425"/>
                <a:gd name="connsiteY29" fmla="*/ 102399 h 219075"/>
                <a:gd name="connsiteX30" fmla="*/ 140509 w 352425"/>
                <a:gd name="connsiteY30" fmla="*/ 102399 h 219075"/>
                <a:gd name="connsiteX31" fmla="*/ 140509 w 352425"/>
                <a:gd name="connsiteY31" fmla="*/ 83349 h 219075"/>
                <a:gd name="connsiteX32" fmla="*/ 54784 w 352425"/>
                <a:gd name="connsiteY32" fmla="*/ 83349 h 219075"/>
                <a:gd name="connsiteX33" fmla="*/ 45259 w 352425"/>
                <a:gd name="connsiteY33" fmla="*/ 73824 h 219075"/>
                <a:gd name="connsiteX34" fmla="*/ 54784 w 352425"/>
                <a:gd name="connsiteY34" fmla="*/ 64299 h 219075"/>
                <a:gd name="connsiteX35" fmla="*/ 178609 w 352425"/>
                <a:gd name="connsiteY35" fmla="*/ 64299 h 219075"/>
                <a:gd name="connsiteX36" fmla="*/ 178609 w 352425"/>
                <a:gd name="connsiteY36" fmla="*/ 45249 h 219075"/>
                <a:gd name="connsiteX37" fmla="*/ 155921 w 352425"/>
                <a:gd name="connsiteY37" fmla="*/ 45249 h 219075"/>
                <a:gd name="connsiteX38" fmla="*/ 156664 w 352425"/>
                <a:gd name="connsiteY38" fmla="*/ 43763 h 219075"/>
                <a:gd name="connsiteX39" fmla="*/ 199296 w 352425"/>
                <a:gd name="connsiteY39" fmla="*/ 29555 h 219075"/>
                <a:gd name="connsiteX40" fmla="*/ 211518 w 352425"/>
                <a:gd name="connsiteY40" fmla="*/ 40343 h 219075"/>
                <a:gd name="connsiteX41" fmla="*/ 228873 w 352425"/>
                <a:gd name="connsiteY41" fmla="*/ 66385 h 219075"/>
                <a:gd name="connsiteX42" fmla="*/ 260572 w 352425"/>
                <a:gd name="connsiteY42" fmla="*/ 83349 h 219075"/>
                <a:gd name="connsiteX43" fmla="*/ 273859 w 352425"/>
                <a:gd name="connsiteY43" fmla="*/ 83349 h 219075"/>
                <a:gd name="connsiteX44" fmla="*/ 273859 w 352425"/>
                <a:gd name="connsiteY44" fmla="*/ 178599 h 219075"/>
                <a:gd name="connsiteX45" fmla="*/ 245284 w 352425"/>
                <a:gd name="connsiteY45" fmla="*/ 178599 h 219075"/>
                <a:gd name="connsiteX46" fmla="*/ 241026 w 352425"/>
                <a:gd name="connsiteY46" fmla="*/ 179599 h 219075"/>
                <a:gd name="connsiteX47" fmla="*/ 164588 w 352425"/>
                <a:gd name="connsiteY47" fmla="*/ 197649 h 219075"/>
                <a:gd name="connsiteX48" fmla="*/ 64309 w 352425"/>
                <a:gd name="connsiteY48" fmla="*/ 197649 h 219075"/>
                <a:gd name="connsiteX49" fmla="*/ 54784 w 352425"/>
                <a:gd name="connsiteY49" fmla="*/ 188124 h 219075"/>
                <a:gd name="connsiteX50" fmla="*/ 64309 w 352425"/>
                <a:gd name="connsiteY50" fmla="*/ 178599 h 219075"/>
                <a:gd name="connsiteX51" fmla="*/ 140509 w 352425"/>
                <a:gd name="connsiteY51" fmla="*/ 178599 h 219075"/>
                <a:gd name="connsiteX52" fmla="*/ 140509 w 352425"/>
                <a:gd name="connsiteY52" fmla="*/ 159549 h 219075"/>
                <a:gd name="connsiteX53" fmla="*/ 54784 w 352425"/>
                <a:gd name="connsiteY53" fmla="*/ 159549 h 219075"/>
                <a:gd name="connsiteX54" fmla="*/ 45259 w 352425"/>
                <a:gd name="connsiteY54" fmla="*/ 150024 h 219075"/>
                <a:gd name="connsiteX55" fmla="*/ 54784 w 352425"/>
                <a:gd name="connsiteY55" fmla="*/ 140499 h 219075"/>
                <a:gd name="connsiteX56" fmla="*/ 121459 w 352425"/>
                <a:gd name="connsiteY56" fmla="*/ 140499 h 219075"/>
                <a:gd name="connsiteX57" fmla="*/ 121459 w 352425"/>
                <a:gd name="connsiteY57" fmla="*/ 121449 h 219075"/>
                <a:gd name="connsiteX58" fmla="*/ 35734 w 352425"/>
                <a:gd name="connsiteY58" fmla="*/ 121449 h 219075"/>
                <a:gd name="connsiteX59" fmla="*/ 26209 w 352425"/>
                <a:gd name="connsiteY59" fmla="*/ 111924 h 219075"/>
                <a:gd name="connsiteX60" fmla="*/ 35734 w 352425"/>
                <a:gd name="connsiteY60" fmla="*/ 102399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352425" h="219075">
                  <a:moveTo>
                    <a:pt x="28305" y="139394"/>
                  </a:moveTo>
                  <a:cubicBezTo>
                    <a:pt x="23097" y="152159"/>
                    <a:pt x="27843" y="166821"/>
                    <a:pt x="39544" y="174112"/>
                  </a:cubicBezTo>
                  <a:cubicBezTo>
                    <a:pt x="37076" y="178371"/>
                    <a:pt x="35762" y="183201"/>
                    <a:pt x="35734" y="188124"/>
                  </a:cubicBezTo>
                  <a:cubicBezTo>
                    <a:pt x="35734" y="203906"/>
                    <a:pt x="48528" y="216699"/>
                    <a:pt x="64309" y="216699"/>
                  </a:cubicBezTo>
                  <a:lnTo>
                    <a:pt x="164588" y="216699"/>
                  </a:lnTo>
                  <a:cubicBezTo>
                    <a:pt x="193292" y="216658"/>
                    <a:pt x="221616" y="210146"/>
                    <a:pt x="247456" y="197649"/>
                  </a:cubicBezTo>
                  <a:lnTo>
                    <a:pt x="273859" y="197649"/>
                  </a:lnTo>
                  <a:lnTo>
                    <a:pt x="273859" y="207174"/>
                  </a:lnTo>
                  <a:cubicBezTo>
                    <a:pt x="273859" y="212434"/>
                    <a:pt x="278123" y="216699"/>
                    <a:pt x="283384" y="216699"/>
                  </a:cubicBezTo>
                  <a:lnTo>
                    <a:pt x="350059" y="216699"/>
                  </a:lnTo>
                  <a:lnTo>
                    <a:pt x="350059" y="197649"/>
                  </a:lnTo>
                  <a:lnTo>
                    <a:pt x="292909" y="197649"/>
                  </a:lnTo>
                  <a:lnTo>
                    <a:pt x="292909" y="64299"/>
                  </a:lnTo>
                  <a:lnTo>
                    <a:pt x="350059" y="64299"/>
                  </a:lnTo>
                  <a:lnTo>
                    <a:pt x="350059" y="45249"/>
                  </a:lnTo>
                  <a:lnTo>
                    <a:pt x="283384" y="45249"/>
                  </a:lnTo>
                  <a:cubicBezTo>
                    <a:pt x="278123" y="45249"/>
                    <a:pt x="273859" y="49513"/>
                    <a:pt x="273859" y="54774"/>
                  </a:cubicBezTo>
                  <a:lnTo>
                    <a:pt x="273859" y="64299"/>
                  </a:lnTo>
                  <a:lnTo>
                    <a:pt x="260572" y="64299"/>
                  </a:lnTo>
                  <a:cubicBezTo>
                    <a:pt x="254202" y="64297"/>
                    <a:pt x="248254" y="61113"/>
                    <a:pt x="244722" y="55812"/>
                  </a:cubicBezTo>
                  <a:lnTo>
                    <a:pt x="227368" y="29780"/>
                  </a:lnTo>
                  <a:cubicBezTo>
                    <a:pt x="211796" y="6425"/>
                    <a:pt x="180240" y="115"/>
                    <a:pt x="156885" y="15686"/>
                  </a:cubicBezTo>
                  <a:cubicBezTo>
                    <a:pt x="149528" y="20591"/>
                    <a:pt x="143579" y="27330"/>
                    <a:pt x="139623" y="35238"/>
                  </a:cubicBezTo>
                  <a:lnTo>
                    <a:pt x="134623" y="45249"/>
                  </a:lnTo>
                  <a:lnTo>
                    <a:pt x="54784" y="45249"/>
                  </a:lnTo>
                  <a:cubicBezTo>
                    <a:pt x="39055" y="45195"/>
                    <a:pt x="26261" y="57903"/>
                    <a:pt x="26208" y="73632"/>
                  </a:cubicBezTo>
                  <a:cubicBezTo>
                    <a:pt x="26196" y="77341"/>
                    <a:pt x="26908" y="81017"/>
                    <a:pt x="28305" y="84453"/>
                  </a:cubicBezTo>
                  <a:cubicBezTo>
                    <a:pt x="13133" y="88463"/>
                    <a:pt x="4085" y="104011"/>
                    <a:pt x="8094" y="119183"/>
                  </a:cubicBezTo>
                  <a:cubicBezTo>
                    <a:pt x="10705" y="129065"/>
                    <a:pt x="18423" y="136782"/>
                    <a:pt x="28305" y="139394"/>
                  </a:cubicBezTo>
                  <a:close/>
                  <a:moveTo>
                    <a:pt x="35734" y="102399"/>
                  </a:moveTo>
                  <a:lnTo>
                    <a:pt x="140509" y="102399"/>
                  </a:lnTo>
                  <a:lnTo>
                    <a:pt x="140509" y="83349"/>
                  </a:lnTo>
                  <a:lnTo>
                    <a:pt x="54784" y="83349"/>
                  </a:lnTo>
                  <a:cubicBezTo>
                    <a:pt x="49524" y="83349"/>
                    <a:pt x="45259" y="79084"/>
                    <a:pt x="45259" y="73824"/>
                  </a:cubicBezTo>
                  <a:cubicBezTo>
                    <a:pt x="45259" y="68563"/>
                    <a:pt x="49524" y="64299"/>
                    <a:pt x="54784" y="64299"/>
                  </a:cubicBezTo>
                  <a:lnTo>
                    <a:pt x="178609" y="64299"/>
                  </a:lnTo>
                  <a:lnTo>
                    <a:pt x="178609" y="45249"/>
                  </a:lnTo>
                  <a:lnTo>
                    <a:pt x="155921" y="45249"/>
                  </a:lnTo>
                  <a:lnTo>
                    <a:pt x="156664" y="43763"/>
                  </a:lnTo>
                  <a:cubicBezTo>
                    <a:pt x="164513" y="28067"/>
                    <a:pt x="183600" y="21706"/>
                    <a:pt x="199296" y="29555"/>
                  </a:cubicBezTo>
                  <a:cubicBezTo>
                    <a:pt x="204239" y="32027"/>
                    <a:pt x="208451" y="35746"/>
                    <a:pt x="211518" y="40343"/>
                  </a:cubicBezTo>
                  <a:lnTo>
                    <a:pt x="228873" y="66385"/>
                  </a:lnTo>
                  <a:cubicBezTo>
                    <a:pt x="235931" y="76992"/>
                    <a:pt x="247831" y="83360"/>
                    <a:pt x="260572" y="83349"/>
                  </a:cubicBezTo>
                  <a:lnTo>
                    <a:pt x="273859" y="83349"/>
                  </a:lnTo>
                  <a:lnTo>
                    <a:pt x="273859" y="178599"/>
                  </a:lnTo>
                  <a:lnTo>
                    <a:pt x="245284" y="178599"/>
                  </a:lnTo>
                  <a:cubicBezTo>
                    <a:pt x="243807" y="178598"/>
                    <a:pt x="242349" y="178940"/>
                    <a:pt x="241026" y="179599"/>
                  </a:cubicBezTo>
                  <a:cubicBezTo>
                    <a:pt x="217283" y="191439"/>
                    <a:pt x="191120" y="197617"/>
                    <a:pt x="164588" y="197649"/>
                  </a:cubicBezTo>
                  <a:lnTo>
                    <a:pt x="64309" y="197649"/>
                  </a:lnTo>
                  <a:cubicBezTo>
                    <a:pt x="59049" y="197649"/>
                    <a:pt x="54784" y="193384"/>
                    <a:pt x="54784" y="188124"/>
                  </a:cubicBezTo>
                  <a:cubicBezTo>
                    <a:pt x="54784" y="182863"/>
                    <a:pt x="59049" y="178599"/>
                    <a:pt x="64309" y="178599"/>
                  </a:cubicBezTo>
                  <a:lnTo>
                    <a:pt x="140509" y="178599"/>
                  </a:lnTo>
                  <a:lnTo>
                    <a:pt x="140509" y="159549"/>
                  </a:lnTo>
                  <a:lnTo>
                    <a:pt x="54784" y="159549"/>
                  </a:lnTo>
                  <a:cubicBezTo>
                    <a:pt x="49524" y="159549"/>
                    <a:pt x="45259" y="155284"/>
                    <a:pt x="45259" y="150024"/>
                  </a:cubicBezTo>
                  <a:cubicBezTo>
                    <a:pt x="45259" y="144763"/>
                    <a:pt x="49524" y="140499"/>
                    <a:pt x="54784" y="140499"/>
                  </a:cubicBezTo>
                  <a:lnTo>
                    <a:pt x="121459" y="140499"/>
                  </a:lnTo>
                  <a:lnTo>
                    <a:pt x="121459" y="121449"/>
                  </a:lnTo>
                  <a:lnTo>
                    <a:pt x="35734" y="121449"/>
                  </a:lnTo>
                  <a:cubicBezTo>
                    <a:pt x="30474" y="121449"/>
                    <a:pt x="26209" y="117184"/>
                    <a:pt x="26209" y="111924"/>
                  </a:cubicBezTo>
                  <a:cubicBezTo>
                    <a:pt x="26209" y="106663"/>
                    <a:pt x="30474" y="102399"/>
                    <a:pt x="35734" y="1023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9452A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156A0F2D-4ADE-774B-BE5C-C9CCC2011476}"/>
              </a:ext>
            </a:extLst>
          </p:cNvPr>
          <p:cNvGrpSpPr/>
          <p:nvPr/>
        </p:nvGrpSpPr>
        <p:grpSpPr>
          <a:xfrm>
            <a:off x="10202094" y="1453145"/>
            <a:ext cx="343024" cy="341596"/>
            <a:chOff x="5803035" y="3059878"/>
            <a:chExt cx="585030" cy="582596"/>
          </a:xfrm>
          <a:solidFill>
            <a:schemeClr val="bg1"/>
          </a:solidFill>
        </p:grpSpPr>
        <p:sp>
          <p:nvSpPr>
            <p:cNvPr id="136" name="Freeform: Shape 33">
              <a:extLst>
                <a:ext uri="{FF2B5EF4-FFF2-40B4-BE49-F238E27FC236}">
                  <a16:creationId xmlns:a16="http://schemas.microsoft.com/office/drawing/2014/main" id="{ECD03E9A-B3C6-5946-A427-92B33555BEE1}"/>
                </a:ext>
              </a:extLst>
            </p:cNvPr>
            <p:cNvSpPr/>
            <p:nvPr/>
          </p:nvSpPr>
          <p:spPr>
            <a:xfrm>
              <a:off x="5993606" y="3193256"/>
              <a:ext cx="200025" cy="371475"/>
            </a:xfrm>
            <a:custGeom>
              <a:avLst/>
              <a:gdLst>
                <a:gd name="connsiteX0" fmla="*/ 54769 w 200025"/>
                <a:gd name="connsiteY0" fmla="*/ 369094 h 371475"/>
                <a:gd name="connsiteX1" fmla="*/ 150019 w 200025"/>
                <a:gd name="connsiteY1" fmla="*/ 369094 h 371475"/>
                <a:gd name="connsiteX2" fmla="*/ 159544 w 200025"/>
                <a:gd name="connsiteY2" fmla="*/ 359569 h 371475"/>
                <a:gd name="connsiteX3" fmla="*/ 159544 w 200025"/>
                <a:gd name="connsiteY3" fmla="*/ 235744 h 371475"/>
                <a:gd name="connsiteX4" fmla="*/ 188119 w 200025"/>
                <a:gd name="connsiteY4" fmla="*/ 235744 h 371475"/>
                <a:gd name="connsiteX5" fmla="*/ 197644 w 200025"/>
                <a:gd name="connsiteY5" fmla="*/ 226219 h 371475"/>
                <a:gd name="connsiteX6" fmla="*/ 197644 w 200025"/>
                <a:gd name="connsiteY6" fmla="*/ 136055 h 371475"/>
                <a:gd name="connsiteX7" fmla="*/ 145580 w 200025"/>
                <a:gd name="connsiteY7" fmla="*/ 74647 h 371475"/>
                <a:gd name="connsiteX8" fmla="*/ 150019 w 200025"/>
                <a:gd name="connsiteY8" fmla="*/ 54769 h 371475"/>
                <a:gd name="connsiteX9" fmla="*/ 102394 w 200025"/>
                <a:gd name="connsiteY9" fmla="*/ 7144 h 371475"/>
                <a:gd name="connsiteX10" fmla="*/ 54769 w 200025"/>
                <a:gd name="connsiteY10" fmla="*/ 54769 h 371475"/>
                <a:gd name="connsiteX11" fmla="*/ 59207 w 200025"/>
                <a:gd name="connsiteY11" fmla="*/ 74647 h 371475"/>
                <a:gd name="connsiteX12" fmla="*/ 7144 w 200025"/>
                <a:gd name="connsiteY12" fmla="*/ 136055 h 371475"/>
                <a:gd name="connsiteX13" fmla="*/ 7144 w 200025"/>
                <a:gd name="connsiteY13" fmla="*/ 226219 h 371475"/>
                <a:gd name="connsiteX14" fmla="*/ 16669 w 200025"/>
                <a:gd name="connsiteY14" fmla="*/ 235744 h 371475"/>
                <a:gd name="connsiteX15" fmla="*/ 45244 w 200025"/>
                <a:gd name="connsiteY15" fmla="*/ 235744 h 371475"/>
                <a:gd name="connsiteX16" fmla="*/ 45244 w 200025"/>
                <a:gd name="connsiteY16" fmla="*/ 359569 h 371475"/>
                <a:gd name="connsiteX17" fmla="*/ 54769 w 200025"/>
                <a:gd name="connsiteY17" fmla="*/ 369094 h 371475"/>
                <a:gd name="connsiteX18" fmla="*/ 26194 w 200025"/>
                <a:gd name="connsiteY18" fmla="*/ 216694 h 371475"/>
                <a:gd name="connsiteX19" fmla="*/ 26194 w 200025"/>
                <a:gd name="connsiteY19" fmla="*/ 136055 h 371475"/>
                <a:gd name="connsiteX20" fmla="*/ 69380 w 200025"/>
                <a:gd name="connsiteY20" fmla="*/ 92869 h 371475"/>
                <a:gd name="connsiteX21" fmla="*/ 77429 w 200025"/>
                <a:gd name="connsiteY21" fmla="*/ 92869 h 371475"/>
                <a:gd name="connsiteX22" fmla="*/ 86952 w 200025"/>
                <a:gd name="connsiteY22" fmla="*/ 83342 h 371475"/>
                <a:gd name="connsiteX23" fmla="*/ 83706 w 200025"/>
                <a:gd name="connsiteY23" fmla="*/ 76181 h 371475"/>
                <a:gd name="connsiteX24" fmla="*/ 73819 w 200025"/>
                <a:gd name="connsiteY24" fmla="*/ 54769 h 371475"/>
                <a:gd name="connsiteX25" fmla="*/ 102394 w 200025"/>
                <a:gd name="connsiteY25" fmla="*/ 26194 h 371475"/>
                <a:gd name="connsiteX26" fmla="*/ 130969 w 200025"/>
                <a:gd name="connsiteY26" fmla="*/ 54769 h 371475"/>
                <a:gd name="connsiteX27" fmla="*/ 121082 w 200025"/>
                <a:gd name="connsiteY27" fmla="*/ 76181 h 371475"/>
                <a:gd name="connsiteX28" fmla="*/ 120198 w 200025"/>
                <a:gd name="connsiteY28" fmla="*/ 89623 h 371475"/>
                <a:gd name="connsiteX29" fmla="*/ 127359 w 200025"/>
                <a:gd name="connsiteY29" fmla="*/ 92869 h 371475"/>
                <a:gd name="connsiteX30" fmla="*/ 135407 w 200025"/>
                <a:gd name="connsiteY30" fmla="*/ 92869 h 371475"/>
                <a:gd name="connsiteX31" fmla="*/ 178594 w 200025"/>
                <a:gd name="connsiteY31" fmla="*/ 136055 h 371475"/>
                <a:gd name="connsiteX32" fmla="*/ 178594 w 200025"/>
                <a:gd name="connsiteY32" fmla="*/ 216694 h 371475"/>
                <a:gd name="connsiteX33" fmla="*/ 159544 w 200025"/>
                <a:gd name="connsiteY33" fmla="*/ 216694 h 371475"/>
                <a:gd name="connsiteX34" fmla="*/ 159544 w 200025"/>
                <a:gd name="connsiteY34" fmla="*/ 121444 h 371475"/>
                <a:gd name="connsiteX35" fmla="*/ 140494 w 200025"/>
                <a:gd name="connsiteY35" fmla="*/ 121444 h 371475"/>
                <a:gd name="connsiteX36" fmla="*/ 140494 w 200025"/>
                <a:gd name="connsiteY36" fmla="*/ 350044 h 371475"/>
                <a:gd name="connsiteX37" fmla="*/ 111919 w 200025"/>
                <a:gd name="connsiteY37" fmla="*/ 350044 h 371475"/>
                <a:gd name="connsiteX38" fmla="*/ 111919 w 200025"/>
                <a:gd name="connsiteY38" fmla="*/ 216694 h 371475"/>
                <a:gd name="connsiteX39" fmla="*/ 92869 w 200025"/>
                <a:gd name="connsiteY39" fmla="*/ 216694 h 371475"/>
                <a:gd name="connsiteX40" fmla="*/ 92869 w 200025"/>
                <a:gd name="connsiteY40" fmla="*/ 350044 h 371475"/>
                <a:gd name="connsiteX41" fmla="*/ 64294 w 200025"/>
                <a:gd name="connsiteY41" fmla="*/ 350044 h 371475"/>
                <a:gd name="connsiteX42" fmla="*/ 64294 w 200025"/>
                <a:gd name="connsiteY42" fmla="*/ 121444 h 371475"/>
                <a:gd name="connsiteX43" fmla="*/ 45244 w 200025"/>
                <a:gd name="connsiteY43" fmla="*/ 121444 h 371475"/>
                <a:gd name="connsiteX44" fmla="*/ 45244 w 200025"/>
                <a:gd name="connsiteY44" fmla="*/ 216694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00025" h="371475">
                  <a:moveTo>
                    <a:pt x="54769" y="369094"/>
                  </a:moveTo>
                  <a:lnTo>
                    <a:pt x="150019" y="369094"/>
                  </a:lnTo>
                  <a:cubicBezTo>
                    <a:pt x="155279" y="369094"/>
                    <a:pt x="159544" y="364829"/>
                    <a:pt x="159544" y="359569"/>
                  </a:cubicBezTo>
                  <a:lnTo>
                    <a:pt x="159544" y="235744"/>
                  </a:lnTo>
                  <a:lnTo>
                    <a:pt x="188119" y="235744"/>
                  </a:lnTo>
                  <a:cubicBezTo>
                    <a:pt x="193379" y="235744"/>
                    <a:pt x="197644" y="231479"/>
                    <a:pt x="197644" y="226219"/>
                  </a:cubicBezTo>
                  <a:lnTo>
                    <a:pt x="197644" y="136055"/>
                  </a:lnTo>
                  <a:cubicBezTo>
                    <a:pt x="197601" y="105623"/>
                    <a:pt x="175595" y="79668"/>
                    <a:pt x="145580" y="74647"/>
                  </a:cubicBezTo>
                  <a:cubicBezTo>
                    <a:pt x="148496" y="68426"/>
                    <a:pt x="150010" y="61640"/>
                    <a:pt x="150019" y="54769"/>
                  </a:cubicBezTo>
                  <a:cubicBezTo>
                    <a:pt x="150019" y="28466"/>
                    <a:pt x="128696" y="7144"/>
                    <a:pt x="102394" y="7144"/>
                  </a:cubicBezTo>
                  <a:cubicBezTo>
                    <a:pt x="76091" y="7144"/>
                    <a:pt x="54769" y="28466"/>
                    <a:pt x="54769" y="54769"/>
                  </a:cubicBezTo>
                  <a:cubicBezTo>
                    <a:pt x="54777" y="61640"/>
                    <a:pt x="56292" y="68426"/>
                    <a:pt x="59207" y="74647"/>
                  </a:cubicBezTo>
                  <a:cubicBezTo>
                    <a:pt x="29192" y="79668"/>
                    <a:pt x="7187" y="105623"/>
                    <a:pt x="7144" y="136055"/>
                  </a:cubicBezTo>
                  <a:lnTo>
                    <a:pt x="7144" y="226219"/>
                  </a:lnTo>
                  <a:cubicBezTo>
                    <a:pt x="7144" y="231479"/>
                    <a:pt x="11408" y="235744"/>
                    <a:pt x="16669" y="235744"/>
                  </a:cubicBezTo>
                  <a:lnTo>
                    <a:pt x="45244" y="235744"/>
                  </a:lnTo>
                  <a:lnTo>
                    <a:pt x="45244" y="359569"/>
                  </a:lnTo>
                  <a:cubicBezTo>
                    <a:pt x="45244" y="364829"/>
                    <a:pt x="49508" y="369094"/>
                    <a:pt x="54769" y="369094"/>
                  </a:cubicBezTo>
                  <a:close/>
                  <a:moveTo>
                    <a:pt x="26194" y="216694"/>
                  </a:moveTo>
                  <a:lnTo>
                    <a:pt x="26194" y="136055"/>
                  </a:lnTo>
                  <a:cubicBezTo>
                    <a:pt x="26220" y="112215"/>
                    <a:pt x="45540" y="92895"/>
                    <a:pt x="69380" y="92869"/>
                  </a:cubicBezTo>
                  <a:lnTo>
                    <a:pt x="77429" y="92869"/>
                  </a:lnTo>
                  <a:cubicBezTo>
                    <a:pt x="82689" y="92868"/>
                    <a:pt x="86953" y="88602"/>
                    <a:pt x="86952" y="83342"/>
                  </a:cubicBezTo>
                  <a:cubicBezTo>
                    <a:pt x="86952" y="80599"/>
                    <a:pt x="85769" y="77989"/>
                    <a:pt x="83706" y="76181"/>
                  </a:cubicBezTo>
                  <a:cubicBezTo>
                    <a:pt x="77438" y="70832"/>
                    <a:pt x="73826" y="63008"/>
                    <a:pt x="73819" y="54769"/>
                  </a:cubicBezTo>
                  <a:cubicBezTo>
                    <a:pt x="73819" y="38987"/>
                    <a:pt x="86612" y="26194"/>
                    <a:pt x="102394" y="26194"/>
                  </a:cubicBezTo>
                  <a:cubicBezTo>
                    <a:pt x="118176" y="26194"/>
                    <a:pt x="130969" y="38987"/>
                    <a:pt x="130969" y="54769"/>
                  </a:cubicBezTo>
                  <a:cubicBezTo>
                    <a:pt x="130961" y="63008"/>
                    <a:pt x="127349" y="70832"/>
                    <a:pt x="121082" y="76181"/>
                  </a:cubicBezTo>
                  <a:cubicBezTo>
                    <a:pt x="117126" y="79648"/>
                    <a:pt x="116730" y="85666"/>
                    <a:pt x="120198" y="89623"/>
                  </a:cubicBezTo>
                  <a:cubicBezTo>
                    <a:pt x="122006" y="91685"/>
                    <a:pt x="124616" y="92869"/>
                    <a:pt x="127359" y="92869"/>
                  </a:cubicBezTo>
                  <a:lnTo>
                    <a:pt x="135407" y="92869"/>
                  </a:lnTo>
                  <a:cubicBezTo>
                    <a:pt x="159248" y="92895"/>
                    <a:pt x="178567" y="112215"/>
                    <a:pt x="178594" y="136055"/>
                  </a:cubicBezTo>
                  <a:lnTo>
                    <a:pt x="178594" y="216694"/>
                  </a:lnTo>
                  <a:lnTo>
                    <a:pt x="159544" y="216694"/>
                  </a:lnTo>
                  <a:lnTo>
                    <a:pt x="159544" y="121444"/>
                  </a:lnTo>
                  <a:lnTo>
                    <a:pt x="140494" y="121444"/>
                  </a:lnTo>
                  <a:lnTo>
                    <a:pt x="140494" y="350044"/>
                  </a:lnTo>
                  <a:lnTo>
                    <a:pt x="111919" y="350044"/>
                  </a:lnTo>
                  <a:lnTo>
                    <a:pt x="111919" y="216694"/>
                  </a:lnTo>
                  <a:lnTo>
                    <a:pt x="92869" y="216694"/>
                  </a:lnTo>
                  <a:lnTo>
                    <a:pt x="92869" y="350044"/>
                  </a:lnTo>
                  <a:lnTo>
                    <a:pt x="64294" y="350044"/>
                  </a:lnTo>
                  <a:lnTo>
                    <a:pt x="64294" y="121444"/>
                  </a:lnTo>
                  <a:lnTo>
                    <a:pt x="45244" y="121444"/>
                  </a:lnTo>
                  <a:lnTo>
                    <a:pt x="45244" y="21669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9452A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37" name="Freeform: Shape 34">
              <a:extLst>
                <a:ext uri="{FF2B5EF4-FFF2-40B4-BE49-F238E27FC236}">
                  <a16:creationId xmlns:a16="http://schemas.microsoft.com/office/drawing/2014/main" id="{A68C8C41-778F-ED44-A30F-38D75E929EE7}"/>
                </a:ext>
              </a:extLst>
            </p:cNvPr>
            <p:cNvSpPr/>
            <p:nvPr/>
          </p:nvSpPr>
          <p:spPr>
            <a:xfrm>
              <a:off x="5921340" y="3059905"/>
              <a:ext cx="466725" cy="400050"/>
            </a:xfrm>
            <a:custGeom>
              <a:avLst/>
              <a:gdLst>
                <a:gd name="connsiteX0" fmla="*/ 174660 w 466725"/>
                <a:gd name="connsiteY0" fmla="*/ 7145 h 400050"/>
                <a:gd name="connsiteX1" fmla="*/ 7144 w 466725"/>
                <a:gd name="connsiteY1" fmla="*/ 61370 h 400050"/>
                <a:gd name="connsiteX2" fmla="*/ 18326 w 466725"/>
                <a:gd name="connsiteY2" fmla="*/ 76801 h 400050"/>
                <a:gd name="connsiteX3" fmla="*/ 390827 w 466725"/>
                <a:gd name="connsiteY3" fmla="*/ 136821 h 400050"/>
                <a:gd name="connsiteX4" fmla="*/ 421510 w 466725"/>
                <a:gd name="connsiteY4" fmla="*/ 394050 h 400050"/>
                <a:gd name="connsiteX5" fmla="*/ 439131 w 466725"/>
                <a:gd name="connsiteY5" fmla="*/ 401289 h 400050"/>
                <a:gd name="connsiteX6" fmla="*/ 282730 w 466725"/>
                <a:gd name="connsiteY6" fmla="*/ 28422 h 400050"/>
                <a:gd name="connsiteX7" fmla="*/ 174660 w 466725"/>
                <a:gd name="connsiteY7" fmla="*/ 7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6725" h="400050">
                  <a:moveTo>
                    <a:pt x="174660" y="7145"/>
                  </a:moveTo>
                  <a:cubicBezTo>
                    <a:pt x="114483" y="6996"/>
                    <a:pt x="55818" y="25986"/>
                    <a:pt x="7144" y="61370"/>
                  </a:cubicBezTo>
                  <a:lnTo>
                    <a:pt x="18326" y="76801"/>
                  </a:lnTo>
                  <a:cubicBezTo>
                    <a:pt x="137764" y="-9488"/>
                    <a:pt x="304538" y="17384"/>
                    <a:pt x="390827" y="136821"/>
                  </a:cubicBezTo>
                  <a:cubicBezTo>
                    <a:pt x="444789" y="211512"/>
                    <a:pt x="456388" y="308761"/>
                    <a:pt x="421510" y="394050"/>
                  </a:cubicBezTo>
                  <a:lnTo>
                    <a:pt x="439131" y="401289"/>
                  </a:lnTo>
                  <a:cubicBezTo>
                    <a:pt x="498906" y="255136"/>
                    <a:pt x="428883" y="88198"/>
                    <a:pt x="282730" y="28422"/>
                  </a:cubicBezTo>
                  <a:cubicBezTo>
                    <a:pt x="248425" y="14392"/>
                    <a:pt x="211722" y="7166"/>
                    <a:pt x="174660" y="714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9452A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38" name="Freeform: Shape 35">
              <a:extLst>
                <a:ext uri="{FF2B5EF4-FFF2-40B4-BE49-F238E27FC236}">
                  <a16:creationId xmlns:a16="http://schemas.microsoft.com/office/drawing/2014/main" id="{C1EF9DFF-398B-7E4D-80A1-D89D82ED2C7E}"/>
                </a:ext>
              </a:extLst>
            </p:cNvPr>
            <p:cNvSpPr/>
            <p:nvPr/>
          </p:nvSpPr>
          <p:spPr>
            <a:xfrm>
              <a:off x="5803035" y="3270999"/>
              <a:ext cx="428625" cy="371475"/>
            </a:xfrm>
            <a:custGeom>
              <a:avLst/>
              <a:gdLst>
                <a:gd name="connsiteX0" fmla="*/ 292965 w 428625"/>
                <a:gd name="connsiteY0" fmla="*/ 367551 h 371475"/>
                <a:gd name="connsiteX1" fmla="*/ 430915 w 428625"/>
                <a:gd name="connsiteY1" fmla="*/ 332099 h 371475"/>
                <a:gd name="connsiteX2" fmla="*/ 421714 w 428625"/>
                <a:gd name="connsiteY2" fmla="*/ 315420 h 371475"/>
                <a:gd name="connsiteX3" fmla="*/ 59275 w 428625"/>
                <a:gd name="connsiteY3" fmla="*/ 210116 h 371475"/>
                <a:gd name="connsiteX4" fmla="*/ 35456 w 428625"/>
                <a:gd name="connsiteY4" fmla="*/ 12116 h 371475"/>
                <a:gd name="connsiteX5" fmla="*/ 17073 w 428625"/>
                <a:gd name="connsiteY5" fmla="*/ 7144 h 371475"/>
                <a:gd name="connsiteX6" fmla="*/ 218746 w 428625"/>
                <a:gd name="connsiteY6" fmla="*/ 357692 h 371475"/>
                <a:gd name="connsiteX7" fmla="*/ 292965 w 428625"/>
                <a:gd name="connsiteY7" fmla="*/ 36755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8625" h="371475">
                  <a:moveTo>
                    <a:pt x="292965" y="367551"/>
                  </a:moveTo>
                  <a:cubicBezTo>
                    <a:pt x="341202" y="367557"/>
                    <a:pt x="388658" y="355362"/>
                    <a:pt x="430915" y="332099"/>
                  </a:cubicBezTo>
                  <a:lnTo>
                    <a:pt x="421714" y="315420"/>
                  </a:lnTo>
                  <a:cubicBezTo>
                    <a:pt x="292550" y="386426"/>
                    <a:pt x="130281" y="339280"/>
                    <a:pt x="59275" y="210116"/>
                  </a:cubicBezTo>
                  <a:cubicBezTo>
                    <a:pt x="26048" y="149673"/>
                    <a:pt x="17512" y="78714"/>
                    <a:pt x="35456" y="12116"/>
                  </a:cubicBezTo>
                  <a:lnTo>
                    <a:pt x="17073" y="7144"/>
                  </a:lnTo>
                  <a:cubicBezTo>
                    <a:pt x="-24038" y="159635"/>
                    <a:pt x="66254" y="316581"/>
                    <a:pt x="218746" y="357692"/>
                  </a:cubicBezTo>
                  <a:cubicBezTo>
                    <a:pt x="242947" y="364217"/>
                    <a:pt x="267900" y="367532"/>
                    <a:pt x="292965" y="3675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9452A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39" name="Freeform: Shape 37">
              <a:extLst>
                <a:ext uri="{FF2B5EF4-FFF2-40B4-BE49-F238E27FC236}">
                  <a16:creationId xmlns:a16="http://schemas.microsoft.com/office/drawing/2014/main" id="{FA22B58E-9669-2840-94C6-E7ACB747589B}"/>
                </a:ext>
              </a:extLst>
            </p:cNvPr>
            <p:cNvSpPr/>
            <p:nvPr/>
          </p:nvSpPr>
          <p:spPr>
            <a:xfrm>
              <a:off x="5898249" y="3155156"/>
              <a:ext cx="390525" cy="371475"/>
            </a:xfrm>
            <a:custGeom>
              <a:avLst/>
              <a:gdLst>
                <a:gd name="connsiteX0" fmla="*/ 197751 w 390525"/>
                <a:gd name="connsiteY0" fmla="*/ 7144 h 371475"/>
                <a:gd name="connsiteX1" fmla="*/ 7144 w 390525"/>
                <a:gd name="connsiteY1" fmla="*/ 197536 h 371475"/>
                <a:gd name="connsiteX2" fmla="*/ 117541 w 390525"/>
                <a:gd name="connsiteY2" fmla="*/ 370484 h 371475"/>
                <a:gd name="connsiteX3" fmla="*/ 125561 w 390525"/>
                <a:gd name="connsiteY3" fmla="*/ 353206 h 371475"/>
                <a:gd name="connsiteX4" fmla="*/ 42241 w 390525"/>
                <a:gd name="connsiteY4" fmla="*/ 125505 h 371475"/>
                <a:gd name="connsiteX5" fmla="*/ 269941 w 390525"/>
                <a:gd name="connsiteY5" fmla="*/ 42183 h 371475"/>
                <a:gd name="connsiteX6" fmla="*/ 353262 w 390525"/>
                <a:gd name="connsiteY6" fmla="*/ 269885 h 371475"/>
                <a:gd name="connsiteX7" fmla="*/ 269941 w 390525"/>
                <a:gd name="connsiteY7" fmla="*/ 353206 h 371475"/>
                <a:gd name="connsiteX8" fmla="*/ 277961 w 390525"/>
                <a:gd name="connsiteY8" fmla="*/ 370484 h 371475"/>
                <a:gd name="connsiteX9" fmla="*/ 370700 w 390525"/>
                <a:gd name="connsiteY9" fmla="*/ 117541 h 371475"/>
                <a:gd name="connsiteX10" fmla="*/ 197751 w 390525"/>
                <a:gd name="connsiteY10" fmla="*/ 7144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90525" h="371475">
                  <a:moveTo>
                    <a:pt x="197751" y="7144"/>
                  </a:moveTo>
                  <a:cubicBezTo>
                    <a:pt x="92541" y="7084"/>
                    <a:pt x="7203" y="92326"/>
                    <a:pt x="7144" y="197536"/>
                  </a:cubicBezTo>
                  <a:cubicBezTo>
                    <a:pt x="7102" y="271771"/>
                    <a:pt x="50187" y="339270"/>
                    <a:pt x="117541" y="370484"/>
                  </a:cubicBezTo>
                  <a:lnTo>
                    <a:pt x="125561" y="353206"/>
                  </a:lnTo>
                  <a:cubicBezTo>
                    <a:pt x="39675" y="313336"/>
                    <a:pt x="2371" y="211391"/>
                    <a:pt x="42241" y="125505"/>
                  </a:cubicBezTo>
                  <a:cubicBezTo>
                    <a:pt x="82109" y="39618"/>
                    <a:pt x="184055" y="2315"/>
                    <a:pt x="269941" y="42183"/>
                  </a:cubicBezTo>
                  <a:cubicBezTo>
                    <a:pt x="355827" y="82053"/>
                    <a:pt x="393132" y="183998"/>
                    <a:pt x="353262" y="269885"/>
                  </a:cubicBezTo>
                  <a:cubicBezTo>
                    <a:pt x="336205" y="306631"/>
                    <a:pt x="306687" y="336149"/>
                    <a:pt x="269941" y="353206"/>
                  </a:cubicBezTo>
                  <a:lnTo>
                    <a:pt x="277961" y="370484"/>
                  </a:lnTo>
                  <a:cubicBezTo>
                    <a:pt x="373419" y="326246"/>
                    <a:pt x="414940" y="212999"/>
                    <a:pt x="370700" y="117541"/>
                  </a:cubicBezTo>
                  <a:cubicBezTo>
                    <a:pt x="339485" y="50188"/>
                    <a:pt x="271987" y="7102"/>
                    <a:pt x="197751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9452A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40" name="Freeform: Shape 38">
              <a:extLst>
                <a:ext uri="{FF2B5EF4-FFF2-40B4-BE49-F238E27FC236}">
                  <a16:creationId xmlns:a16="http://schemas.microsoft.com/office/drawing/2014/main" id="{F1196AE5-F2C5-554F-B4DC-573BAA929151}"/>
                </a:ext>
              </a:extLst>
            </p:cNvPr>
            <p:cNvSpPr/>
            <p:nvPr/>
          </p:nvSpPr>
          <p:spPr>
            <a:xfrm>
              <a:off x="6241256" y="3438502"/>
              <a:ext cx="114300" cy="200025"/>
            </a:xfrm>
            <a:custGeom>
              <a:avLst/>
              <a:gdLst>
                <a:gd name="connsiteX0" fmla="*/ 91554 w 114300"/>
                <a:gd name="connsiteY0" fmla="*/ 30636 h 200025"/>
                <a:gd name="connsiteX1" fmla="*/ 68285 w 114300"/>
                <a:gd name="connsiteY1" fmla="*/ 8271 h 200025"/>
                <a:gd name="connsiteX2" fmla="*/ 38824 w 114300"/>
                <a:gd name="connsiteY2" fmla="*/ 14234 h 200025"/>
                <a:gd name="connsiteX3" fmla="*/ 27813 w 114300"/>
                <a:gd name="connsiteY3" fmla="*/ 49962 h 200025"/>
                <a:gd name="connsiteX4" fmla="*/ 7144 w 114300"/>
                <a:gd name="connsiteY4" fmla="*/ 76927 h 200025"/>
                <a:gd name="connsiteX5" fmla="*/ 7144 w 114300"/>
                <a:gd name="connsiteY5" fmla="*/ 132534 h 200025"/>
                <a:gd name="connsiteX6" fmla="*/ 16669 w 114300"/>
                <a:gd name="connsiteY6" fmla="*/ 142059 h 200025"/>
                <a:gd name="connsiteX7" fmla="*/ 26194 w 114300"/>
                <a:gd name="connsiteY7" fmla="*/ 142059 h 200025"/>
                <a:gd name="connsiteX8" fmla="*/ 26194 w 114300"/>
                <a:gd name="connsiteY8" fmla="*/ 190523 h 200025"/>
                <a:gd name="connsiteX9" fmla="*/ 35719 w 114300"/>
                <a:gd name="connsiteY9" fmla="*/ 200048 h 200025"/>
                <a:gd name="connsiteX10" fmla="*/ 83344 w 114300"/>
                <a:gd name="connsiteY10" fmla="*/ 200048 h 200025"/>
                <a:gd name="connsiteX11" fmla="*/ 92869 w 114300"/>
                <a:gd name="connsiteY11" fmla="*/ 190523 h 200025"/>
                <a:gd name="connsiteX12" fmla="*/ 92869 w 114300"/>
                <a:gd name="connsiteY12" fmla="*/ 142059 h 200025"/>
                <a:gd name="connsiteX13" fmla="*/ 102394 w 114300"/>
                <a:gd name="connsiteY13" fmla="*/ 142059 h 200025"/>
                <a:gd name="connsiteX14" fmla="*/ 111919 w 114300"/>
                <a:gd name="connsiteY14" fmla="*/ 132534 h 200025"/>
                <a:gd name="connsiteX15" fmla="*/ 111919 w 114300"/>
                <a:gd name="connsiteY15" fmla="*/ 76927 h 200025"/>
                <a:gd name="connsiteX16" fmla="*/ 91211 w 114300"/>
                <a:gd name="connsiteY16" fmla="*/ 49953 h 200025"/>
                <a:gd name="connsiteX17" fmla="*/ 91554 w 114300"/>
                <a:gd name="connsiteY17" fmla="*/ 30636 h 200025"/>
                <a:gd name="connsiteX18" fmla="*/ 92869 w 114300"/>
                <a:gd name="connsiteY18" fmla="*/ 76927 h 200025"/>
                <a:gd name="connsiteX19" fmla="*/ 92869 w 114300"/>
                <a:gd name="connsiteY19" fmla="*/ 123009 h 200025"/>
                <a:gd name="connsiteX20" fmla="*/ 83344 w 114300"/>
                <a:gd name="connsiteY20" fmla="*/ 123009 h 200025"/>
                <a:gd name="connsiteX21" fmla="*/ 73819 w 114300"/>
                <a:gd name="connsiteY21" fmla="*/ 132534 h 200025"/>
                <a:gd name="connsiteX22" fmla="*/ 73819 w 114300"/>
                <a:gd name="connsiteY22" fmla="*/ 180998 h 200025"/>
                <a:gd name="connsiteX23" fmla="*/ 45244 w 114300"/>
                <a:gd name="connsiteY23" fmla="*/ 180998 h 200025"/>
                <a:gd name="connsiteX24" fmla="*/ 45244 w 114300"/>
                <a:gd name="connsiteY24" fmla="*/ 132534 h 200025"/>
                <a:gd name="connsiteX25" fmla="*/ 35719 w 114300"/>
                <a:gd name="connsiteY25" fmla="*/ 123009 h 200025"/>
                <a:gd name="connsiteX26" fmla="*/ 26194 w 114300"/>
                <a:gd name="connsiteY26" fmla="*/ 123009 h 200025"/>
                <a:gd name="connsiteX27" fmla="*/ 26194 w 114300"/>
                <a:gd name="connsiteY27" fmla="*/ 76927 h 200025"/>
                <a:gd name="connsiteX28" fmla="*/ 35719 w 114300"/>
                <a:gd name="connsiteY28" fmla="*/ 67917 h 200025"/>
                <a:gd name="connsiteX29" fmla="*/ 45377 w 114300"/>
                <a:gd name="connsiteY29" fmla="*/ 67917 h 200025"/>
                <a:gd name="connsiteX30" fmla="*/ 54894 w 114300"/>
                <a:gd name="connsiteY30" fmla="*/ 58384 h 200025"/>
                <a:gd name="connsiteX31" fmla="*/ 50968 w 114300"/>
                <a:gd name="connsiteY31" fmla="*/ 50686 h 200025"/>
                <a:gd name="connsiteX32" fmla="*/ 47548 w 114300"/>
                <a:gd name="connsiteY32" fmla="*/ 32373 h 200025"/>
                <a:gd name="connsiteX33" fmla="*/ 50521 w 114300"/>
                <a:gd name="connsiteY33" fmla="*/ 29274 h 200025"/>
                <a:gd name="connsiteX34" fmla="*/ 63598 w 114300"/>
                <a:gd name="connsiteY34" fmla="*/ 26740 h 200025"/>
                <a:gd name="connsiteX35" fmla="*/ 73238 w 114300"/>
                <a:gd name="connsiteY35" fmla="*/ 35884 h 200025"/>
                <a:gd name="connsiteX36" fmla="*/ 68094 w 114300"/>
                <a:gd name="connsiteY36" fmla="*/ 50686 h 200025"/>
                <a:gd name="connsiteX37" fmla="*/ 65987 w 114300"/>
                <a:gd name="connsiteY37" fmla="*/ 63991 h 200025"/>
                <a:gd name="connsiteX38" fmla="*/ 73685 w 114300"/>
                <a:gd name="connsiteY38" fmla="*/ 67917 h 200025"/>
                <a:gd name="connsiteX39" fmla="*/ 83344 w 114300"/>
                <a:gd name="connsiteY39" fmla="*/ 67917 h 200025"/>
                <a:gd name="connsiteX40" fmla="*/ 92869 w 114300"/>
                <a:gd name="connsiteY40" fmla="*/ 76927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14300" h="200025">
                  <a:moveTo>
                    <a:pt x="91554" y="30636"/>
                  </a:moveTo>
                  <a:cubicBezTo>
                    <a:pt x="88234" y="19630"/>
                    <a:pt x="79414" y="11153"/>
                    <a:pt x="68285" y="8271"/>
                  </a:cubicBezTo>
                  <a:cubicBezTo>
                    <a:pt x="58071" y="5574"/>
                    <a:pt x="47184" y="7777"/>
                    <a:pt x="38824" y="14234"/>
                  </a:cubicBezTo>
                  <a:cubicBezTo>
                    <a:pt x="27939" y="22597"/>
                    <a:pt x="23523" y="36922"/>
                    <a:pt x="27813" y="49962"/>
                  </a:cubicBezTo>
                  <a:cubicBezTo>
                    <a:pt x="15670" y="53318"/>
                    <a:pt x="7229" y="64329"/>
                    <a:pt x="7144" y="76927"/>
                  </a:cubicBezTo>
                  <a:lnTo>
                    <a:pt x="7144" y="132534"/>
                  </a:lnTo>
                  <a:cubicBezTo>
                    <a:pt x="7144" y="137795"/>
                    <a:pt x="11408" y="142059"/>
                    <a:pt x="16669" y="142059"/>
                  </a:cubicBezTo>
                  <a:lnTo>
                    <a:pt x="26194" y="142059"/>
                  </a:lnTo>
                  <a:lnTo>
                    <a:pt x="26194" y="190523"/>
                  </a:lnTo>
                  <a:cubicBezTo>
                    <a:pt x="26194" y="195783"/>
                    <a:pt x="30458" y="200048"/>
                    <a:pt x="35719" y="200048"/>
                  </a:cubicBezTo>
                  <a:lnTo>
                    <a:pt x="83344" y="200048"/>
                  </a:lnTo>
                  <a:cubicBezTo>
                    <a:pt x="88604" y="200048"/>
                    <a:pt x="92869" y="195783"/>
                    <a:pt x="92869" y="190523"/>
                  </a:cubicBezTo>
                  <a:lnTo>
                    <a:pt x="92869" y="142059"/>
                  </a:lnTo>
                  <a:lnTo>
                    <a:pt x="102394" y="142059"/>
                  </a:lnTo>
                  <a:cubicBezTo>
                    <a:pt x="107654" y="142059"/>
                    <a:pt x="111919" y="137795"/>
                    <a:pt x="111919" y="132534"/>
                  </a:cubicBezTo>
                  <a:lnTo>
                    <a:pt x="111919" y="76927"/>
                  </a:lnTo>
                  <a:cubicBezTo>
                    <a:pt x="111829" y="64315"/>
                    <a:pt x="103372" y="53298"/>
                    <a:pt x="91211" y="49953"/>
                  </a:cubicBezTo>
                  <a:cubicBezTo>
                    <a:pt x="93275" y="43697"/>
                    <a:pt x="93395" y="36961"/>
                    <a:pt x="91554" y="30636"/>
                  </a:cubicBezTo>
                  <a:close/>
                  <a:moveTo>
                    <a:pt x="92869" y="76927"/>
                  </a:moveTo>
                  <a:lnTo>
                    <a:pt x="92869" y="123009"/>
                  </a:lnTo>
                  <a:lnTo>
                    <a:pt x="83344" y="123009"/>
                  </a:lnTo>
                  <a:cubicBezTo>
                    <a:pt x="78083" y="123009"/>
                    <a:pt x="73819" y="127274"/>
                    <a:pt x="73819" y="132534"/>
                  </a:cubicBezTo>
                  <a:lnTo>
                    <a:pt x="73819" y="180998"/>
                  </a:lnTo>
                  <a:lnTo>
                    <a:pt x="45244" y="180998"/>
                  </a:lnTo>
                  <a:lnTo>
                    <a:pt x="45244" y="132534"/>
                  </a:lnTo>
                  <a:cubicBezTo>
                    <a:pt x="45244" y="127274"/>
                    <a:pt x="40979" y="123009"/>
                    <a:pt x="35719" y="123009"/>
                  </a:cubicBezTo>
                  <a:lnTo>
                    <a:pt x="26194" y="123009"/>
                  </a:lnTo>
                  <a:lnTo>
                    <a:pt x="26194" y="76927"/>
                  </a:lnTo>
                  <a:cubicBezTo>
                    <a:pt x="26349" y="71815"/>
                    <a:pt x="30606" y="67788"/>
                    <a:pt x="35719" y="67917"/>
                  </a:cubicBezTo>
                  <a:lnTo>
                    <a:pt x="45377" y="67917"/>
                  </a:lnTo>
                  <a:cubicBezTo>
                    <a:pt x="50638" y="67913"/>
                    <a:pt x="54898" y="63645"/>
                    <a:pt x="54894" y="58384"/>
                  </a:cubicBezTo>
                  <a:cubicBezTo>
                    <a:pt x="54892" y="55338"/>
                    <a:pt x="53432" y="52477"/>
                    <a:pt x="50968" y="50686"/>
                  </a:cubicBezTo>
                  <a:cubicBezTo>
                    <a:pt x="44967" y="46573"/>
                    <a:pt x="43436" y="38374"/>
                    <a:pt x="47548" y="32373"/>
                  </a:cubicBezTo>
                  <a:cubicBezTo>
                    <a:pt x="48363" y="31185"/>
                    <a:pt x="49367" y="30138"/>
                    <a:pt x="50521" y="29274"/>
                  </a:cubicBezTo>
                  <a:cubicBezTo>
                    <a:pt x="54235" y="26412"/>
                    <a:pt x="59084" y="25472"/>
                    <a:pt x="63598" y="26740"/>
                  </a:cubicBezTo>
                  <a:cubicBezTo>
                    <a:pt x="68170" y="27928"/>
                    <a:pt x="71811" y="31382"/>
                    <a:pt x="73238" y="35884"/>
                  </a:cubicBezTo>
                  <a:cubicBezTo>
                    <a:pt x="74960" y="41413"/>
                    <a:pt x="72873" y="47417"/>
                    <a:pt x="68094" y="50686"/>
                  </a:cubicBezTo>
                  <a:cubicBezTo>
                    <a:pt x="63838" y="53778"/>
                    <a:pt x="62895" y="59735"/>
                    <a:pt x="65987" y="63991"/>
                  </a:cubicBezTo>
                  <a:cubicBezTo>
                    <a:pt x="67778" y="66455"/>
                    <a:pt x="70639" y="67914"/>
                    <a:pt x="73685" y="67917"/>
                  </a:cubicBezTo>
                  <a:lnTo>
                    <a:pt x="83344" y="67917"/>
                  </a:lnTo>
                  <a:cubicBezTo>
                    <a:pt x="88457" y="67788"/>
                    <a:pt x="92713" y="71815"/>
                    <a:pt x="92869" y="7692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9452A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41" name="Freeform: Shape 39">
              <a:extLst>
                <a:ext uri="{FF2B5EF4-FFF2-40B4-BE49-F238E27FC236}">
                  <a16:creationId xmlns:a16="http://schemas.microsoft.com/office/drawing/2014/main" id="{27612459-77C5-D941-97A2-8B783BCEC009}"/>
                </a:ext>
              </a:extLst>
            </p:cNvPr>
            <p:cNvSpPr/>
            <p:nvPr/>
          </p:nvSpPr>
          <p:spPr>
            <a:xfrm>
              <a:off x="5803106" y="3059878"/>
              <a:ext cx="114300" cy="209550"/>
            </a:xfrm>
            <a:custGeom>
              <a:avLst/>
              <a:gdLst>
                <a:gd name="connsiteX0" fmla="*/ 16669 w 114300"/>
                <a:gd name="connsiteY0" fmla="*/ 142065 h 209550"/>
                <a:gd name="connsiteX1" fmla="*/ 26194 w 114300"/>
                <a:gd name="connsiteY1" fmla="*/ 142065 h 209550"/>
                <a:gd name="connsiteX2" fmla="*/ 26194 w 114300"/>
                <a:gd name="connsiteY2" fmla="*/ 197672 h 209550"/>
                <a:gd name="connsiteX3" fmla="*/ 35719 w 114300"/>
                <a:gd name="connsiteY3" fmla="*/ 207197 h 209550"/>
                <a:gd name="connsiteX4" fmla="*/ 83344 w 114300"/>
                <a:gd name="connsiteY4" fmla="*/ 207197 h 209550"/>
                <a:gd name="connsiteX5" fmla="*/ 92869 w 114300"/>
                <a:gd name="connsiteY5" fmla="*/ 197672 h 209550"/>
                <a:gd name="connsiteX6" fmla="*/ 92869 w 114300"/>
                <a:gd name="connsiteY6" fmla="*/ 142065 h 209550"/>
                <a:gd name="connsiteX7" fmla="*/ 102394 w 114300"/>
                <a:gd name="connsiteY7" fmla="*/ 142065 h 209550"/>
                <a:gd name="connsiteX8" fmla="*/ 111919 w 114300"/>
                <a:gd name="connsiteY8" fmla="*/ 132540 h 209550"/>
                <a:gd name="connsiteX9" fmla="*/ 111919 w 114300"/>
                <a:gd name="connsiteY9" fmla="*/ 76933 h 209550"/>
                <a:gd name="connsiteX10" fmla="*/ 91211 w 114300"/>
                <a:gd name="connsiteY10" fmla="*/ 49958 h 209550"/>
                <a:gd name="connsiteX11" fmla="*/ 91554 w 114300"/>
                <a:gd name="connsiteY11" fmla="*/ 30641 h 209550"/>
                <a:gd name="connsiteX12" fmla="*/ 68285 w 114300"/>
                <a:gd name="connsiteY12" fmla="*/ 8277 h 209550"/>
                <a:gd name="connsiteX13" fmla="*/ 38824 w 114300"/>
                <a:gd name="connsiteY13" fmla="*/ 14239 h 209550"/>
                <a:gd name="connsiteX14" fmla="*/ 27813 w 114300"/>
                <a:gd name="connsiteY14" fmla="*/ 49968 h 209550"/>
                <a:gd name="connsiteX15" fmla="*/ 7144 w 114300"/>
                <a:gd name="connsiteY15" fmla="*/ 76933 h 209550"/>
                <a:gd name="connsiteX16" fmla="*/ 7144 w 114300"/>
                <a:gd name="connsiteY16" fmla="*/ 132540 h 209550"/>
                <a:gd name="connsiteX17" fmla="*/ 16669 w 114300"/>
                <a:gd name="connsiteY17" fmla="*/ 142065 h 209550"/>
                <a:gd name="connsiteX18" fmla="*/ 26194 w 114300"/>
                <a:gd name="connsiteY18" fmla="*/ 76933 h 209550"/>
                <a:gd name="connsiteX19" fmla="*/ 35719 w 114300"/>
                <a:gd name="connsiteY19" fmla="*/ 67922 h 209550"/>
                <a:gd name="connsiteX20" fmla="*/ 45377 w 114300"/>
                <a:gd name="connsiteY20" fmla="*/ 67922 h 209550"/>
                <a:gd name="connsiteX21" fmla="*/ 54885 w 114300"/>
                <a:gd name="connsiteY21" fmla="*/ 58380 h 209550"/>
                <a:gd name="connsiteX22" fmla="*/ 50959 w 114300"/>
                <a:gd name="connsiteY22" fmla="*/ 50691 h 209550"/>
                <a:gd name="connsiteX23" fmla="*/ 47539 w 114300"/>
                <a:gd name="connsiteY23" fmla="*/ 32378 h 209550"/>
                <a:gd name="connsiteX24" fmla="*/ 50511 w 114300"/>
                <a:gd name="connsiteY24" fmla="*/ 29279 h 209550"/>
                <a:gd name="connsiteX25" fmla="*/ 63589 w 114300"/>
                <a:gd name="connsiteY25" fmla="*/ 26746 h 209550"/>
                <a:gd name="connsiteX26" fmla="*/ 73228 w 114300"/>
                <a:gd name="connsiteY26" fmla="*/ 35890 h 209550"/>
                <a:gd name="connsiteX27" fmla="*/ 68104 w 114300"/>
                <a:gd name="connsiteY27" fmla="*/ 50691 h 209550"/>
                <a:gd name="connsiteX28" fmla="*/ 65997 w 114300"/>
                <a:gd name="connsiteY28" fmla="*/ 63996 h 209550"/>
                <a:gd name="connsiteX29" fmla="*/ 73695 w 114300"/>
                <a:gd name="connsiteY29" fmla="*/ 67922 h 209550"/>
                <a:gd name="connsiteX30" fmla="*/ 83344 w 114300"/>
                <a:gd name="connsiteY30" fmla="*/ 67922 h 209550"/>
                <a:gd name="connsiteX31" fmla="*/ 92869 w 114300"/>
                <a:gd name="connsiteY31" fmla="*/ 76933 h 209550"/>
                <a:gd name="connsiteX32" fmla="*/ 92869 w 114300"/>
                <a:gd name="connsiteY32" fmla="*/ 123015 h 209550"/>
                <a:gd name="connsiteX33" fmla="*/ 83344 w 114300"/>
                <a:gd name="connsiteY33" fmla="*/ 123015 h 209550"/>
                <a:gd name="connsiteX34" fmla="*/ 73819 w 114300"/>
                <a:gd name="connsiteY34" fmla="*/ 132540 h 209550"/>
                <a:gd name="connsiteX35" fmla="*/ 73819 w 114300"/>
                <a:gd name="connsiteY35" fmla="*/ 188147 h 209550"/>
                <a:gd name="connsiteX36" fmla="*/ 45244 w 114300"/>
                <a:gd name="connsiteY36" fmla="*/ 188147 h 209550"/>
                <a:gd name="connsiteX37" fmla="*/ 45244 w 114300"/>
                <a:gd name="connsiteY37" fmla="*/ 132540 h 209550"/>
                <a:gd name="connsiteX38" fmla="*/ 35719 w 114300"/>
                <a:gd name="connsiteY38" fmla="*/ 123015 h 209550"/>
                <a:gd name="connsiteX39" fmla="*/ 26194 w 114300"/>
                <a:gd name="connsiteY39" fmla="*/ 123015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14300" h="209550">
                  <a:moveTo>
                    <a:pt x="16669" y="142065"/>
                  </a:moveTo>
                  <a:lnTo>
                    <a:pt x="26194" y="142065"/>
                  </a:lnTo>
                  <a:lnTo>
                    <a:pt x="26194" y="197672"/>
                  </a:lnTo>
                  <a:cubicBezTo>
                    <a:pt x="26194" y="202932"/>
                    <a:pt x="30458" y="207197"/>
                    <a:pt x="35719" y="207197"/>
                  </a:cubicBezTo>
                  <a:lnTo>
                    <a:pt x="83344" y="207197"/>
                  </a:lnTo>
                  <a:cubicBezTo>
                    <a:pt x="88604" y="207197"/>
                    <a:pt x="92869" y="202932"/>
                    <a:pt x="92869" y="197672"/>
                  </a:cubicBezTo>
                  <a:lnTo>
                    <a:pt x="92869" y="142065"/>
                  </a:lnTo>
                  <a:lnTo>
                    <a:pt x="102394" y="142065"/>
                  </a:lnTo>
                  <a:cubicBezTo>
                    <a:pt x="107654" y="142065"/>
                    <a:pt x="111919" y="137800"/>
                    <a:pt x="111919" y="132540"/>
                  </a:cubicBezTo>
                  <a:lnTo>
                    <a:pt x="111919" y="76933"/>
                  </a:lnTo>
                  <a:cubicBezTo>
                    <a:pt x="111829" y="64321"/>
                    <a:pt x="103372" y="53304"/>
                    <a:pt x="91211" y="49958"/>
                  </a:cubicBezTo>
                  <a:cubicBezTo>
                    <a:pt x="93275" y="43702"/>
                    <a:pt x="93395" y="36967"/>
                    <a:pt x="91554" y="30641"/>
                  </a:cubicBezTo>
                  <a:cubicBezTo>
                    <a:pt x="88234" y="19636"/>
                    <a:pt x="79413" y="11158"/>
                    <a:pt x="68285" y="8277"/>
                  </a:cubicBezTo>
                  <a:cubicBezTo>
                    <a:pt x="58072" y="5570"/>
                    <a:pt x="47181" y="7774"/>
                    <a:pt x="38824" y="14239"/>
                  </a:cubicBezTo>
                  <a:cubicBezTo>
                    <a:pt x="27939" y="22602"/>
                    <a:pt x="23523" y="36928"/>
                    <a:pt x="27813" y="49968"/>
                  </a:cubicBezTo>
                  <a:cubicBezTo>
                    <a:pt x="15669" y="53324"/>
                    <a:pt x="7229" y="64334"/>
                    <a:pt x="7144" y="76933"/>
                  </a:cubicBezTo>
                  <a:lnTo>
                    <a:pt x="7144" y="132540"/>
                  </a:lnTo>
                  <a:cubicBezTo>
                    <a:pt x="7144" y="137800"/>
                    <a:pt x="11408" y="142065"/>
                    <a:pt x="16669" y="142065"/>
                  </a:cubicBezTo>
                  <a:close/>
                  <a:moveTo>
                    <a:pt x="26194" y="76933"/>
                  </a:moveTo>
                  <a:cubicBezTo>
                    <a:pt x="26349" y="71820"/>
                    <a:pt x="30606" y="67794"/>
                    <a:pt x="35719" y="67922"/>
                  </a:cubicBezTo>
                  <a:lnTo>
                    <a:pt x="45377" y="67922"/>
                  </a:lnTo>
                  <a:cubicBezTo>
                    <a:pt x="50638" y="67913"/>
                    <a:pt x="54894" y="63640"/>
                    <a:pt x="54885" y="58380"/>
                  </a:cubicBezTo>
                  <a:cubicBezTo>
                    <a:pt x="54879" y="55337"/>
                    <a:pt x="53420" y="52480"/>
                    <a:pt x="50959" y="50691"/>
                  </a:cubicBezTo>
                  <a:cubicBezTo>
                    <a:pt x="44957" y="46579"/>
                    <a:pt x="43426" y="38380"/>
                    <a:pt x="47539" y="32378"/>
                  </a:cubicBezTo>
                  <a:cubicBezTo>
                    <a:pt x="48353" y="31190"/>
                    <a:pt x="49357" y="30143"/>
                    <a:pt x="50511" y="29279"/>
                  </a:cubicBezTo>
                  <a:cubicBezTo>
                    <a:pt x="54221" y="26407"/>
                    <a:pt x="59075" y="25467"/>
                    <a:pt x="63589" y="26746"/>
                  </a:cubicBezTo>
                  <a:cubicBezTo>
                    <a:pt x="68161" y="27933"/>
                    <a:pt x="71801" y="31387"/>
                    <a:pt x="73228" y="35890"/>
                  </a:cubicBezTo>
                  <a:cubicBezTo>
                    <a:pt x="74954" y="41414"/>
                    <a:pt x="72876" y="47417"/>
                    <a:pt x="68104" y="50691"/>
                  </a:cubicBezTo>
                  <a:cubicBezTo>
                    <a:pt x="63848" y="53784"/>
                    <a:pt x="62905" y="59740"/>
                    <a:pt x="65997" y="63996"/>
                  </a:cubicBezTo>
                  <a:cubicBezTo>
                    <a:pt x="67787" y="66460"/>
                    <a:pt x="70649" y="67920"/>
                    <a:pt x="73695" y="67922"/>
                  </a:cubicBezTo>
                  <a:lnTo>
                    <a:pt x="83344" y="67922"/>
                  </a:lnTo>
                  <a:cubicBezTo>
                    <a:pt x="88457" y="67794"/>
                    <a:pt x="92713" y="71820"/>
                    <a:pt x="92869" y="76933"/>
                  </a:cubicBezTo>
                  <a:lnTo>
                    <a:pt x="92869" y="123015"/>
                  </a:lnTo>
                  <a:lnTo>
                    <a:pt x="83344" y="123015"/>
                  </a:lnTo>
                  <a:cubicBezTo>
                    <a:pt x="78083" y="123015"/>
                    <a:pt x="73819" y="127279"/>
                    <a:pt x="73819" y="132540"/>
                  </a:cubicBezTo>
                  <a:lnTo>
                    <a:pt x="73819" y="188147"/>
                  </a:lnTo>
                  <a:lnTo>
                    <a:pt x="45244" y="188147"/>
                  </a:lnTo>
                  <a:lnTo>
                    <a:pt x="45244" y="132540"/>
                  </a:lnTo>
                  <a:cubicBezTo>
                    <a:pt x="45244" y="127279"/>
                    <a:pt x="40979" y="123015"/>
                    <a:pt x="35719" y="123015"/>
                  </a:cubicBezTo>
                  <a:lnTo>
                    <a:pt x="26194" y="1230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9452A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42" name="Freeform: Shape 40">
              <a:extLst>
                <a:ext uri="{FF2B5EF4-FFF2-40B4-BE49-F238E27FC236}">
                  <a16:creationId xmlns:a16="http://schemas.microsoft.com/office/drawing/2014/main" id="{806E6CAB-F5FD-F84C-B379-2BF4A06E56E9}"/>
                </a:ext>
              </a:extLst>
            </p:cNvPr>
            <p:cNvSpPr/>
            <p:nvPr/>
          </p:nvSpPr>
          <p:spPr>
            <a:xfrm>
              <a:off x="6355556" y="3059906"/>
              <a:ext cx="28575" cy="28575"/>
            </a:xfrm>
            <a:custGeom>
              <a:avLst/>
              <a:gdLst>
                <a:gd name="connsiteX0" fmla="*/ 7144 w 28575"/>
                <a:gd name="connsiteY0" fmla="*/ 7144 h 28575"/>
                <a:gd name="connsiteX1" fmla="*/ 26194 w 28575"/>
                <a:gd name="connsiteY1" fmla="*/ 7144 h 28575"/>
                <a:gd name="connsiteX2" fmla="*/ 26194 w 28575"/>
                <a:gd name="connsiteY2" fmla="*/ 26194 h 28575"/>
                <a:gd name="connsiteX3" fmla="*/ 7144 w 28575"/>
                <a:gd name="connsiteY3" fmla="*/ 2619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28575">
                  <a:moveTo>
                    <a:pt x="7144" y="7144"/>
                  </a:moveTo>
                  <a:lnTo>
                    <a:pt x="26194" y="7144"/>
                  </a:lnTo>
                  <a:lnTo>
                    <a:pt x="26194" y="26194"/>
                  </a:lnTo>
                  <a:lnTo>
                    <a:pt x="7144" y="2619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9452A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43" name="Freeform: Shape 41">
              <a:extLst>
                <a:ext uri="{FF2B5EF4-FFF2-40B4-BE49-F238E27FC236}">
                  <a16:creationId xmlns:a16="http://schemas.microsoft.com/office/drawing/2014/main" id="{32571E46-5084-3946-8EB0-3FADCF8FF40E}"/>
                </a:ext>
              </a:extLst>
            </p:cNvPr>
            <p:cNvSpPr/>
            <p:nvPr/>
          </p:nvSpPr>
          <p:spPr>
            <a:xfrm>
              <a:off x="6326981" y="3088481"/>
              <a:ext cx="28575" cy="28575"/>
            </a:xfrm>
            <a:custGeom>
              <a:avLst/>
              <a:gdLst>
                <a:gd name="connsiteX0" fmla="*/ 7144 w 28575"/>
                <a:gd name="connsiteY0" fmla="*/ 7144 h 28575"/>
                <a:gd name="connsiteX1" fmla="*/ 26194 w 28575"/>
                <a:gd name="connsiteY1" fmla="*/ 7144 h 28575"/>
                <a:gd name="connsiteX2" fmla="*/ 26194 w 28575"/>
                <a:gd name="connsiteY2" fmla="*/ 26194 h 28575"/>
                <a:gd name="connsiteX3" fmla="*/ 7144 w 28575"/>
                <a:gd name="connsiteY3" fmla="*/ 2619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28575">
                  <a:moveTo>
                    <a:pt x="7144" y="7144"/>
                  </a:moveTo>
                  <a:lnTo>
                    <a:pt x="26194" y="7144"/>
                  </a:lnTo>
                  <a:lnTo>
                    <a:pt x="26194" y="26194"/>
                  </a:lnTo>
                  <a:lnTo>
                    <a:pt x="7144" y="2619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9452A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44" name="Freeform: Shape 43">
              <a:extLst>
                <a:ext uri="{FF2B5EF4-FFF2-40B4-BE49-F238E27FC236}">
                  <a16:creationId xmlns:a16="http://schemas.microsoft.com/office/drawing/2014/main" id="{1746A6BC-2B9C-6A49-86A0-35C6E337CFDE}"/>
                </a:ext>
              </a:extLst>
            </p:cNvPr>
            <p:cNvSpPr/>
            <p:nvPr/>
          </p:nvSpPr>
          <p:spPr>
            <a:xfrm>
              <a:off x="5831681" y="3583781"/>
              <a:ext cx="28575" cy="28575"/>
            </a:xfrm>
            <a:custGeom>
              <a:avLst/>
              <a:gdLst>
                <a:gd name="connsiteX0" fmla="*/ 7144 w 28575"/>
                <a:gd name="connsiteY0" fmla="*/ 7144 h 28575"/>
                <a:gd name="connsiteX1" fmla="*/ 26194 w 28575"/>
                <a:gd name="connsiteY1" fmla="*/ 7144 h 28575"/>
                <a:gd name="connsiteX2" fmla="*/ 26194 w 28575"/>
                <a:gd name="connsiteY2" fmla="*/ 26194 h 28575"/>
                <a:gd name="connsiteX3" fmla="*/ 7144 w 28575"/>
                <a:gd name="connsiteY3" fmla="*/ 2619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28575">
                  <a:moveTo>
                    <a:pt x="7144" y="7144"/>
                  </a:moveTo>
                  <a:lnTo>
                    <a:pt x="26194" y="7144"/>
                  </a:lnTo>
                  <a:lnTo>
                    <a:pt x="26194" y="26194"/>
                  </a:lnTo>
                  <a:lnTo>
                    <a:pt x="7144" y="2619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9452A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45" name="Freeform: Shape 45">
              <a:extLst>
                <a:ext uri="{FF2B5EF4-FFF2-40B4-BE49-F238E27FC236}">
                  <a16:creationId xmlns:a16="http://schemas.microsoft.com/office/drawing/2014/main" id="{3C515C91-F45E-BA44-B967-6546D9A20297}"/>
                </a:ext>
              </a:extLst>
            </p:cNvPr>
            <p:cNvSpPr/>
            <p:nvPr/>
          </p:nvSpPr>
          <p:spPr>
            <a:xfrm>
              <a:off x="5803106" y="3612356"/>
              <a:ext cx="28575" cy="28575"/>
            </a:xfrm>
            <a:custGeom>
              <a:avLst/>
              <a:gdLst>
                <a:gd name="connsiteX0" fmla="*/ 7144 w 28575"/>
                <a:gd name="connsiteY0" fmla="*/ 7144 h 28575"/>
                <a:gd name="connsiteX1" fmla="*/ 26194 w 28575"/>
                <a:gd name="connsiteY1" fmla="*/ 7144 h 28575"/>
                <a:gd name="connsiteX2" fmla="*/ 26194 w 28575"/>
                <a:gd name="connsiteY2" fmla="*/ 26194 h 28575"/>
                <a:gd name="connsiteX3" fmla="*/ 7144 w 28575"/>
                <a:gd name="connsiteY3" fmla="*/ 2619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28575">
                  <a:moveTo>
                    <a:pt x="7144" y="7144"/>
                  </a:moveTo>
                  <a:lnTo>
                    <a:pt x="26194" y="7144"/>
                  </a:lnTo>
                  <a:lnTo>
                    <a:pt x="26194" y="26194"/>
                  </a:lnTo>
                  <a:lnTo>
                    <a:pt x="7144" y="2619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9452A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78427E3B-F0A0-5042-B2A2-8249E15D84EF}"/>
              </a:ext>
            </a:extLst>
          </p:cNvPr>
          <p:cNvGrpSpPr/>
          <p:nvPr/>
        </p:nvGrpSpPr>
        <p:grpSpPr>
          <a:xfrm rot="5400000">
            <a:off x="8536546" y="1430243"/>
            <a:ext cx="253416" cy="387400"/>
            <a:chOff x="5795058" y="2850363"/>
            <a:chExt cx="600075" cy="917341"/>
          </a:xfrm>
          <a:solidFill>
            <a:schemeClr val="bg1"/>
          </a:solidFill>
        </p:grpSpPr>
        <p:sp>
          <p:nvSpPr>
            <p:cNvPr id="147" name="Freeform: Shape 11">
              <a:extLst>
                <a:ext uri="{FF2B5EF4-FFF2-40B4-BE49-F238E27FC236}">
                  <a16:creationId xmlns:a16="http://schemas.microsoft.com/office/drawing/2014/main" id="{BD5364F7-460B-CA48-BE64-B2C4DEEC21DF}"/>
                </a:ext>
              </a:extLst>
            </p:cNvPr>
            <p:cNvSpPr/>
            <p:nvPr/>
          </p:nvSpPr>
          <p:spPr>
            <a:xfrm>
              <a:off x="5795058" y="3167629"/>
              <a:ext cx="600075" cy="600075"/>
            </a:xfrm>
            <a:custGeom>
              <a:avLst/>
              <a:gdLst>
                <a:gd name="connsiteX0" fmla="*/ 494852 w 600075"/>
                <a:gd name="connsiteY0" fmla="*/ 7149 h 600075"/>
                <a:gd name="connsiteX1" fmla="*/ 371237 w 600075"/>
                <a:gd name="connsiteY1" fmla="*/ 7149 h 600075"/>
                <a:gd name="connsiteX2" fmla="*/ 359153 w 600075"/>
                <a:gd name="connsiteY2" fmla="*/ 18563 h 600075"/>
                <a:gd name="connsiteX3" fmla="*/ 370568 w 600075"/>
                <a:gd name="connsiteY3" fmla="*/ 30647 h 600075"/>
                <a:gd name="connsiteX4" fmla="*/ 371237 w 600075"/>
                <a:gd name="connsiteY4" fmla="*/ 30647 h 600075"/>
                <a:gd name="connsiteX5" fmla="*/ 494852 w 600075"/>
                <a:gd name="connsiteY5" fmla="*/ 30647 h 600075"/>
                <a:gd name="connsiteX6" fmla="*/ 571243 w 600075"/>
                <a:gd name="connsiteY6" fmla="*/ 107037 h 600075"/>
                <a:gd name="connsiteX7" fmla="*/ 571243 w 600075"/>
                <a:gd name="connsiteY7" fmla="*/ 494857 h 600075"/>
                <a:gd name="connsiteX8" fmla="*/ 494852 w 600075"/>
                <a:gd name="connsiteY8" fmla="*/ 571248 h 600075"/>
                <a:gd name="connsiteX9" fmla="*/ 107032 w 600075"/>
                <a:gd name="connsiteY9" fmla="*/ 571248 h 600075"/>
                <a:gd name="connsiteX10" fmla="*/ 30642 w 600075"/>
                <a:gd name="connsiteY10" fmla="*/ 494857 h 600075"/>
                <a:gd name="connsiteX11" fmla="*/ 30642 w 600075"/>
                <a:gd name="connsiteY11" fmla="*/ 107066 h 600075"/>
                <a:gd name="connsiteX12" fmla="*/ 107032 w 600075"/>
                <a:gd name="connsiteY12" fmla="*/ 30675 h 600075"/>
                <a:gd name="connsiteX13" fmla="*/ 230219 w 600075"/>
                <a:gd name="connsiteY13" fmla="*/ 30675 h 600075"/>
                <a:gd name="connsiteX14" fmla="*/ 241634 w 600075"/>
                <a:gd name="connsiteY14" fmla="*/ 18592 h 600075"/>
                <a:gd name="connsiteX15" fmla="*/ 230219 w 600075"/>
                <a:gd name="connsiteY15" fmla="*/ 7177 h 600075"/>
                <a:gd name="connsiteX16" fmla="*/ 107032 w 600075"/>
                <a:gd name="connsiteY16" fmla="*/ 7177 h 600075"/>
                <a:gd name="connsiteX17" fmla="*/ 7144 w 600075"/>
                <a:gd name="connsiteY17" fmla="*/ 107066 h 600075"/>
                <a:gd name="connsiteX18" fmla="*/ 7144 w 600075"/>
                <a:gd name="connsiteY18" fmla="*/ 494857 h 600075"/>
                <a:gd name="connsiteX19" fmla="*/ 107032 w 600075"/>
                <a:gd name="connsiteY19" fmla="*/ 594746 h 600075"/>
                <a:gd name="connsiteX20" fmla="*/ 494852 w 600075"/>
                <a:gd name="connsiteY20" fmla="*/ 594746 h 600075"/>
                <a:gd name="connsiteX21" fmla="*/ 594741 w 600075"/>
                <a:gd name="connsiteY21" fmla="*/ 494857 h 600075"/>
                <a:gd name="connsiteX22" fmla="*/ 594741 w 600075"/>
                <a:gd name="connsiteY22" fmla="*/ 107066 h 600075"/>
                <a:gd name="connsiteX23" fmla="*/ 494852 w 600075"/>
                <a:gd name="connsiteY23" fmla="*/ 7149 h 600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00075" h="600075">
                  <a:moveTo>
                    <a:pt x="494852" y="7149"/>
                  </a:moveTo>
                  <a:lnTo>
                    <a:pt x="371237" y="7149"/>
                  </a:lnTo>
                  <a:cubicBezTo>
                    <a:pt x="364748" y="6964"/>
                    <a:pt x="359338" y="12074"/>
                    <a:pt x="359153" y="18563"/>
                  </a:cubicBezTo>
                  <a:cubicBezTo>
                    <a:pt x="358969" y="25052"/>
                    <a:pt x="364079" y="30462"/>
                    <a:pt x="370568" y="30647"/>
                  </a:cubicBezTo>
                  <a:cubicBezTo>
                    <a:pt x="370791" y="30653"/>
                    <a:pt x="371014" y="30653"/>
                    <a:pt x="371237" y="30647"/>
                  </a:cubicBezTo>
                  <a:lnTo>
                    <a:pt x="494852" y="30647"/>
                  </a:lnTo>
                  <a:cubicBezTo>
                    <a:pt x="537022" y="30694"/>
                    <a:pt x="571195" y="64867"/>
                    <a:pt x="571243" y="107037"/>
                  </a:cubicBezTo>
                  <a:lnTo>
                    <a:pt x="571243" y="494857"/>
                  </a:lnTo>
                  <a:cubicBezTo>
                    <a:pt x="571195" y="537027"/>
                    <a:pt x="537022" y="571200"/>
                    <a:pt x="494852" y="571248"/>
                  </a:cubicBezTo>
                  <a:lnTo>
                    <a:pt x="107032" y="571248"/>
                  </a:lnTo>
                  <a:cubicBezTo>
                    <a:pt x="64862" y="571200"/>
                    <a:pt x="30690" y="537027"/>
                    <a:pt x="30642" y="494857"/>
                  </a:cubicBezTo>
                  <a:lnTo>
                    <a:pt x="30642" y="107066"/>
                  </a:lnTo>
                  <a:cubicBezTo>
                    <a:pt x="30690" y="64896"/>
                    <a:pt x="64862" y="30723"/>
                    <a:pt x="107032" y="30675"/>
                  </a:cubicBezTo>
                  <a:lnTo>
                    <a:pt x="230219" y="30675"/>
                  </a:lnTo>
                  <a:cubicBezTo>
                    <a:pt x="236708" y="30491"/>
                    <a:pt x="241819" y="25080"/>
                    <a:pt x="241634" y="18592"/>
                  </a:cubicBezTo>
                  <a:cubicBezTo>
                    <a:pt x="241457" y="12363"/>
                    <a:pt x="236449" y="7354"/>
                    <a:pt x="230219" y="7177"/>
                  </a:cubicBezTo>
                  <a:lnTo>
                    <a:pt x="107032" y="7177"/>
                  </a:lnTo>
                  <a:cubicBezTo>
                    <a:pt x="51894" y="7246"/>
                    <a:pt x="7212" y="51928"/>
                    <a:pt x="7144" y="107066"/>
                  </a:cubicBezTo>
                  <a:lnTo>
                    <a:pt x="7144" y="494857"/>
                  </a:lnTo>
                  <a:cubicBezTo>
                    <a:pt x="7212" y="549996"/>
                    <a:pt x="51894" y="594677"/>
                    <a:pt x="107032" y="594746"/>
                  </a:cubicBezTo>
                  <a:lnTo>
                    <a:pt x="494852" y="594746"/>
                  </a:lnTo>
                  <a:cubicBezTo>
                    <a:pt x="549991" y="594677"/>
                    <a:pt x="594672" y="549996"/>
                    <a:pt x="594741" y="494857"/>
                  </a:cubicBezTo>
                  <a:lnTo>
                    <a:pt x="594741" y="107066"/>
                  </a:lnTo>
                  <a:cubicBezTo>
                    <a:pt x="594689" y="51916"/>
                    <a:pt x="550002" y="7217"/>
                    <a:pt x="494852" y="71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59452A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48" name="Freeform: Shape 14">
              <a:extLst>
                <a:ext uri="{FF2B5EF4-FFF2-40B4-BE49-F238E27FC236}">
                  <a16:creationId xmlns:a16="http://schemas.microsoft.com/office/drawing/2014/main" id="{729BEAC8-F09B-6A46-B1E3-92891C294815}"/>
                </a:ext>
              </a:extLst>
            </p:cNvPr>
            <p:cNvSpPr/>
            <p:nvPr/>
          </p:nvSpPr>
          <p:spPr>
            <a:xfrm>
              <a:off x="5936140" y="2850363"/>
              <a:ext cx="314325" cy="771525"/>
            </a:xfrm>
            <a:custGeom>
              <a:avLst/>
              <a:gdLst>
                <a:gd name="connsiteX0" fmla="*/ 27148 w 314325"/>
                <a:gd name="connsiteY0" fmla="*/ 168195 h 771525"/>
                <a:gd name="connsiteX1" fmla="*/ 148116 w 314325"/>
                <a:gd name="connsiteY1" fmla="*/ 47227 h 771525"/>
                <a:gd name="connsiteX2" fmla="*/ 148116 w 314325"/>
                <a:gd name="connsiteY2" fmla="*/ 759249 h 771525"/>
                <a:gd name="connsiteX3" fmla="*/ 159860 w 314325"/>
                <a:gd name="connsiteY3" fmla="*/ 770994 h 771525"/>
                <a:gd name="connsiteX4" fmla="*/ 171604 w 314325"/>
                <a:gd name="connsiteY4" fmla="*/ 759249 h 771525"/>
                <a:gd name="connsiteX5" fmla="*/ 171604 w 314325"/>
                <a:gd name="connsiteY5" fmla="*/ 47246 h 771525"/>
                <a:gd name="connsiteX6" fmla="*/ 292572 w 314325"/>
                <a:gd name="connsiteY6" fmla="*/ 168214 h 771525"/>
                <a:gd name="connsiteX7" fmla="*/ 309183 w 314325"/>
                <a:gd name="connsiteY7" fmla="*/ 168214 h 771525"/>
                <a:gd name="connsiteX8" fmla="*/ 309183 w 314325"/>
                <a:gd name="connsiteY8" fmla="*/ 151602 h 771525"/>
                <a:gd name="connsiteX9" fmla="*/ 168166 w 314325"/>
                <a:gd name="connsiteY9" fmla="*/ 10565 h 771525"/>
                <a:gd name="connsiteX10" fmla="*/ 151554 w 314325"/>
                <a:gd name="connsiteY10" fmla="*/ 10565 h 771525"/>
                <a:gd name="connsiteX11" fmla="*/ 10584 w 314325"/>
                <a:gd name="connsiteY11" fmla="*/ 151583 h 771525"/>
                <a:gd name="connsiteX12" fmla="*/ 10584 w 314325"/>
                <a:gd name="connsiteY12" fmla="*/ 168195 h 771525"/>
                <a:gd name="connsiteX13" fmla="*/ 27196 w 314325"/>
                <a:gd name="connsiteY13" fmla="*/ 168195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14325" h="771525">
                  <a:moveTo>
                    <a:pt x="27148" y="168195"/>
                  </a:moveTo>
                  <a:lnTo>
                    <a:pt x="148116" y="47227"/>
                  </a:lnTo>
                  <a:lnTo>
                    <a:pt x="148116" y="759249"/>
                  </a:lnTo>
                  <a:cubicBezTo>
                    <a:pt x="148116" y="765736"/>
                    <a:pt x="153373" y="770994"/>
                    <a:pt x="159860" y="770994"/>
                  </a:cubicBezTo>
                  <a:cubicBezTo>
                    <a:pt x="166347" y="770994"/>
                    <a:pt x="171604" y="765736"/>
                    <a:pt x="171604" y="759249"/>
                  </a:cubicBezTo>
                  <a:lnTo>
                    <a:pt x="171604" y="47246"/>
                  </a:lnTo>
                  <a:lnTo>
                    <a:pt x="292572" y="168214"/>
                  </a:lnTo>
                  <a:cubicBezTo>
                    <a:pt x="297159" y="172801"/>
                    <a:pt x="304596" y="172801"/>
                    <a:pt x="309183" y="168214"/>
                  </a:cubicBezTo>
                  <a:cubicBezTo>
                    <a:pt x="313771" y="163626"/>
                    <a:pt x="313771" y="156189"/>
                    <a:pt x="309183" y="151602"/>
                  </a:cubicBezTo>
                  <a:lnTo>
                    <a:pt x="168166" y="10565"/>
                  </a:lnTo>
                  <a:cubicBezTo>
                    <a:pt x="163568" y="6003"/>
                    <a:pt x="156152" y="6003"/>
                    <a:pt x="151554" y="10565"/>
                  </a:cubicBezTo>
                  <a:lnTo>
                    <a:pt x="10584" y="151583"/>
                  </a:lnTo>
                  <a:cubicBezTo>
                    <a:pt x="5997" y="156170"/>
                    <a:pt x="5997" y="163607"/>
                    <a:pt x="10584" y="168195"/>
                  </a:cubicBezTo>
                  <a:cubicBezTo>
                    <a:pt x="15171" y="172782"/>
                    <a:pt x="22609" y="172782"/>
                    <a:pt x="27196" y="16819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59452A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149" name="Rectangle: Rounded Corners 114">
            <a:extLst>
              <a:ext uri="{FF2B5EF4-FFF2-40B4-BE49-F238E27FC236}">
                <a16:creationId xmlns:a16="http://schemas.microsoft.com/office/drawing/2014/main" id="{83ED1E2E-5475-8F47-BF2C-C13E13D1604E}"/>
              </a:ext>
            </a:extLst>
          </p:cNvPr>
          <p:cNvSpPr/>
          <p:nvPr/>
        </p:nvSpPr>
        <p:spPr>
          <a:xfrm>
            <a:off x="1171978" y="3004706"/>
            <a:ext cx="1797743" cy="640080"/>
          </a:xfrm>
          <a:prstGeom prst="roundRect">
            <a:avLst>
              <a:gd name="adj" fmla="val 5663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0" rtlCol="0" anchor="t"/>
          <a:lstStyle/>
          <a:p>
            <a:pPr lvl="0">
              <a:lnSpc>
                <a:spcPct val="85000"/>
              </a:lnSpc>
              <a:buClrTx/>
              <a:defRPr/>
            </a:pPr>
            <a:r>
              <a:rPr lang="en-US" sz="1000" kern="1200" spc="-20" dirty="0">
                <a:solidFill>
                  <a:srgbClr val="FFFFFF"/>
                </a:solidFill>
                <a:cs typeface="Arial" panose="020B0604020202020204" pitchFamily="34" charset="0"/>
              </a:rPr>
              <a:t>Support climate adaptation-centric R&amp;D solutions, including resilience to biotic and abiotic stress</a:t>
            </a:r>
            <a:endParaRPr kumimoji="0" lang="en-US" sz="1000" b="0" i="0" u="none" strike="noStrike" kern="1200" cap="none" spc="-2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D8E7673E-E836-3A49-A751-BFC9286D31BC}"/>
              </a:ext>
            </a:extLst>
          </p:cNvPr>
          <p:cNvGrpSpPr/>
          <p:nvPr/>
        </p:nvGrpSpPr>
        <p:grpSpPr>
          <a:xfrm>
            <a:off x="2210552" y="3460991"/>
            <a:ext cx="274320" cy="274320"/>
            <a:chOff x="8569688" y="2534020"/>
            <a:chExt cx="274320" cy="274320"/>
          </a:xfrm>
        </p:grpSpPr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F9E82441-5C73-8B44-A6C6-3B7D95887F8A}"/>
                </a:ext>
              </a:extLst>
            </p:cNvPr>
            <p:cNvSpPr/>
            <p:nvPr/>
          </p:nvSpPr>
          <p:spPr>
            <a:xfrm>
              <a:off x="8569688" y="2534020"/>
              <a:ext cx="274320" cy="27432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A5025711-96C8-124F-8E47-5FA3E78A6686}"/>
                </a:ext>
              </a:extLst>
            </p:cNvPr>
            <p:cNvGrpSpPr/>
            <p:nvPr/>
          </p:nvGrpSpPr>
          <p:grpSpPr>
            <a:xfrm>
              <a:off x="8610686" y="2588454"/>
              <a:ext cx="192324" cy="165453"/>
              <a:chOff x="1958853" y="2923180"/>
              <a:chExt cx="192324" cy="165453"/>
            </a:xfrm>
            <a:solidFill>
              <a:schemeClr val="accent2"/>
            </a:solidFill>
          </p:grpSpPr>
          <p:sp>
            <p:nvSpPr>
              <p:cNvPr id="153" name="Freeform: Shape 220">
                <a:extLst>
                  <a:ext uri="{FF2B5EF4-FFF2-40B4-BE49-F238E27FC236}">
                    <a16:creationId xmlns:a16="http://schemas.microsoft.com/office/drawing/2014/main" id="{86AD1B64-89F4-9E42-B4D0-F8EE5C7D5938}"/>
                  </a:ext>
                </a:extLst>
              </p:cNvPr>
              <p:cNvSpPr/>
              <p:nvPr/>
            </p:nvSpPr>
            <p:spPr>
              <a:xfrm>
                <a:off x="1965343" y="2923180"/>
                <a:ext cx="177901" cy="165453"/>
              </a:xfrm>
              <a:custGeom>
                <a:avLst/>
                <a:gdLst>
                  <a:gd name="connsiteX0" fmla="*/ 95931 w 190319"/>
                  <a:gd name="connsiteY0" fmla="*/ 23014 h 153429"/>
                  <a:gd name="connsiteX1" fmla="*/ 101075 w 190319"/>
                  <a:gd name="connsiteY1" fmla="*/ 26850 h 153429"/>
                  <a:gd name="connsiteX2" fmla="*/ 95931 w 190319"/>
                  <a:gd name="connsiteY2" fmla="*/ 30686 h 153429"/>
                  <a:gd name="connsiteX3" fmla="*/ 90788 w 190319"/>
                  <a:gd name="connsiteY3" fmla="*/ 26850 h 153429"/>
                  <a:gd name="connsiteX4" fmla="*/ 95931 w 190319"/>
                  <a:gd name="connsiteY4" fmla="*/ 23014 h 153429"/>
                  <a:gd name="connsiteX5" fmla="*/ 126794 w 190319"/>
                  <a:gd name="connsiteY5" fmla="*/ 138086 h 153429"/>
                  <a:gd name="connsiteX6" fmla="*/ 121650 w 190319"/>
                  <a:gd name="connsiteY6" fmla="*/ 134251 h 153429"/>
                  <a:gd name="connsiteX7" fmla="*/ 103647 w 190319"/>
                  <a:gd name="connsiteY7" fmla="*/ 134251 h 153429"/>
                  <a:gd name="connsiteX8" fmla="*/ 103647 w 190319"/>
                  <a:gd name="connsiteY8" fmla="*/ 36823 h 153429"/>
                  <a:gd name="connsiteX9" fmla="*/ 109305 w 190319"/>
                  <a:gd name="connsiteY9" fmla="*/ 32604 h 153429"/>
                  <a:gd name="connsiteX10" fmla="*/ 158685 w 190319"/>
                  <a:gd name="connsiteY10" fmla="*/ 32604 h 153429"/>
                  <a:gd name="connsiteX11" fmla="*/ 144283 w 190319"/>
                  <a:gd name="connsiteY11" fmla="*/ 88222 h 153429"/>
                  <a:gd name="connsiteX12" fmla="*/ 154828 w 190319"/>
                  <a:gd name="connsiteY12" fmla="*/ 88222 h 153429"/>
                  <a:gd name="connsiteX13" fmla="*/ 166144 w 190319"/>
                  <a:gd name="connsiteY13" fmla="*/ 44494 h 153429"/>
                  <a:gd name="connsiteX14" fmla="*/ 180546 w 190319"/>
                  <a:gd name="connsiteY14" fmla="*/ 88222 h 153429"/>
                  <a:gd name="connsiteX15" fmla="*/ 191091 w 190319"/>
                  <a:gd name="connsiteY15" fmla="*/ 88222 h 153429"/>
                  <a:gd name="connsiteX16" fmla="*/ 172316 w 190319"/>
                  <a:gd name="connsiteY16" fmla="*/ 32604 h 153429"/>
                  <a:gd name="connsiteX17" fmla="*/ 175660 w 190319"/>
                  <a:gd name="connsiteY17" fmla="*/ 32604 h 153429"/>
                  <a:gd name="connsiteX18" fmla="*/ 183375 w 190319"/>
                  <a:gd name="connsiteY18" fmla="*/ 26850 h 153429"/>
                  <a:gd name="connsiteX19" fmla="*/ 175660 w 190319"/>
                  <a:gd name="connsiteY19" fmla="*/ 21097 h 153429"/>
                  <a:gd name="connsiteX20" fmla="*/ 109305 w 190319"/>
                  <a:gd name="connsiteY20" fmla="*/ 21097 h 153429"/>
                  <a:gd name="connsiteX21" fmla="*/ 103647 w 190319"/>
                  <a:gd name="connsiteY21" fmla="*/ 16877 h 153429"/>
                  <a:gd name="connsiteX22" fmla="*/ 103647 w 190319"/>
                  <a:gd name="connsiteY22" fmla="*/ 5754 h 153429"/>
                  <a:gd name="connsiteX23" fmla="*/ 95931 w 190319"/>
                  <a:gd name="connsiteY23" fmla="*/ 0 h 153429"/>
                  <a:gd name="connsiteX24" fmla="*/ 88216 w 190319"/>
                  <a:gd name="connsiteY24" fmla="*/ 5754 h 153429"/>
                  <a:gd name="connsiteX25" fmla="*/ 88216 w 190319"/>
                  <a:gd name="connsiteY25" fmla="*/ 16877 h 153429"/>
                  <a:gd name="connsiteX26" fmla="*/ 82558 w 190319"/>
                  <a:gd name="connsiteY26" fmla="*/ 21097 h 153429"/>
                  <a:gd name="connsiteX27" fmla="*/ 16203 w 190319"/>
                  <a:gd name="connsiteY27" fmla="*/ 21097 h 153429"/>
                  <a:gd name="connsiteX28" fmla="*/ 8487 w 190319"/>
                  <a:gd name="connsiteY28" fmla="*/ 26850 h 153429"/>
                  <a:gd name="connsiteX29" fmla="*/ 14660 w 190319"/>
                  <a:gd name="connsiteY29" fmla="*/ 32412 h 153429"/>
                  <a:gd name="connsiteX30" fmla="*/ 0 w 190319"/>
                  <a:gd name="connsiteY30" fmla="*/ 88222 h 153429"/>
                  <a:gd name="connsiteX31" fmla="*/ 10545 w 190319"/>
                  <a:gd name="connsiteY31" fmla="*/ 88222 h 153429"/>
                  <a:gd name="connsiteX32" fmla="*/ 21861 w 190319"/>
                  <a:gd name="connsiteY32" fmla="*/ 44494 h 153429"/>
                  <a:gd name="connsiteX33" fmla="*/ 36521 w 190319"/>
                  <a:gd name="connsiteY33" fmla="*/ 88222 h 153429"/>
                  <a:gd name="connsiteX34" fmla="*/ 47066 w 190319"/>
                  <a:gd name="connsiteY34" fmla="*/ 88222 h 153429"/>
                  <a:gd name="connsiteX35" fmla="*/ 28291 w 190319"/>
                  <a:gd name="connsiteY35" fmla="*/ 32604 h 153429"/>
                  <a:gd name="connsiteX36" fmla="*/ 82300 w 190319"/>
                  <a:gd name="connsiteY36" fmla="*/ 32604 h 153429"/>
                  <a:gd name="connsiteX37" fmla="*/ 87958 w 190319"/>
                  <a:gd name="connsiteY37" fmla="*/ 36823 h 153429"/>
                  <a:gd name="connsiteX38" fmla="*/ 87958 w 190319"/>
                  <a:gd name="connsiteY38" fmla="*/ 134251 h 153429"/>
                  <a:gd name="connsiteX39" fmla="*/ 69955 w 190319"/>
                  <a:gd name="connsiteY39" fmla="*/ 134251 h 153429"/>
                  <a:gd name="connsiteX40" fmla="*/ 64812 w 190319"/>
                  <a:gd name="connsiteY40" fmla="*/ 138086 h 153429"/>
                  <a:gd name="connsiteX41" fmla="*/ 64812 w 190319"/>
                  <a:gd name="connsiteY41" fmla="*/ 141922 h 153429"/>
                  <a:gd name="connsiteX42" fmla="*/ 34206 w 190319"/>
                  <a:gd name="connsiteY42" fmla="*/ 141922 h 153429"/>
                  <a:gd name="connsiteX43" fmla="*/ 34206 w 190319"/>
                  <a:gd name="connsiteY43" fmla="*/ 153429 h 153429"/>
                  <a:gd name="connsiteX44" fmla="*/ 157657 w 190319"/>
                  <a:gd name="connsiteY44" fmla="*/ 153429 h 153429"/>
                  <a:gd name="connsiteX45" fmla="*/ 157657 w 190319"/>
                  <a:gd name="connsiteY45" fmla="*/ 141922 h 153429"/>
                  <a:gd name="connsiteX46" fmla="*/ 126794 w 190319"/>
                  <a:gd name="connsiteY46" fmla="*/ 141922 h 153429"/>
                  <a:gd name="connsiteX47" fmla="*/ 126794 w 190319"/>
                  <a:gd name="connsiteY47" fmla="*/ 138086 h 153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190319" h="153429">
                    <a:moveTo>
                      <a:pt x="95931" y="23014"/>
                    </a:moveTo>
                    <a:cubicBezTo>
                      <a:pt x="98760" y="23014"/>
                      <a:pt x="101075" y="24740"/>
                      <a:pt x="101075" y="26850"/>
                    </a:cubicBezTo>
                    <a:cubicBezTo>
                      <a:pt x="101075" y="28960"/>
                      <a:pt x="98760" y="30686"/>
                      <a:pt x="95931" y="30686"/>
                    </a:cubicBezTo>
                    <a:cubicBezTo>
                      <a:pt x="93102" y="30686"/>
                      <a:pt x="90788" y="28960"/>
                      <a:pt x="90788" y="26850"/>
                    </a:cubicBezTo>
                    <a:cubicBezTo>
                      <a:pt x="90788" y="24740"/>
                      <a:pt x="93102" y="23014"/>
                      <a:pt x="95931" y="23014"/>
                    </a:cubicBezTo>
                    <a:close/>
                    <a:moveTo>
                      <a:pt x="126794" y="138086"/>
                    </a:moveTo>
                    <a:cubicBezTo>
                      <a:pt x="126794" y="135977"/>
                      <a:pt x="124479" y="134251"/>
                      <a:pt x="121650" y="134251"/>
                    </a:cubicBezTo>
                    <a:lnTo>
                      <a:pt x="103647" y="134251"/>
                    </a:lnTo>
                    <a:lnTo>
                      <a:pt x="103647" y="36823"/>
                    </a:lnTo>
                    <a:cubicBezTo>
                      <a:pt x="105962" y="35864"/>
                      <a:pt x="108019" y="34330"/>
                      <a:pt x="109305" y="32604"/>
                    </a:cubicBezTo>
                    <a:lnTo>
                      <a:pt x="158685" y="32604"/>
                    </a:lnTo>
                    <a:lnTo>
                      <a:pt x="144283" y="88222"/>
                    </a:lnTo>
                    <a:lnTo>
                      <a:pt x="154828" y="88222"/>
                    </a:lnTo>
                    <a:lnTo>
                      <a:pt x="166144" y="44494"/>
                    </a:lnTo>
                    <a:lnTo>
                      <a:pt x="180546" y="88222"/>
                    </a:lnTo>
                    <a:lnTo>
                      <a:pt x="191091" y="88222"/>
                    </a:lnTo>
                    <a:lnTo>
                      <a:pt x="172316" y="32604"/>
                    </a:lnTo>
                    <a:lnTo>
                      <a:pt x="175660" y="32604"/>
                    </a:lnTo>
                    <a:cubicBezTo>
                      <a:pt x="180032" y="32604"/>
                      <a:pt x="183375" y="30110"/>
                      <a:pt x="183375" y="26850"/>
                    </a:cubicBezTo>
                    <a:cubicBezTo>
                      <a:pt x="183375" y="23590"/>
                      <a:pt x="180032" y="21097"/>
                      <a:pt x="175660" y="21097"/>
                    </a:cubicBezTo>
                    <a:lnTo>
                      <a:pt x="109305" y="21097"/>
                    </a:lnTo>
                    <a:cubicBezTo>
                      <a:pt x="108019" y="19370"/>
                      <a:pt x="105962" y="17836"/>
                      <a:pt x="103647" y="16877"/>
                    </a:cubicBezTo>
                    <a:lnTo>
                      <a:pt x="103647" y="5754"/>
                    </a:lnTo>
                    <a:cubicBezTo>
                      <a:pt x="103647" y="2493"/>
                      <a:pt x="100304" y="0"/>
                      <a:pt x="95931" y="0"/>
                    </a:cubicBezTo>
                    <a:cubicBezTo>
                      <a:pt x="91559" y="0"/>
                      <a:pt x="88216" y="2493"/>
                      <a:pt x="88216" y="5754"/>
                    </a:cubicBezTo>
                    <a:lnTo>
                      <a:pt x="88216" y="16877"/>
                    </a:lnTo>
                    <a:cubicBezTo>
                      <a:pt x="85901" y="17836"/>
                      <a:pt x="83843" y="19370"/>
                      <a:pt x="82558" y="21097"/>
                    </a:cubicBezTo>
                    <a:lnTo>
                      <a:pt x="16203" y="21097"/>
                    </a:lnTo>
                    <a:cubicBezTo>
                      <a:pt x="11831" y="21097"/>
                      <a:pt x="8487" y="23590"/>
                      <a:pt x="8487" y="26850"/>
                    </a:cubicBezTo>
                    <a:cubicBezTo>
                      <a:pt x="8487" y="29535"/>
                      <a:pt x="11059" y="32028"/>
                      <a:pt x="14660" y="32412"/>
                    </a:cubicBezTo>
                    <a:lnTo>
                      <a:pt x="0" y="88222"/>
                    </a:lnTo>
                    <a:lnTo>
                      <a:pt x="10545" y="88222"/>
                    </a:lnTo>
                    <a:lnTo>
                      <a:pt x="21861" y="44494"/>
                    </a:lnTo>
                    <a:lnTo>
                      <a:pt x="36521" y="88222"/>
                    </a:lnTo>
                    <a:lnTo>
                      <a:pt x="47066" y="88222"/>
                    </a:lnTo>
                    <a:lnTo>
                      <a:pt x="28291" y="32604"/>
                    </a:lnTo>
                    <a:lnTo>
                      <a:pt x="82300" y="32604"/>
                    </a:lnTo>
                    <a:cubicBezTo>
                      <a:pt x="83586" y="34330"/>
                      <a:pt x="85644" y="35864"/>
                      <a:pt x="87958" y="36823"/>
                    </a:cubicBezTo>
                    <a:lnTo>
                      <a:pt x="87958" y="134251"/>
                    </a:lnTo>
                    <a:lnTo>
                      <a:pt x="69955" y="134251"/>
                    </a:lnTo>
                    <a:cubicBezTo>
                      <a:pt x="67126" y="134251"/>
                      <a:pt x="64812" y="135977"/>
                      <a:pt x="64812" y="138086"/>
                    </a:cubicBezTo>
                    <a:lnTo>
                      <a:pt x="64812" y="141922"/>
                    </a:lnTo>
                    <a:lnTo>
                      <a:pt x="34206" y="141922"/>
                    </a:lnTo>
                    <a:lnTo>
                      <a:pt x="34206" y="153429"/>
                    </a:lnTo>
                    <a:lnTo>
                      <a:pt x="157657" y="153429"/>
                    </a:lnTo>
                    <a:lnTo>
                      <a:pt x="157657" y="141922"/>
                    </a:lnTo>
                    <a:lnTo>
                      <a:pt x="126794" y="141922"/>
                    </a:lnTo>
                    <a:lnTo>
                      <a:pt x="126794" y="138086"/>
                    </a:lnTo>
                    <a:close/>
                  </a:path>
                </a:pathLst>
              </a:custGeom>
              <a:grpFill/>
              <a:ln w="24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59452A"/>
                  </a:solidFill>
                  <a:effectLst/>
                  <a:uLnTx/>
                  <a:uFillTx/>
                  <a:latin typeface="+mn-lt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54" name="Freeform: Shape 221">
                <a:extLst>
                  <a:ext uri="{FF2B5EF4-FFF2-40B4-BE49-F238E27FC236}">
                    <a16:creationId xmlns:a16="http://schemas.microsoft.com/office/drawing/2014/main" id="{670D2396-DA67-384B-9807-D8B3442EF529}"/>
                  </a:ext>
                </a:extLst>
              </p:cNvPr>
              <p:cNvSpPr/>
              <p:nvPr/>
            </p:nvSpPr>
            <p:spPr>
              <a:xfrm>
                <a:off x="1958853" y="3024520"/>
                <a:ext cx="57697" cy="12409"/>
              </a:xfrm>
              <a:custGeom>
                <a:avLst/>
                <a:gdLst>
                  <a:gd name="connsiteX0" fmla="*/ 61725 w 61725"/>
                  <a:gd name="connsiteY0" fmla="*/ 0 h 11507"/>
                  <a:gd name="connsiteX1" fmla="*/ 0 w 61725"/>
                  <a:gd name="connsiteY1" fmla="*/ 0 h 11507"/>
                  <a:gd name="connsiteX2" fmla="*/ 30863 w 61725"/>
                  <a:gd name="connsiteY2" fmla="*/ 11507 h 11507"/>
                  <a:gd name="connsiteX3" fmla="*/ 61725 w 61725"/>
                  <a:gd name="connsiteY3" fmla="*/ 0 h 11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725" h="11507">
                    <a:moveTo>
                      <a:pt x="61725" y="0"/>
                    </a:moveTo>
                    <a:lnTo>
                      <a:pt x="0" y="0"/>
                    </a:lnTo>
                    <a:cubicBezTo>
                      <a:pt x="0" y="6329"/>
                      <a:pt x="13888" y="11507"/>
                      <a:pt x="30863" y="11507"/>
                    </a:cubicBezTo>
                    <a:cubicBezTo>
                      <a:pt x="47837" y="11507"/>
                      <a:pt x="61725" y="6329"/>
                      <a:pt x="61725" y="0"/>
                    </a:cubicBezTo>
                    <a:close/>
                  </a:path>
                </a:pathLst>
              </a:custGeom>
              <a:grpFill/>
              <a:ln w="24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59452A"/>
                  </a:solidFill>
                  <a:effectLst/>
                  <a:uLnTx/>
                  <a:uFillTx/>
                  <a:latin typeface="+mn-lt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55" name="Freeform: Shape 222">
                <a:extLst>
                  <a:ext uri="{FF2B5EF4-FFF2-40B4-BE49-F238E27FC236}">
                    <a16:creationId xmlns:a16="http://schemas.microsoft.com/office/drawing/2014/main" id="{8F409F6F-158E-B142-8D0F-DB3413E5309F}"/>
                  </a:ext>
                </a:extLst>
              </p:cNvPr>
              <p:cNvSpPr/>
              <p:nvPr/>
            </p:nvSpPr>
            <p:spPr>
              <a:xfrm>
                <a:off x="2093480" y="3024520"/>
                <a:ext cx="57697" cy="12409"/>
              </a:xfrm>
              <a:custGeom>
                <a:avLst/>
                <a:gdLst>
                  <a:gd name="connsiteX0" fmla="*/ 0 w 61725"/>
                  <a:gd name="connsiteY0" fmla="*/ 0 h 11507"/>
                  <a:gd name="connsiteX1" fmla="*/ 30863 w 61725"/>
                  <a:gd name="connsiteY1" fmla="*/ 11507 h 11507"/>
                  <a:gd name="connsiteX2" fmla="*/ 61725 w 61725"/>
                  <a:gd name="connsiteY2" fmla="*/ 0 h 11507"/>
                  <a:gd name="connsiteX3" fmla="*/ 0 w 61725"/>
                  <a:gd name="connsiteY3" fmla="*/ 0 h 11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725" h="11507">
                    <a:moveTo>
                      <a:pt x="0" y="0"/>
                    </a:moveTo>
                    <a:cubicBezTo>
                      <a:pt x="0" y="6329"/>
                      <a:pt x="13888" y="11507"/>
                      <a:pt x="30863" y="11507"/>
                    </a:cubicBezTo>
                    <a:cubicBezTo>
                      <a:pt x="47837" y="11507"/>
                      <a:pt x="61725" y="6329"/>
                      <a:pt x="6172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24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59452A"/>
                  </a:solidFill>
                  <a:effectLst/>
                  <a:uLnTx/>
                  <a:uFillTx/>
                  <a:latin typeface="+mn-lt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88AF2AA6-0A73-7345-868C-537EEDAB4A49}"/>
              </a:ext>
            </a:extLst>
          </p:cNvPr>
          <p:cNvGrpSpPr/>
          <p:nvPr/>
        </p:nvGrpSpPr>
        <p:grpSpPr>
          <a:xfrm>
            <a:off x="2632427" y="3460991"/>
            <a:ext cx="274320" cy="274320"/>
            <a:chOff x="9475646" y="2534020"/>
            <a:chExt cx="274320" cy="274320"/>
          </a:xfrm>
        </p:grpSpPr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54D25369-07A8-4C40-B1DE-EFBD947135F2}"/>
                </a:ext>
              </a:extLst>
            </p:cNvPr>
            <p:cNvSpPr/>
            <p:nvPr/>
          </p:nvSpPr>
          <p:spPr>
            <a:xfrm>
              <a:off x="9475646" y="2534020"/>
              <a:ext cx="274320" cy="27432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sp>
          <p:nvSpPr>
            <p:cNvPr id="158" name="Picture 65" descr="World">
              <a:extLst>
                <a:ext uri="{FF2B5EF4-FFF2-40B4-BE49-F238E27FC236}">
                  <a16:creationId xmlns:a16="http://schemas.microsoft.com/office/drawing/2014/main" id="{D9C9DB89-9260-D540-B10D-8C10817B67D2}"/>
                </a:ext>
              </a:extLst>
            </p:cNvPr>
            <p:cNvSpPr/>
            <p:nvPr/>
          </p:nvSpPr>
          <p:spPr>
            <a:xfrm>
              <a:off x="9518355" y="2579212"/>
              <a:ext cx="188902" cy="183937"/>
            </a:xfrm>
            <a:custGeom>
              <a:avLst/>
              <a:gdLst>
                <a:gd name="connsiteX0" fmla="*/ 111877 w 195463"/>
                <a:gd name="connsiteY0" fmla="*/ 133292 h 145757"/>
                <a:gd name="connsiteX1" fmla="*/ 148912 w 195463"/>
                <a:gd name="connsiteY1" fmla="*/ 76715 h 145757"/>
                <a:gd name="connsiteX2" fmla="*/ 179775 w 195463"/>
                <a:gd name="connsiteY2" fmla="*/ 76715 h 145757"/>
                <a:gd name="connsiteX3" fmla="*/ 111877 w 195463"/>
                <a:gd name="connsiteY3" fmla="*/ 133292 h 145757"/>
                <a:gd name="connsiteX4" fmla="*/ 15689 w 195463"/>
                <a:gd name="connsiteY4" fmla="*/ 76715 h 145757"/>
                <a:gd name="connsiteX5" fmla="*/ 46551 w 195463"/>
                <a:gd name="connsiteY5" fmla="*/ 76715 h 145757"/>
                <a:gd name="connsiteX6" fmla="*/ 83586 w 195463"/>
                <a:gd name="connsiteY6" fmla="*/ 133292 h 145757"/>
                <a:gd name="connsiteX7" fmla="*/ 15689 w 195463"/>
                <a:gd name="connsiteY7" fmla="*/ 76715 h 145757"/>
                <a:gd name="connsiteX8" fmla="*/ 83586 w 195463"/>
                <a:gd name="connsiteY8" fmla="*/ 12466 h 145757"/>
                <a:gd name="connsiteX9" fmla="*/ 46551 w 195463"/>
                <a:gd name="connsiteY9" fmla="*/ 69043 h 145757"/>
                <a:gd name="connsiteX10" fmla="*/ 15689 w 195463"/>
                <a:gd name="connsiteY10" fmla="*/ 69043 h 145757"/>
                <a:gd name="connsiteX11" fmla="*/ 83586 w 195463"/>
                <a:gd name="connsiteY11" fmla="*/ 12466 h 145757"/>
                <a:gd name="connsiteX12" fmla="*/ 102875 w 195463"/>
                <a:gd name="connsiteY12" fmla="*/ 76715 h 145757"/>
                <a:gd name="connsiteX13" fmla="*/ 138625 w 195463"/>
                <a:gd name="connsiteY13" fmla="*/ 76715 h 145757"/>
                <a:gd name="connsiteX14" fmla="*/ 102875 w 195463"/>
                <a:gd name="connsiteY14" fmla="*/ 129456 h 145757"/>
                <a:gd name="connsiteX15" fmla="*/ 102875 w 195463"/>
                <a:gd name="connsiteY15" fmla="*/ 76715 h 145757"/>
                <a:gd name="connsiteX16" fmla="*/ 92588 w 195463"/>
                <a:gd name="connsiteY16" fmla="*/ 76715 h 145757"/>
                <a:gd name="connsiteX17" fmla="*/ 92588 w 195463"/>
                <a:gd name="connsiteY17" fmla="*/ 129456 h 145757"/>
                <a:gd name="connsiteX18" fmla="*/ 56839 w 195463"/>
                <a:gd name="connsiteY18" fmla="*/ 76715 h 145757"/>
                <a:gd name="connsiteX19" fmla="*/ 92588 w 195463"/>
                <a:gd name="connsiteY19" fmla="*/ 76715 h 145757"/>
                <a:gd name="connsiteX20" fmla="*/ 102875 w 195463"/>
                <a:gd name="connsiteY20" fmla="*/ 16302 h 145757"/>
                <a:gd name="connsiteX21" fmla="*/ 138625 w 195463"/>
                <a:gd name="connsiteY21" fmla="*/ 69043 h 145757"/>
                <a:gd name="connsiteX22" fmla="*/ 102875 w 195463"/>
                <a:gd name="connsiteY22" fmla="*/ 69043 h 145757"/>
                <a:gd name="connsiteX23" fmla="*/ 102875 w 195463"/>
                <a:gd name="connsiteY23" fmla="*/ 16302 h 145757"/>
                <a:gd name="connsiteX24" fmla="*/ 92588 w 195463"/>
                <a:gd name="connsiteY24" fmla="*/ 69043 h 145757"/>
                <a:gd name="connsiteX25" fmla="*/ 56839 w 195463"/>
                <a:gd name="connsiteY25" fmla="*/ 69043 h 145757"/>
                <a:gd name="connsiteX26" fmla="*/ 92588 w 195463"/>
                <a:gd name="connsiteY26" fmla="*/ 16302 h 145757"/>
                <a:gd name="connsiteX27" fmla="*/ 92588 w 195463"/>
                <a:gd name="connsiteY27" fmla="*/ 69043 h 145757"/>
                <a:gd name="connsiteX28" fmla="*/ 179775 w 195463"/>
                <a:gd name="connsiteY28" fmla="*/ 69043 h 145757"/>
                <a:gd name="connsiteX29" fmla="*/ 148912 w 195463"/>
                <a:gd name="connsiteY29" fmla="*/ 69043 h 145757"/>
                <a:gd name="connsiteX30" fmla="*/ 111877 w 195463"/>
                <a:gd name="connsiteY30" fmla="*/ 12466 h 145757"/>
                <a:gd name="connsiteX31" fmla="*/ 179775 w 195463"/>
                <a:gd name="connsiteY31" fmla="*/ 69043 h 145757"/>
                <a:gd name="connsiteX32" fmla="*/ 97732 w 195463"/>
                <a:gd name="connsiteY32" fmla="*/ 0 h 145757"/>
                <a:gd name="connsiteX33" fmla="*/ 0 w 195463"/>
                <a:gd name="connsiteY33" fmla="*/ 72879 h 145757"/>
                <a:gd name="connsiteX34" fmla="*/ 97732 w 195463"/>
                <a:gd name="connsiteY34" fmla="*/ 145758 h 145757"/>
                <a:gd name="connsiteX35" fmla="*/ 195463 w 195463"/>
                <a:gd name="connsiteY35" fmla="*/ 72879 h 145757"/>
                <a:gd name="connsiteX36" fmla="*/ 97732 w 195463"/>
                <a:gd name="connsiteY36" fmla="*/ 0 h 145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95463" h="145757">
                  <a:moveTo>
                    <a:pt x="111877" y="133292"/>
                  </a:moveTo>
                  <a:cubicBezTo>
                    <a:pt x="128594" y="117949"/>
                    <a:pt x="147112" y="98578"/>
                    <a:pt x="148912" y="76715"/>
                  </a:cubicBezTo>
                  <a:lnTo>
                    <a:pt x="179775" y="76715"/>
                  </a:lnTo>
                  <a:cubicBezTo>
                    <a:pt x="177460" y="105291"/>
                    <a:pt x="148912" y="128497"/>
                    <a:pt x="111877" y="133292"/>
                  </a:cubicBezTo>
                  <a:close/>
                  <a:moveTo>
                    <a:pt x="15689" y="76715"/>
                  </a:moveTo>
                  <a:lnTo>
                    <a:pt x="46551" y="76715"/>
                  </a:lnTo>
                  <a:cubicBezTo>
                    <a:pt x="48609" y="98578"/>
                    <a:pt x="66869" y="117949"/>
                    <a:pt x="83586" y="133292"/>
                  </a:cubicBezTo>
                  <a:cubicBezTo>
                    <a:pt x="46551" y="128497"/>
                    <a:pt x="18003" y="105291"/>
                    <a:pt x="15689" y="76715"/>
                  </a:cubicBezTo>
                  <a:close/>
                  <a:moveTo>
                    <a:pt x="83586" y="12466"/>
                  </a:moveTo>
                  <a:cubicBezTo>
                    <a:pt x="66869" y="27809"/>
                    <a:pt x="48351" y="47179"/>
                    <a:pt x="46551" y="69043"/>
                  </a:cubicBezTo>
                  <a:lnTo>
                    <a:pt x="15689" y="69043"/>
                  </a:lnTo>
                  <a:cubicBezTo>
                    <a:pt x="18003" y="40467"/>
                    <a:pt x="46551" y="17261"/>
                    <a:pt x="83586" y="12466"/>
                  </a:cubicBezTo>
                  <a:close/>
                  <a:moveTo>
                    <a:pt x="102875" y="76715"/>
                  </a:moveTo>
                  <a:lnTo>
                    <a:pt x="138625" y="76715"/>
                  </a:lnTo>
                  <a:cubicBezTo>
                    <a:pt x="136567" y="96469"/>
                    <a:pt x="119335" y="114305"/>
                    <a:pt x="102875" y="129456"/>
                  </a:cubicBezTo>
                  <a:lnTo>
                    <a:pt x="102875" y="76715"/>
                  </a:lnTo>
                  <a:close/>
                  <a:moveTo>
                    <a:pt x="92588" y="76715"/>
                  </a:moveTo>
                  <a:lnTo>
                    <a:pt x="92588" y="129456"/>
                  </a:lnTo>
                  <a:cubicBezTo>
                    <a:pt x="76128" y="114305"/>
                    <a:pt x="58896" y="96469"/>
                    <a:pt x="56839" y="76715"/>
                  </a:cubicBezTo>
                  <a:lnTo>
                    <a:pt x="92588" y="76715"/>
                  </a:lnTo>
                  <a:close/>
                  <a:moveTo>
                    <a:pt x="102875" y="16302"/>
                  </a:moveTo>
                  <a:cubicBezTo>
                    <a:pt x="119335" y="31453"/>
                    <a:pt x="136567" y="49097"/>
                    <a:pt x="138625" y="69043"/>
                  </a:cubicBezTo>
                  <a:lnTo>
                    <a:pt x="102875" y="69043"/>
                  </a:lnTo>
                  <a:lnTo>
                    <a:pt x="102875" y="16302"/>
                  </a:lnTo>
                  <a:close/>
                  <a:moveTo>
                    <a:pt x="92588" y="69043"/>
                  </a:moveTo>
                  <a:lnTo>
                    <a:pt x="56839" y="69043"/>
                  </a:lnTo>
                  <a:cubicBezTo>
                    <a:pt x="58896" y="49289"/>
                    <a:pt x="76128" y="31453"/>
                    <a:pt x="92588" y="16302"/>
                  </a:cubicBezTo>
                  <a:lnTo>
                    <a:pt x="92588" y="69043"/>
                  </a:lnTo>
                  <a:close/>
                  <a:moveTo>
                    <a:pt x="179775" y="69043"/>
                  </a:moveTo>
                  <a:lnTo>
                    <a:pt x="148912" y="69043"/>
                  </a:lnTo>
                  <a:cubicBezTo>
                    <a:pt x="147112" y="47179"/>
                    <a:pt x="128594" y="27809"/>
                    <a:pt x="111877" y="12466"/>
                  </a:cubicBezTo>
                  <a:cubicBezTo>
                    <a:pt x="148912" y="17261"/>
                    <a:pt x="177460" y="40467"/>
                    <a:pt x="179775" y="69043"/>
                  </a:cubicBezTo>
                  <a:close/>
                  <a:moveTo>
                    <a:pt x="97732" y="0"/>
                  </a:moveTo>
                  <a:cubicBezTo>
                    <a:pt x="43722" y="0"/>
                    <a:pt x="0" y="32604"/>
                    <a:pt x="0" y="72879"/>
                  </a:cubicBezTo>
                  <a:cubicBezTo>
                    <a:pt x="0" y="113154"/>
                    <a:pt x="43722" y="145758"/>
                    <a:pt x="97732" y="145758"/>
                  </a:cubicBezTo>
                  <a:cubicBezTo>
                    <a:pt x="151741" y="145758"/>
                    <a:pt x="195463" y="113154"/>
                    <a:pt x="195463" y="72879"/>
                  </a:cubicBezTo>
                  <a:cubicBezTo>
                    <a:pt x="195463" y="32604"/>
                    <a:pt x="151741" y="0"/>
                    <a:pt x="97732" y="0"/>
                  </a:cubicBezTo>
                  <a:close/>
                </a:path>
              </a:pathLst>
            </a:custGeom>
            <a:solidFill>
              <a:schemeClr val="accent2"/>
            </a:solidFill>
            <a:ln w="248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159" name="Rectangle: Rounded Corners 115">
            <a:extLst>
              <a:ext uri="{FF2B5EF4-FFF2-40B4-BE49-F238E27FC236}">
                <a16:creationId xmlns:a16="http://schemas.microsoft.com/office/drawing/2014/main" id="{48A95E66-8033-A446-BCF9-91FA2BB1274C}"/>
              </a:ext>
            </a:extLst>
          </p:cNvPr>
          <p:cNvSpPr/>
          <p:nvPr/>
        </p:nvSpPr>
        <p:spPr>
          <a:xfrm>
            <a:off x="1171702" y="3823880"/>
            <a:ext cx="1795301" cy="949531"/>
          </a:xfrm>
          <a:prstGeom prst="roundRect">
            <a:avLst>
              <a:gd name="adj" fmla="val 5663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0" rtlCol="0" anchor="t"/>
          <a:lstStyle/>
          <a:p>
            <a:pPr lvl="0">
              <a:lnSpc>
                <a:spcPct val="85000"/>
              </a:lnSpc>
              <a:buClrTx/>
              <a:defRPr/>
            </a:pPr>
            <a:r>
              <a:rPr lang="en-US" sz="1000" kern="1200" spc="-20" dirty="0">
                <a:solidFill>
                  <a:srgbClr val="FFFFFF"/>
                </a:solidFill>
                <a:cs typeface="Arial" panose="020B0604020202020204" pitchFamily="34" charset="0"/>
              </a:rPr>
              <a:t>Leverage and promote Climate Smart Agriculture innovations in public &amp; private sector, including emerging startup ecosystem</a:t>
            </a:r>
          </a:p>
        </p:txBody>
      </p: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7EE9DFC9-F86E-0143-B675-F418697F006F}"/>
              </a:ext>
            </a:extLst>
          </p:cNvPr>
          <p:cNvGrpSpPr/>
          <p:nvPr/>
        </p:nvGrpSpPr>
        <p:grpSpPr>
          <a:xfrm>
            <a:off x="2632427" y="4616736"/>
            <a:ext cx="274320" cy="274320"/>
            <a:chOff x="9475646" y="2534020"/>
            <a:chExt cx="274320" cy="274320"/>
          </a:xfrm>
        </p:grpSpPr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5149EAE7-501D-A546-8505-43C37F44AD36}"/>
                </a:ext>
              </a:extLst>
            </p:cNvPr>
            <p:cNvSpPr/>
            <p:nvPr/>
          </p:nvSpPr>
          <p:spPr>
            <a:xfrm>
              <a:off x="9475646" y="2534020"/>
              <a:ext cx="274320" cy="27432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sp>
          <p:nvSpPr>
            <p:cNvPr id="162" name="Picture 65" descr="World">
              <a:extLst>
                <a:ext uri="{FF2B5EF4-FFF2-40B4-BE49-F238E27FC236}">
                  <a16:creationId xmlns:a16="http://schemas.microsoft.com/office/drawing/2014/main" id="{CA20BECB-04AC-9A47-BEFD-A8073D588E40}"/>
                </a:ext>
              </a:extLst>
            </p:cNvPr>
            <p:cNvSpPr/>
            <p:nvPr/>
          </p:nvSpPr>
          <p:spPr>
            <a:xfrm>
              <a:off x="9518355" y="2579212"/>
              <a:ext cx="188902" cy="183937"/>
            </a:xfrm>
            <a:custGeom>
              <a:avLst/>
              <a:gdLst>
                <a:gd name="connsiteX0" fmla="*/ 111877 w 195463"/>
                <a:gd name="connsiteY0" fmla="*/ 133292 h 145757"/>
                <a:gd name="connsiteX1" fmla="*/ 148912 w 195463"/>
                <a:gd name="connsiteY1" fmla="*/ 76715 h 145757"/>
                <a:gd name="connsiteX2" fmla="*/ 179775 w 195463"/>
                <a:gd name="connsiteY2" fmla="*/ 76715 h 145757"/>
                <a:gd name="connsiteX3" fmla="*/ 111877 w 195463"/>
                <a:gd name="connsiteY3" fmla="*/ 133292 h 145757"/>
                <a:gd name="connsiteX4" fmla="*/ 15689 w 195463"/>
                <a:gd name="connsiteY4" fmla="*/ 76715 h 145757"/>
                <a:gd name="connsiteX5" fmla="*/ 46551 w 195463"/>
                <a:gd name="connsiteY5" fmla="*/ 76715 h 145757"/>
                <a:gd name="connsiteX6" fmla="*/ 83586 w 195463"/>
                <a:gd name="connsiteY6" fmla="*/ 133292 h 145757"/>
                <a:gd name="connsiteX7" fmla="*/ 15689 w 195463"/>
                <a:gd name="connsiteY7" fmla="*/ 76715 h 145757"/>
                <a:gd name="connsiteX8" fmla="*/ 83586 w 195463"/>
                <a:gd name="connsiteY8" fmla="*/ 12466 h 145757"/>
                <a:gd name="connsiteX9" fmla="*/ 46551 w 195463"/>
                <a:gd name="connsiteY9" fmla="*/ 69043 h 145757"/>
                <a:gd name="connsiteX10" fmla="*/ 15689 w 195463"/>
                <a:gd name="connsiteY10" fmla="*/ 69043 h 145757"/>
                <a:gd name="connsiteX11" fmla="*/ 83586 w 195463"/>
                <a:gd name="connsiteY11" fmla="*/ 12466 h 145757"/>
                <a:gd name="connsiteX12" fmla="*/ 102875 w 195463"/>
                <a:gd name="connsiteY12" fmla="*/ 76715 h 145757"/>
                <a:gd name="connsiteX13" fmla="*/ 138625 w 195463"/>
                <a:gd name="connsiteY13" fmla="*/ 76715 h 145757"/>
                <a:gd name="connsiteX14" fmla="*/ 102875 w 195463"/>
                <a:gd name="connsiteY14" fmla="*/ 129456 h 145757"/>
                <a:gd name="connsiteX15" fmla="*/ 102875 w 195463"/>
                <a:gd name="connsiteY15" fmla="*/ 76715 h 145757"/>
                <a:gd name="connsiteX16" fmla="*/ 92588 w 195463"/>
                <a:gd name="connsiteY16" fmla="*/ 76715 h 145757"/>
                <a:gd name="connsiteX17" fmla="*/ 92588 w 195463"/>
                <a:gd name="connsiteY17" fmla="*/ 129456 h 145757"/>
                <a:gd name="connsiteX18" fmla="*/ 56839 w 195463"/>
                <a:gd name="connsiteY18" fmla="*/ 76715 h 145757"/>
                <a:gd name="connsiteX19" fmla="*/ 92588 w 195463"/>
                <a:gd name="connsiteY19" fmla="*/ 76715 h 145757"/>
                <a:gd name="connsiteX20" fmla="*/ 102875 w 195463"/>
                <a:gd name="connsiteY20" fmla="*/ 16302 h 145757"/>
                <a:gd name="connsiteX21" fmla="*/ 138625 w 195463"/>
                <a:gd name="connsiteY21" fmla="*/ 69043 h 145757"/>
                <a:gd name="connsiteX22" fmla="*/ 102875 w 195463"/>
                <a:gd name="connsiteY22" fmla="*/ 69043 h 145757"/>
                <a:gd name="connsiteX23" fmla="*/ 102875 w 195463"/>
                <a:gd name="connsiteY23" fmla="*/ 16302 h 145757"/>
                <a:gd name="connsiteX24" fmla="*/ 92588 w 195463"/>
                <a:gd name="connsiteY24" fmla="*/ 69043 h 145757"/>
                <a:gd name="connsiteX25" fmla="*/ 56839 w 195463"/>
                <a:gd name="connsiteY25" fmla="*/ 69043 h 145757"/>
                <a:gd name="connsiteX26" fmla="*/ 92588 w 195463"/>
                <a:gd name="connsiteY26" fmla="*/ 16302 h 145757"/>
                <a:gd name="connsiteX27" fmla="*/ 92588 w 195463"/>
                <a:gd name="connsiteY27" fmla="*/ 69043 h 145757"/>
                <a:gd name="connsiteX28" fmla="*/ 179775 w 195463"/>
                <a:gd name="connsiteY28" fmla="*/ 69043 h 145757"/>
                <a:gd name="connsiteX29" fmla="*/ 148912 w 195463"/>
                <a:gd name="connsiteY29" fmla="*/ 69043 h 145757"/>
                <a:gd name="connsiteX30" fmla="*/ 111877 w 195463"/>
                <a:gd name="connsiteY30" fmla="*/ 12466 h 145757"/>
                <a:gd name="connsiteX31" fmla="*/ 179775 w 195463"/>
                <a:gd name="connsiteY31" fmla="*/ 69043 h 145757"/>
                <a:gd name="connsiteX32" fmla="*/ 97732 w 195463"/>
                <a:gd name="connsiteY32" fmla="*/ 0 h 145757"/>
                <a:gd name="connsiteX33" fmla="*/ 0 w 195463"/>
                <a:gd name="connsiteY33" fmla="*/ 72879 h 145757"/>
                <a:gd name="connsiteX34" fmla="*/ 97732 w 195463"/>
                <a:gd name="connsiteY34" fmla="*/ 145758 h 145757"/>
                <a:gd name="connsiteX35" fmla="*/ 195463 w 195463"/>
                <a:gd name="connsiteY35" fmla="*/ 72879 h 145757"/>
                <a:gd name="connsiteX36" fmla="*/ 97732 w 195463"/>
                <a:gd name="connsiteY36" fmla="*/ 0 h 145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95463" h="145757">
                  <a:moveTo>
                    <a:pt x="111877" y="133292"/>
                  </a:moveTo>
                  <a:cubicBezTo>
                    <a:pt x="128594" y="117949"/>
                    <a:pt x="147112" y="98578"/>
                    <a:pt x="148912" y="76715"/>
                  </a:cubicBezTo>
                  <a:lnTo>
                    <a:pt x="179775" y="76715"/>
                  </a:lnTo>
                  <a:cubicBezTo>
                    <a:pt x="177460" y="105291"/>
                    <a:pt x="148912" y="128497"/>
                    <a:pt x="111877" y="133292"/>
                  </a:cubicBezTo>
                  <a:close/>
                  <a:moveTo>
                    <a:pt x="15689" y="76715"/>
                  </a:moveTo>
                  <a:lnTo>
                    <a:pt x="46551" y="76715"/>
                  </a:lnTo>
                  <a:cubicBezTo>
                    <a:pt x="48609" y="98578"/>
                    <a:pt x="66869" y="117949"/>
                    <a:pt x="83586" y="133292"/>
                  </a:cubicBezTo>
                  <a:cubicBezTo>
                    <a:pt x="46551" y="128497"/>
                    <a:pt x="18003" y="105291"/>
                    <a:pt x="15689" y="76715"/>
                  </a:cubicBezTo>
                  <a:close/>
                  <a:moveTo>
                    <a:pt x="83586" y="12466"/>
                  </a:moveTo>
                  <a:cubicBezTo>
                    <a:pt x="66869" y="27809"/>
                    <a:pt x="48351" y="47179"/>
                    <a:pt x="46551" y="69043"/>
                  </a:cubicBezTo>
                  <a:lnTo>
                    <a:pt x="15689" y="69043"/>
                  </a:lnTo>
                  <a:cubicBezTo>
                    <a:pt x="18003" y="40467"/>
                    <a:pt x="46551" y="17261"/>
                    <a:pt x="83586" y="12466"/>
                  </a:cubicBezTo>
                  <a:close/>
                  <a:moveTo>
                    <a:pt x="102875" y="76715"/>
                  </a:moveTo>
                  <a:lnTo>
                    <a:pt x="138625" y="76715"/>
                  </a:lnTo>
                  <a:cubicBezTo>
                    <a:pt x="136567" y="96469"/>
                    <a:pt x="119335" y="114305"/>
                    <a:pt x="102875" y="129456"/>
                  </a:cubicBezTo>
                  <a:lnTo>
                    <a:pt x="102875" y="76715"/>
                  </a:lnTo>
                  <a:close/>
                  <a:moveTo>
                    <a:pt x="92588" y="76715"/>
                  </a:moveTo>
                  <a:lnTo>
                    <a:pt x="92588" y="129456"/>
                  </a:lnTo>
                  <a:cubicBezTo>
                    <a:pt x="76128" y="114305"/>
                    <a:pt x="58896" y="96469"/>
                    <a:pt x="56839" y="76715"/>
                  </a:cubicBezTo>
                  <a:lnTo>
                    <a:pt x="92588" y="76715"/>
                  </a:lnTo>
                  <a:close/>
                  <a:moveTo>
                    <a:pt x="102875" y="16302"/>
                  </a:moveTo>
                  <a:cubicBezTo>
                    <a:pt x="119335" y="31453"/>
                    <a:pt x="136567" y="49097"/>
                    <a:pt x="138625" y="69043"/>
                  </a:cubicBezTo>
                  <a:lnTo>
                    <a:pt x="102875" y="69043"/>
                  </a:lnTo>
                  <a:lnTo>
                    <a:pt x="102875" y="16302"/>
                  </a:lnTo>
                  <a:close/>
                  <a:moveTo>
                    <a:pt x="92588" y="69043"/>
                  </a:moveTo>
                  <a:lnTo>
                    <a:pt x="56839" y="69043"/>
                  </a:lnTo>
                  <a:cubicBezTo>
                    <a:pt x="58896" y="49289"/>
                    <a:pt x="76128" y="31453"/>
                    <a:pt x="92588" y="16302"/>
                  </a:cubicBezTo>
                  <a:lnTo>
                    <a:pt x="92588" y="69043"/>
                  </a:lnTo>
                  <a:close/>
                  <a:moveTo>
                    <a:pt x="179775" y="69043"/>
                  </a:moveTo>
                  <a:lnTo>
                    <a:pt x="148912" y="69043"/>
                  </a:lnTo>
                  <a:cubicBezTo>
                    <a:pt x="147112" y="47179"/>
                    <a:pt x="128594" y="27809"/>
                    <a:pt x="111877" y="12466"/>
                  </a:cubicBezTo>
                  <a:cubicBezTo>
                    <a:pt x="148912" y="17261"/>
                    <a:pt x="177460" y="40467"/>
                    <a:pt x="179775" y="69043"/>
                  </a:cubicBezTo>
                  <a:close/>
                  <a:moveTo>
                    <a:pt x="97732" y="0"/>
                  </a:moveTo>
                  <a:cubicBezTo>
                    <a:pt x="43722" y="0"/>
                    <a:pt x="0" y="32604"/>
                    <a:pt x="0" y="72879"/>
                  </a:cubicBezTo>
                  <a:cubicBezTo>
                    <a:pt x="0" y="113154"/>
                    <a:pt x="43722" y="145758"/>
                    <a:pt x="97732" y="145758"/>
                  </a:cubicBezTo>
                  <a:cubicBezTo>
                    <a:pt x="151741" y="145758"/>
                    <a:pt x="195463" y="113154"/>
                    <a:pt x="195463" y="72879"/>
                  </a:cubicBezTo>
                  <a:cubicBezTo>
                    <a:pt x="195463" y="32604"/>
                    <a:pt x="151741" y="0"/>
                    <a:pt x="97732" y="0"/>
                  </a:cubicBezTo>
                  <a:close/>
                </a:path>
              </a:pathLst>
            </a:custGeom>
            <a:solidFill>
              <a:schemeClr val="accent2"/>
            </a:solidFill>
            <a:ln w="248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8837ED55-B421-F340-BC12-62C7B8A3B6D5}"/>
              </a:ext>
            </a:extLst>
          </p:cNvPr>
          <p:cNvGrpSpPr/>
          <p:nvPr/>
        </p:nvGrpSpPr>
        <p:grpSpPr>
          <a:xfrm>
            <a:off x="2239328" y="4617749"/>
            <a:ext cx="274320" cy="274320"/>
            <a:chOff x="9282273" y="4457089"/>
            <a:chExt cx="274320" cy="274320"/>
          </a:xfrm>
        </p:grpSpPr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5F0C5D68-D36C-9E45-A6A6-E77034C7AF3D}"/>
                </a:ext>
              </a:extLst>
            </p:cNvPr>
            <p:cNvSpPr/>
            <p:nvPr/>
          </p:nvSpPr>
          <p:spPr>
            <a:xfrm>
              <a:off x="9282273" y="4457089"/>
              <a:ext cx="274320" cy="27432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8DF783AC-E0C9-3141-8B98-F85728380DF9}"/>
                </a:ext>
              </a:extLst>
            </p:cNvPr>
            <p:cNvGrpSpPr/>
            <p:nvPr/>
          </p:nvGrpSpPr>
          <p:grpSpPr>
            <a:xfrm>
              <a:off x="9347232" y="4502873"/>
              <a:ext cx="144403" cy="182753"/>
              <a:chOff x="1965966" y="3591578"/>
              <a:chExt cx="174175" cy="220432"/>
            </a:xfrm>
            <a:solidFill>
              <a:schemeClr val="accent2"/>
            </a:solidFill>
          </p:grpSpPr>
          <p:sp>
            <p:nvSpPr>
              <p:cNvPr id="166" name="Freeform: Shape 207">
                <a:extLst>
                  <a:ext uri="{FF2B5EF4-FFF2-40B4-BE49-F238E27FC236}">
                    <a16:creationId xmlns:a16="http://schemas.microsoft.com/office/drawing/2014/main" id="{2245E714-656C-6A48-B2A4-13933E0EB185}"/>
                  </a:ext>
                </a:extLst>
              </p:cNvPr>
              <p:cNvSpPr/>
              <p:nvPr/>
            </p:nvSpPr>
            <p:spPr>
              <a:xfrm>
                <a:off x="2084438" y="3704595"/>
                <a:ext cx="36061" cy="41601"/>
              </a:xfrm>
              <a:custGeom>
                <a:avLst/>
                <a:gdLst>
                  <a:gd name="connsiteX0" fmla="*/ 40019 w 38578"/>
                  <a:gd name="connsiteY0" fmla="*/ 20009 h 38578"/>
                  <a:gd name="connsiteX1" fmla="*/ 20009 w 38578"/>
                  <a:gd name="connsiteY1" fmla="*/ 40019 h 38578"/>
                  <a:gd name="connsiteX2" fmla="*/ 0 w 38578"/>
                  <a:gd name="connsiteY2" fmla="*/ 20009 h 38578"/>
                  <a:gd name="connsiteX3" fmla="*/ 20009 w 38578"/>
                  <a:gd name="connsiteY3" fmla="*/ 0 h 38578"/>
                  <a:gd name="connsiteX4" fmla="*/ 40019 w 38578"/>
                  <a:gd name="connsiteY4" fmla="*/ 20009 h 38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578" h="38578">
                    <a:moveTo>
                      <a:pt x="40019" y="20009"/>
                    </a:moveTo>
                    <a:cubicBezTo>
                      <a:pt x="40019" y="31060"/>
                      <a:pt x="31060" y="40019"/>
                      <a:pt x="20009" y="40019"/>
                    </a:cubicBezTo>
                    <a:cubicBezTo>
                      <a:pt x="8958" y="40019"/>
                      <a:pt x="0" y="31060"/>
                      <a:pt x="0" y="20009"/>
                    </a:cubicBezTo>
                    <a:cubicBezTo>
                      <a:pt x="0" y="8958"/>
                      <a:pt x="8958" y="0"/>
                      <a:pt x="20009" y="0"/>
                    </a:cubicBezTo>
                    <a:cubicBezTo>
                      <a:pt x="31060" y="0"/>
                      <a:pt x="40019" y="8958"/>
                      <a:pt x="40019" y="20009"/>
                    </a:cubicBezTo>
                    <a:close/>
                  </a:path>
                </a:pathLst>
              </a:custGeom>
              <a:grpFill/>
              <a:ln w="24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59452A"/>
                  </a:solidFill>
                  <a:effectLst/>
                  <a:uLnTx/>
                  <a:uFillTx/>
                  <a:latin typeface="+mn-lt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67" name="Freeform: Shape 208">
                <a:extLst>
                  <a:ext uri="{FF2B5EF4-FFF2-40B4-BE49-F238E27FC236}">
                    <a16:creationId xmlns:a16="http://schemas.microsoft.com/office/drawing/2014/main" id="{0ACD0DE7-2945-4944-A320-ABA5297F5B1A}"/>
                  </a:ext>
                </a:extLst>
              </p:cNvPr>
              <p:cNvSpPr/>
              <p:nvPr/>
            </p:nvSpPr>
            <p:spPr>
              <a:xfrm>
                <a:off x="1984694" y="3704595"/>
                <a:ext cx="36061" cy="41601"/>
              </a:xfrm>
              <a:custGeom>
                <a:avLst/>
                <a:gdLst>
                  <a:gd name="connsiteX0" fmla="*/ 40019 w 38578"/>
                  <a:gd name="connsiteY0" fmla="*/ 20009 h 38578"/>
                  <a:gd name="connsiteX1" fmla="*/ 20009 w 38578"/>
                  <a:gd name="connsiteY1" fmla="*/ 40019 h 38578"/>
                  <a:gd name="connsiteX2" fmla="*/ 0 w 38578"/>
                  <a:gd name="connsiteY2" fmla="*/ 20009 h 38578"/>
                  <a:gd name="connsiteX3" fmla="*/ 20009 w 38578"/>
                  <a:gd name="connsiteY3" fmla="*/ 0 h 38578"/>
                  <a:gd name="connsiteX4" fmla="*/ 40019 w 38578"/>
                  <a:gd name="connsiteY4" fmla="*/ 20009 h 38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578" h="38578">
                    <a:moveTo>
                      <a:pt x="40019" y="20009"/>
                    </a:moveTo>
                    <a:cubicBezTo>
                      <a:pt x="40019" y="31060"/>
                      <a:pt x="31060" y="40019"/>
                      <a:pt x="20009" y="40019"/>
                    </a:cubicBezTo>
                    <a:cubicBezTo>
                      <a:pt x="8958" y="40019"/>
                      <a:pt x="0" y="31060"/>
                      <a:pt x="0" y="20009"/>
                    </a:cubicBezTo>
                    <a:cubicBezTo>
                      <a:pt x="0" y="8958"/>
                      <a:pt x="8958" y="0"/>
                      <a:pt x="20009" y="0"/>
                    </a:cubicBezTo>
                    <a:cubicBezTo>
                      <a:pt x="31060" y="0"/>
                      <a:pt x="40019" y="8958"/>
                      <a:pt x="40019" y="20009"/>
                    </a:cubicBezTo>
                    <a:close/>
                  </a:path>
                </a:pathLst>
              </a:custGeom>
              <a:grpFill/>
              <a:ln w="24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59452A"/>
                  </a:solidFill>
                  <a:effectLst/>
                  <a:uLnTx/>
                  <a:uFillTx/>
                  <a:latin typeface="+mn-lt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68" name="Freeform: Shape 209">
                <a:extLst>
                  <a:ext uri="{FF2B5EF4-FFF2-40B4-BE49-F238E27FC236}">
                    <a16:creationId xmlns:a16="http://schemas.microsoft.com/office/drawing/2014/main" id="{1EB578A1-6251-6343-A89A-1F980627409E}"/>
                  </a:ext>
                </a:extLst>
              </p:cNvPr>
              <p:cNvSpPr/>
              <p:nvPr/>
            </p:nvSpPr>
            <p:spPr>
              <a:xfrm>
                <a:off x="2072827" y="3753601"/>
                <a:ext cx="67314" cy="41601"/>
              </a:xfrm>
              <a:custGeom>
                <a:avLst/>
                <a:gdLst>
                  <a:gd name="connsiteX0" fmla="*/ 68464 w 72012"/>
                  <a:gd name="connsiteY0" fmla="*/ 11908 h 38578"/>
                  <a:gd name="connsiteX1" fmla="*/ 48892 w 72012"/>
                  <a:gd name="connsiteY1" fmla="*/ 2572 h 38578"/>
                  <a:gd name="connsiteX2" fmla="*/ 32431 w 72012"/>
                  <a:gd name="connsiteY2" fmla="*/ 0 h 38578"/>
                  <a:gd name="connsiteX3" fmla="*/ 15997 w 72012"/>
                  <a:gd name="connsiteY3" fmla="*/ 2572 h 38578"/>
                  <a:gd name="connsiteX4" fmla="*/ 926 w 72012"/>
                  <a:gd name="connsiteY4" fmla="*/ 9053 h 38578"/>
                  <a:gd name="connsiteX5" fmla="*/ 0 w 72012"/>
                  <a:gd name="connsiteY5" fmla="*/ 10108 h 38578"/>
                  <a:gd name="connsiteX6" fmla="*/ 20575 w 72012"/>
                  <a:gd name="connsiteY6" fmla="*/ 20395 h 38578"/>
                  <a:gd name="connsiteX7" fmla="*/ 28085 w 72012"/>
                  <a:gd name="connsiteY7" fmla="*/ 35492 h 38578"/>
                  <a:gd name="connsiteX8" fmla="*/ 28085 w 72012"/>
                  <a:gd name="connsiteY8" fmla="*/ 40070 h 38578"/>
                  <a:gd name="connsiteX9" fmla="*/ 72450 w 72012"/>
                  <a:gd name="connsiteY9" fmla="*/ 40070 h 38578"/>
                  <a:gd name="connsiteX10" fmla="*/ 72450 w 72012"/>
                  <a:gd name="connsiteY10" fmla="*/ 19932 h 38578"/>
                  <a:gd name="connsiteX11" fmla="*/ 68464 w 72012"/>
                  <a:gd name="connsiteY11" fmla="*/ 11908 h 38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2012" h="38578">
                    <a:moveTo>
                      <a:pt x="68464" y="11908"/>
                    </a:moveTo>
                    <a:cubicBezTo>
                      <a:pt x="62691" y="7418"/>
                      <a:pt x="56013" y="4233"/>
                      <a:pt x="48892" y="2572"/>
                    </a:cubicBezTo>
                    <a:cubicBezTo>
                      <a:pt x="43539" y="1008"/>
                      <a:pt x="38006" y="144"/>
                      <a:pt x="32431" y="0"/>
                    </a:cubicBezTo>
                    <a:cubicBezTo>
                      <a:pt x="26852" y="-12"/>
                      <a:pt x="21306" y="856"/>
                      <a:pt x="15997" y="2572"/>
                    </a:cubicBezTo>
                    <a:cubicBezTo>
                      <a:pt x="10684" y="3987"/>
                      <a:pt x="5607" y="6170"/>
                      <a:pt x="926" y="9053"/>
                    </a:cubicBezTo>
                    <a:lnTo>
                      <a:pt x="0" y="10108"/>
                    </a:lnTo>
                    <a:cubicBezTo>
                      <a:pt x="7478" y="12126"/>
                      <a:pt x="14474" y="15624"/>
                      <a:pt x="20575" y="20395"/>
                    </a:cubicBezTo>
                    <a:cubicBezTo>
                      <a:pt x="25371" y="23918"/>
                      <a:pt x="28168" y="29542"/>
                      <a:pt x="28085" y="35492"/>
                    </a:cubicBezTo>
                    <a:lnTo>
                      <a:pt x="28085" y="40070"/>
                    </a:lnTo>
                    <a:lnTo>
                      <a:pt x="72450" y="40070"/>
                    </a:lnTo>
                    <a:lnTo>
                      <a:pt x="72450" y="19932"/>
                    </a:lnTo>
                    <a:cubicBezTo>
                      <a:pt x="72538" y="16761"/>
                      <a:pt x="71044" y="13754"/>
                      <a:pt x="68464" y="11908"/>
                    </a:cubicBezTo>
                    <a:close/>
                  </a:path>
                </a:pathLst>
              </a:custGeom>
              <a:grpFill/>
              <a:ln w="24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59452A"/>
                  </a:solidFill>
                  <a:effectLst/>
                  <a:uLnTx/>
                  <a:uFillTx/>
                  <a:latin typeface="+mn-lt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69" name="Freeform: Shape 210">
                <a:extLst>
                  <a:ext uri="{FF2B5EF4-FFF2-40B4-BE49-F238E27FC236}">
                    <a16:creationId xmlns:a16="http://schemas.microsoft.com/office/drawing/2014/main" id="{C75B080C-4773-284E-AB47-97F0726A55FB}"/>
                  </a:ext>
                </a:extLst>
              </p:cNvPr>
              <p:cNvSpPr/>
              <p:nvPr/>
            </p:nvSpPr>
            <p:spPr>
              <a:xfrm>
                <a:off x="1965966" y="3753601"/>
                <a:ext cx="67314" cy="41601"/>
              </a:xfrm>
              <a:custGeom>
                <a:avLst/>
                <a:gdLst>
                  <a:gd name="connsiteX0" fmla="*/ 44468 w 72012"/>
                  <a:gd name="connsiteY0" fmla="*/ 35492 h 38578"/>
                  <a:gd name="connsiteX1" fmla="*/ 51695 w 72012"/>
                  <a:gd name="connsiteY1" fmla="*/ 20652 h 38578"/>
                  <a:gd name="connsiteX2" fmla="*/ 51978 w 72012"/>
                  <a:gd name="connsiteY2" fmla="*/ 20395 h 38578"/>
                  <a:gd name="connsiteX3" fmla="*/ 52312 w 72012"/>
                  <a:gd name="connsiteY3" fmla="*/ 20164 h 38578"/>
                  <a:gd name="connsiteX4" fmla="*/ 72553 w 72012"/>
                  <a:gd name="connsiteY4" fmla="*/ 10133 h 38578"/>
                  <a:gd name="connsiteX5" fmla="*/ 71087 w 72012"/>
                  <a:gd name="connsiteY5" fmla="*/ 8462 h 38578"/>
                  <a:gd name="connsiteX6" fmla="*/ 56479 w 72012"/>
                  <a:gd name="connsiteY6" fmla="*/ 2572 h 38578"/>
                  <a:gd name="connsiteX7" fmla="*/ 40044 w 72012"/>
                  <a:gd name="connsiteY7" fmla="*/ 0 h 38578"/>
                  <a:gd name="connsiteX8" fmla="*/ 23584 w 72012"/>
                  <a:gd name="connsiteY8" fmla="*/ 2572 h 38578"/>
                  <a:gd name="connsiteX9" fmla="*/ 4012 w 72012"/>
                  <a:gd name="connsiteY9" fmla="*/ 11908 h 38578"/>
                  <a:gd name="connsiteX10" fmla="*/ 0 w 72012"/>
                  <a:gd name="connsiteY10" fmla="*/ 19932 h 38578"/>
                  <a:gd name="connsiteX11" fmla="*/ 0 w 72012"/>
                  <a:gd name="connsiteY11" fmla="*/ 40070 h 38578"/>
                  <a:gd name="connsiteX12" fmla="*/ 44468 w 72012"/>
                  <a:gd name="connsiteY12" fmla="*/ 40070 h 38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2012" h="38578">
                    <a:moveTo>
                      <a:pt x="44468" y="35492"/>
                    </a:moveTo>
                    <a:cubicBezTo>
                      <a:pt x="44472" y="29699"/>
                      <a:pt x="47136" y="24228"/>
                      <a:pt x="51695" y="20652"/>
                    </a:cubicBezTo>
                    <a:lnTo>
                      <a:pt x="51978" y="20395"/>
                    </a:lnTo>
                    <a:lnTo>
                      <a:pt x="52312" y="20164"/>
                    </a:lnTo>
                    <a:cubicBezTo>
                      <a:pt x="58486" y="15770"/>
                      <a:pt x="65318" y="12385"/>
                      <a:pt x="72553" y="10133"/>
                    </a:cubicBezTo>
                    <a:cubicBezTo>
                      <a:pt x="72039" y="9593"/>
                      <a:pt x="71550" y="9028"/>
                      <a:pt x="71087" y="8462"/>
                    </a:cubicBezTo>
                    <a:cubicBezTo>
                      <a:pt x="66524" y="5811"/>
                      <a:pt x="61604" y="3827"/>
                      <a:pt x="56479" y="2572"/>
                    </a:cubicBezTo>
                    <a:cubicBezTo>
                      <a:pt x="51134" y="1010"/>
                      <a:pt x="45610" y="146"/>
                      <a:pt x="40044" y="0"/>
                    </a:cubicBezTo>
                    <a:cubicBezTo>
                      <a:pt x="34456" y="-14"/>
                      <a:pt x="28901" y="854"/>
                      <a:pt x="23584" y="2572"/>
                    </a:cubicBezTo>
                    <a:cubicBezTo>
                      <a:pt x="16562" y="4509"/>
                      <a:pt x="9937" y="7670"/>
                      <a:pt x="4012" y="11908"/>
                    </a:cubicBezTo>
                    <a:cubicBezTo>
                      <a:pt x="1517" y="13828"/>
                      <a:pt x="39" y="16785"/>
                      <a:pt x="0" y="19932"/>
                    </a:cubicBezTo>
                    <a:lnTo>
                      <a:pt x="0" y="40070"/>
                    </a:lnTo>
                    <a:lnTo>
                      <a:pt x="44468" y="40070"/>
                    </a:lnTo>
                    <a:close/>
                  </a:path>
                </a:pathLst>
              </a:custGeom>
              <a:grpFill/>
              <a:ln w="24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59452A"/>
                  </a:solidFill>
                  <a:effectLst/>
                  <a:uLnTx/>
                  <a:uFillTx/>
                  <a:latin typeface="+mn-lt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70" name="Freeform: Shape 211">
                <a:extLst>
                  <a:ext uri="{FF2B5EF4-FFF2-40B4-BE49-F238E27FC236}">
                    <a16:creationId xmlns:a16="http://schemas.microsoft.com/office/drawing/2014/main" id="{3A8DF3FA-645A-A746-A948-33F5A09D6108}"/>
                  </a:ext>
                </a:extLst>
              </p:cNvPr>
              <p:cNvSpPr/>
              <p:nvPr/>
            </p:nvSpPr>
            <p:spPr>
              <a:xfrm>
                <a:off x="2015851" y="3770409"/>
                <a:ext cx="74525" cy="41601"/>
              </a:xfrm>
              <a:custGeom>
                <a:avLst/>
                <a:gdLst>
                  <a:gd name="connsiteX0" fmla="*/ 0 w 79728"/>
                  <a:gd name="connsiteY0" fmla="*/ 39916 h 38578"/>
                  <a:gd name="connsiteX1" fmla="*/ 0 w 79728"/>
                  <a:gd name="connsiteY1" fmla="*/ 19907 h 38578"/>
                  <a:gd name="connsiteX2" fmla="*/ 4012 w 79728"/>
                  <a:gd name="connsiteY2" fmla="*/ 11908 h 38578"/>
                  <a:gd name="connsiteX3" fmla="*/ 23584 w 79728"/>
                  <a:gd name="connsiteY3" fmla="*/ 2572 h 38578"/>
                  <a:gd name="connsiteX4" fmla="*/ 40019 w 79728"/>
                  <a:gd name="connsiteY4" fmla="*/ 0 h 38578"/>
                  <a:gd name="connsiteX5" fmla="*/ 56479 w 79728"/>
                  <a:gd name="connsiteY5" fmla="*/ 2572 h 38578"/>
                  <a:gd name="connsiteX6" fmla="*/ 76051 w 79728"/>
                  <a:gd name="connsiteY6" fmla="*/ 11908 h 38578"/>
                  <a:gd name="connsiteX7" fmla="*/ 80063 w 79728"/>
                  <a:gd name="connsiteY7" fmla="*/ 19907 h 38578"/>
                  <a:gd name="connsiteX8" fmla="*/ 80063 w 79728"/>
                  <a:gd name="connsiteY8" fmla="*/ 39916 h 38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9728" h="38578">
                    <a:moveTo>
                      <a:pt x="0" y="39916"/>
                    </a:moveTo>
                    <a:lnTo>
                      <a:pt x="0" y="19907"/>
                    </a:lnTo>
                    <a:cubicBezTo>
                      <a:pt x="12" y="16760"/>
                      <a:pt x="1497" y="13800"/>
                      <a:pt x="4012" y="11908"/>
                    </a:cubicBezTo>
                    <a:cubicBezTo>
                      <a:pt x="9925" y="7650"/>
                      <a:pt x="16554" y="4488"/>
                      <a:pt x="23584" y="2572"/>
                    </a:cubicBezTo>
                    <a:cubicBezTo>
                      <a:pt x="28890" y="845"/>
                      <a:pt x="34438" y="-24"/>
                      <a:pt x="40019" y="0"/>
                    </a:cubicBezTo>
                    <a:cubicBezTo>
                      <a:pt x="45594" y="131"/>
                      <a:pt x="51129" y="996"/>
                      <a:pt x="56479" y="2572"/>
                    </a:cubicBezTo>
                    <a:cubicBezTo>
                      <a:pt x="63608" y="4212"/>
                      <a:pt x="70290" y="7399"/>
                      <a:pt x="76051" y="11908"/>
                    </a:cubicBezTo>
                    <a:cubicBezTo>
                      <a:pt x="78640" y="13737"/>
                      <a:pt x="80145" y="16738"/>
                      <a:pt x="80063" y="19907"/>
                    </a:cubicBezTo>
                    <a:lnTo>
                      <a:pt x="80063" y="39916"/>
                    </a:lnTo>
                    <a:close/>
                  </a:path>
                </a:pathLst>
              </a:custGeom>
              <a:grpFill/>
              <a:ln w="24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59452A"/>
                  </a:solidFill>
                  <a:effectLst/>
                  <a:uLnTx/>
                  <a:uFillTx/>
                  <a:latin typeface="+mn-lt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71" name="Freeform: Shape 212">
                <a:extLst>
                  <a:ext uri="{FF2B5EF4-FFF2-40B4-BE49-F238E27FC236}">
                    <a16:creationId xmlns:a16="http://schemas.microsoft.com/office/drawing/2014/main" id="{61AA218A-0368-934D-AE1A-918A655AE04B}"/>
                  </a:ext>
                </a:extLst>
              </p:cNvPr>
              <p:cNvSpPr/>
              <p:nvPr/>
            </p:nvSpPr>
            <p:spPr>
              <a:xfrm>
                <a:off x="2034554" y="3721374"/>
                <a:ext cx="36061" cy="41601"/>
              </a:xfrm>
              <a:custGeom>
                <a:avLst/>
                <a:gdLst>
                  <a:gd name="connsiteX0" fmla="*/ 40019 w 38578"/>
                  <a:gd name="connsiteY0" fmla="*/ 20009 h 38578"/>
                  <a:gd name="connsiteX1" fmla="*/ 20009 w 38578"/>
                  <a:gd name="connsiteY1" fmla="*/ 40019 h 38578"/>
                  <a:gd name="connsiteX2" fmla="*/ 0 w 38578"/>
                  <a:gd name="connsiteY2" fmla="*/ 20009 h 38578"/>
                  <a:gd name="connsiteX3" fmla="*/ 20009 w 38578"/>
                  <a:gd name="connsiteY3" fmla="*/ 0 h 38578"/>
                  <a:gd name="connsiteX4" fmla="*/ 40019 w 38578"/>
                  <a:gd name="connsiteY4" fmla="*/ 20009 h 38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578" h="38578">
                    <a:moveTo>
                      <a:pt x="40019" y="20009"/>
                    </a:moveTo>
                    <a:cubicBezTo>
                      <a:pt x="40019" y="31060"/>
                      <a:pt x="31060" y="40019"/>
                      <a:pt x="20009" y="40019"/>
                    </a:cubicBezTo>
                    <a:cubicBezTo>
                      <a:pt x="8958" y="40019"/>
                      <a:pt x="0" y="31060"/>
                      <a:pt x="0" y="20009"/>
                    </a:cubicBezTo>
                    <a:cubicBezTo>
                      <a:pt x="0" y="8958"/>
                      <a:pt x="8958" y="0"/>
                      <a:pt x="20009" y="0"/>
                    </a:cubicBezTo>
                    <a:cubicBezTo>
                      <a:pt x="31060" y="0"/>
                      <a:pt x="40019" y="8958"/>
                      <a:pt x="40019" y="20009"/>
                    </a:cubicBezTo>
                    <a:close/>
                  </a:path>
                </a:pathLst>
              </a:custGeom>
              <a:grpFill/>
              <a:ln w="24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59452A"/>
                  </a:solidFill>
                  <a:effectLst/>
                  <a:uLnTx/>
                  <a:uFillTx/>
                  <a:latin typeface="+mn-lt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72" name="Freeform: Shape 213">
                <a:extLst>
                  <a:ext uri="{FF2B5EF4-FFF2-40B4-BE49-F238E27FC236}">
                    <a16:creationId xmlns:a16="http://schemas.microsoft.com/office/drawing/2014/main" id="{30DEC8CE-CFF0-4F48-9A6E-1A40ED280A13}"/>
                  </a:ext>
                </a:extLst>
              </p:cNvPr>
              <p:cNvSpPr/>
              <p:nvPr/>
            </p:nvSpPr>
            <p:spPr>
              <a:xfrm>
                <a:off x="1966111" y="3591578"/>
                <a:ext cx="173092" cy="99844"/>
              </a:xfrm>
              <a:custGeom>
                <a:avLst/>
                <a:gdLst>
                  <a:gd name="connsiteX0" fmla="*/ 176817 w 185175"/>
                  <a:gd name="connsiteY0" fmla="*/ 0 h 92587"/>
                  <a:gd name="connsiteX1" fmla="*/ 10288 w 185175"/>
                  <a:gd name="connsiteY1" fmla="*/ 0 h 92587"/>
                  <a:gd name="connsiteX2" fmla="*/ 0 w 185175"/>
                  <a:gd name="connsiteY2" fmla="*/ 10288 h 92587"/>
                  <a:gd name="connsiteX3" fmla="*/ 0 w 185175"/>
                  <a:gd name="connsiteY3" fmla="*/ 66869 h 92587"/>
                  <a:gd name="connsiteX4" fmla="*/ 10288 w 185175"/>
                  <a:gd name="connsiteY4" fmla="*/ 77157 h 92587"/>
                  <a:gd name="connsiteX5" fmla="*/ 48223 w 185175"/>
                  <a:gd name="connsiteY5" fmla="*/ 77157 h 92587"/>
                  <a:gd name="connsiteX6" fmla="*/ 48223 w 185175"/>
                  <a:gd name="connsiteY6" fmla="*/ 92588 h 92587"/>
                  <a:gd name="connsiteX7" fmla="*/ 64426 w 185175"/>
                  <a:gd name="connsiteY7" fmla="*/ 77157 h 92587"/>
                  <a:gd name="connsiteX8" fmla="*/ 81915 w 185175"/>
                  <a:gd name="connsiteY8" fmla="*/ 77157 h 92587"/>
                  <a:gd name="connsiteX9" fmla="*/ 91945 w 185175"/>
                  <a:gd name="connsiteY9" fmla="*/ 92588 h 92587"/>
                  <a:gd name="connsiteX10" fmla="*/ 101204 w 185175"/>
                  <a:gd name="connsiteY10" fmla="*/ 77157 h 92587"/>
                  <a:gd name="connsiteX11" fmla="*/ 119464 w 185175"/>
                  <a:gd name="connsiteY11" fmla="*/ 77157 h 92587"/>
                  <a:gd name="connsiteX12" fmla="*/ 135667 w 185175"/>
                  <a:gd name="connsiteY12" fmla="*/ 92588 h 92587"/>
                  <a:gd name="connsiteX13" fmla="*/ 135667 w 185175"/>
                  <a:gd name="connsiteY13" fmla="*/ 77157 h 92587"/>
                  <a:gd name="connsiteX14" fmla="*/ 176817 w 185175"/>
                  <a:gd name="connsiteY14" fmla="*/ 77157 h 92587"/>
                  <a:gd name="connsiteX15" fmla="*/ 187105 w 185175"/>
                  <a:gd name="connsiteY15" fmla="*/ 66869 h 92587"/>
                  <a:gd name="connsiteX16" fmla="*/ 187105 w 185175"/>
                  <a:gd name="connsiteY16" fmla="*/ 10288 h 92587"/>
                  <a:gd name="connsiteX17" fmla="*/ 176817 w 185175"/>
                  <a:gd name="connsiteY17" fmla="*/ 0 h 92587"/>
                  <a:gd name="connsiteX18" fmla="*/ 25719 w 185175"/>
                  <a:gd name="connsiteY18" fmla="*/ 23147 h 92587"/>
                  <a:gd name="connsiteX19" fmla="*/ 145955 w 185175"/>
                  <a:gd name="connsiteY19" fmla="*/ 23147 h 92587"/>
                  <a:gd name="connsiteX20" fmla="*/ 145955 w 185175"/>
                  <a:gd name="connsiteY20" fmla="*/ 28291 h 92587"/>
                  <a:gd name="connsiteX21" fmla="*/ 25719 w 185175"/>
                  <a:gd name="connsiteY21" fmla="*/ 28291 h 92587"/>
                  <a:gd name="connsiteX22" fmla="*/ 120236 w 185175"/>
                  <a:gd name="connsiteY22" fmla="*/ 54010 h 92587"/>
                  <a:gd name="connsiteX23" fmla="*/ 25719 w 185175"/>
                  <a:gd name="connsiteY23" fmla="*/ 54010 h 92587"/>
                  <a:gd name="connsiteX24" fmla="*/ 25719 w 185175"/>
                  <a:gd name="connsiteY24" fmla="*/ 48866 h 92587"/>
                  <a:gd name="connsiteX25" fmla="*/ 120236 w 185175"/>
                  <a:gd name="connsiteY25" fmla="*/ 48866 h 92587"/>
                  <a:gd name="connsiteX26" fmla="*/ 161386 w 185175"/>
                  <a:gd name="connsiteY26" fmla="*/ 41150 h 92587"/>
                  <a:gd name="connsiteX27" fmla="*/ 25719 w 185175"/>
                  <a:gd name="connsiteY27" fmla="*/ 41150 h 92587"/>
                  <a:gd name="connsiteX28" fmla="*/ 25719 w 185175"/>
                  <a:gd name="connsiteY28" fmla="*/ 36006 h 92587"/>
                  <a:gd name="connsiteX29" fmla="*/ 161386 w 185175"/>
                  <a:gd name="connsiteY29" fmla="*/ 36006 h 925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85175" h="92587">
                    <a:moveTo>
                      <a:pt x="176817" y="0"/>
                    </a:moveTo>
                    <a:lnTo>
                      <a:pt x="10288" y="0"/>
                    </a:lnTo>
                    <a:cubicBezTo>
                      <a:pt x="4606" y="0"/>
                      <a:pt x="0" y="4606"/>
                      <a:pt x="0" y="10288"/>
                    </a:cubicBezTo>
                    <a:lnTo>
                      <a:pt x="0" y="66869"/>
                    </a:lnTo>
                    <a:cubicBezTo>
                      <a:pt x="0" y="72551"/>
                      <a:pt x="4606" y="77157"/>
                      <a:pt x="10288" y="77157"/>
                    </a:cubicBezTo>
                    <a:lnTo>
                      <a:pt x="48223" y="77157"/>
                    </a:lnTo>
                    <a:lnTo>
                      <a:pt x="48223" y="92588"/>
                    </a:lnTo>
                    <a:lnTo>
                      <a:pt x="64426" y="77157"/>
                    </a:lnTo>
                    <a:lnTo>
                      <a:pt x="81915" y="77157"/>
                    </a:lnTo>
                    <a:lnTo>
                      <a:pt x="91945" y="92588"/>
                    </a:lnTo>
                    <a:lnTo>
                      <a:pt x="101204" y="77157"/>
                    </a:lnTo>
                    <a:lnTo>
                      <a:pt x="119464" y="77157"/>
                    </a:lnTo>
                    <a:lnTo>
                      <a:pt x="135667" y="92588"/>
                    </a:lnTo>
                    <a:lnTo>
                      <a:pt x="135667" y="77157"/>
                    </a:lnTo>
                    <a:lnTo>
                      <a:pt x="176817" y="77157"/>
                    </a:lnTo>
                    <a:cubicBezTo>
                      <a:pt x="182499" y="77157"/>
                      <a:pt x="187105" y="72551"/>
                      <a:pt x="187105" y="66869"/>
                    </a:cubicBezTo>
                    <a:lnTo>
                      <a:pt x="187105" y="10288"/>
                    </a:lnTo>
                    <a:cubicBezTo>
                      <a:pt x="187105" y="4606"/>
                      <a:pt x="182499" y="0"/>
                      <a:pt x="176817" y="0"/>
                    </a:cubicBezTo>
                    <a:close/>
                    <a:moveTo>
                      <a:pt x="25719" y="23147"/>
                    </a:moveTo>
                    <a:lnTo>
                      <a:pt x="145955" y="23147"/>
                    </a:lnTo>
                    <a:lnTo>
                      <a:pt x="145955" y="28291"/>
                    </a:lnTo>
                    <a:lnTo>
                      <a:pt x="25719" y="28291"/>
                    </a:lnTo>
                    <a:close/>
                    <a:moveTo>
                      <a:pt x="120236" y="54010"/>
                    </a:moveTo>
                    <a:lnTo>
                      <a:pt x="25719" y="54010"/>
                    </a:lnTo>
                    <a:lnTo>
                      <a:pt x="25719" y="48866"/>
                    </a:lnTo>
                    <a:lnTo>
                      <a:pt x="120236" y="48866"/>
                    </a:lnTo>
                    <a:close/>
                    <a:moveTo>
                      <a:pt x="161386" y="41150"/>
                    </a:moveTo>
                    <a:lnTo>
                      <a:pt x="25719" y="41150"/>
                    </a:lnTo>
                    <a:lnTo>
                      <a:pt x="25719" y="36006"/>
                    </a:lnTo>
                    <a:lnTo>
                      <a:pt x="161386" y="36006"/>
                    </a:lnTo>
                    <a:close/>
                  </a:path>
                </a:pathLst>
              </a:custGeom>
              <a:grpFill/>
              <a:ln w="24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59452A"/>
                  </a:solidFill>
                  <a:effectLst/>
                  <a:uLnTx/>
                  <a:uFillTx/>
                  <a:latin typeface="+mn-lt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73" name="Rectangle: Rounded Corners 230">
            <a:extLst>
              <a:ext uri="{FF2B5EF4-FFF2-40B4-BE49-F238E27FC236}">
                <a16:creationId xmlns:a16="http://schemas.microsoft.com/office/drawing/2014/main" id="{B224CD16-411D-CB48-A23C-FB5BED5624CB}"/>
              </a:ext>
            </a:extLst>
          </p:cNvPr>
          <p:cNvSpPr/>
          <p:nvPr/>
        </p:nvSpPr>
        <p:spPr>
          <a:xfrm>
            <a:off x="8901064" y="1974204"/>
            <a:ext cx="1017780" cy="3930208"/>
          </a:xfrm>
          <a:prstGeom prst="roundRect">
            <a:avLst>
              <a:gd name="adj" fmla="val 8884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90000"/>
              </a:lnSpc>
              <a:buClrTx/>
              <a:defRPr/>
            </a:pPr>
            <a:r>
              <a:rPr lang="en-US" sz="1000" kern="1200" dirty="0">
                <a:solidFill>
                  <a:schemeClr val="accent6"/>
                </a:solidFill>
                <a:cs typeface="Arial" panose="020B0604020202020204" pitchFamily="34" charset="0"/>
              </a:rPr>
              <a:t>Strengthened public and private sector capacity to achieve SSP-centric climate adaptation goals</a:t>
            </a: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14510143-153C-6F4C-BD9B-29D54E9320C9}"/>
              </a:ext>
            </a:extLst>
          </p:cNvPr>
          <p:cNvGrpSpPr/>
          <p:nvPr/>
        </p:nvGrpSpPr>
        <p:grpSpPr>
          <a:xfrm>
            <a:off x="2210552" y="2665538"/>
            <a:ext cx="274320" cy="296211"/>
            <a:chOff x="8569688" y="2534020"/>
            <a:chExt cx="274320" cy="274320"/>
          </a:xfrm>
        </p:grpSpPr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6EEBA313-AF9E-B849-99B2-5E5D9DAC2347}"/>
                </a:ext>
              </a:extLst>
            </p:cNvPr>
            <p:cNvSpPr/>
            <p:nvPr/>
          </p:nvSpPr>
          <p:spPr>
            <a:xfrm>
              <a:off x="8569688" y="2534020"/>
              <a:ext cx="274320" cy="27432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F8E7DD75-2977-9640-B144-0156D63185BA}"/>
                </a:ext>
              </a:extLst>
            </p:cNvPr>
            <p:cNvGrpSpPr/>
            <p:nvPr/>
          </p:nvGrpSpPr>
          <p:grpSpPr>
            <a:xfrm>
              <a:off x="8610686" y="2588454"/>
              <a:ext cx="192324" cy="165453"/>
              <a:chOff x="1958853" y="2923180"/>
              <a:chExt cx="192324" cy="165453"/>
            </a:xfrm>
            <a:solidFill>
              <a:schemeClr val="accent2"/>
            </a:solidFill>
          </p:grpSpPr>
          <p:sp>
            <p:nvSpPr>
              <p:cNvPr id="104" name="Freeform: Shape 196">
                <a:extLst>
                  <a:ext uri="{FF2B5EF4-FFF2-40B4-BE49-F238E27FC236}">
                    <a16:creationId xmlns:a16="http://schemas.microsoft.com/office/drawing/2014/main" id="{7B08A278-9C8D-AE4D-A831-A4D18DD00C6F}"/>
                  </a:ext>
                </a:extLst>
              </p:cNvPr>
              <p:cNvSpPr/>
              <p:nvPr/>
            </p:nvSpPr>
            <p:spPr>
              <a:xfrm>
                <a:off x="1965343" y="2923180"/>
                <a:ext cx="177901" cy="165453"/>
              </a:xfrm>
              <a:custGeom>
                <a:avLst/>
                <a:gdLst>
                  <a:gd name="connsiteX0" fmla="*/ 95931 w 190319"/>
                  <a:gd name="connsiteY0" fmla="*/ 23014 h 153429"/>
                  <a:gd name="connsiteX1" fmla="*/ 101075 w 190319"/>
                  <a:gd name="connsiteY1" fmla="*/ 26850 h 153429"/>
                  <a:gd name="connsiteX2" fmla="*/ 95931 w 190319"/>
                  <a:gd name="connsiteY2" fmla="*/ 30686 h 153429"/>
                  <a:gd name="connsiteX3" fmla="*/ 90788 w 190319"/>
                  <a:gd name="connsiteY3" fmla="*/ 26850 h 153429"/>
                  <a:gd name="connsiteX4" fmla="*/ 95931 w 190319"/>
                  <a:gd name="connsiteY4" fmla="*/ 23014 h 153429"/>
                  <a:gd name="connsiteX5" fmla="*/ 126794 w 190319"/>
                  <a:gd name="connsiteY5" fmla="*/ 138086 h 153429"/>
                  <a:gd name="connsiteX6" fmla="*/ 121650 w 190319"/>
                  <a:gd name="connsiteY6" fmla="*/ 134251 h 153429"/>
                  <a:gd name="connsiteX7" fmla="*/ 103647 w 190319"/>
                  <a:gd name="connsiteY7" fmla="*/ 134251 h 153429"/>
                  <a:gd name="connsiteX8" fmla="*/ 103647 w 190319"/>
                  <a:gd name="connsiteY8" fmla="*/ 36823 h 153429"/>
                  <a:gd name="connsiteX9" fmla="*/ 109305 w 190319"/>
                  <a:gd name="connsiteY9" fmla="*/ 32604 h 153429"/>
                  <a:gd name="connsiteX10" fmla="*/ 158685 w 190319"/>
                  <a:gd name="connsiteY10" fmla="*/ 32604 h 153429"/>
                  <a:gd name="connsiteX11" fmla="*/ 144283 w 190319"/>
                  <a:gd name="connsiteY11" fmla="*/ 88222 h 153429"/>
                  <a:gd name="connsiteX12" fmla="*/ 154828 w 190319"/>
                  <a:gd name="connsiteY12" fmla="*/ 88222 h 153429"/>
                  <a:gd name="connsiteX13" fmla="*/ 166144 w 190319"/>
                  <a:gd name="connsiteY13" fmla="*/ 44494 h 153429"/>
                  <a:gd name="connsiteX14" fmla="*/ 180546 w 190319"/>
                  <a:gd name="connsiteY14" fmla="*/ 88222 h 153429"/>
                  <a:gd name="connsiteX15" fmla="*/ 191091 w 190319"/>
                  <a:gd name="connsiteY15" fmla="*/ 88222 h 153429"/>
                  <a:gd name="connsiteX16" fmla="*/ 172316 w 190319"/>
                  <a:gd name="connsiteY16" fmla="*/ 32604 h 153429"/>
                  <a:gd name="connsiteX17" fmla="*/ 175660 w 190319"/>
                  <a:gd name="connsiteY17" fmla="*/ 32604 h 153429"/>
                  <a:gd name="connsiteX18" fmla="*/ 183375 w 190319"/>
                  <a:gd name="connsiteY18" fmla="*/ 26850 h 153429"/>
                  <a:gd name="connsiteX19" fmla="*/ 175660 w 190319"/>
                  <a:gd name="connsiteY19" fmla="*/ 21097 h 153429"/>
                  <a:gd name="connsiteX20" fmla="*/ 109305 w 190319"/>
                  <a:gd name="connsiteY20" fmla="*/ 21097 h 153429"/>
                  <a:gd name="connsiteX21" fmla="*/ 103647 w 190319"/>
                  <a:gd name="connsiteY21" fmla="*/ 16877 h 153429"/>
                  <a:gd name="connsiteX22" fmla="*/ 103647 w 190319"/>
                  <a:gd name="connsiteY22" fmla="*/ 5754 h 153429"/>
                  <a:gd name="connsiteX23" fmla="*/ 95931 w 190319"/>
                  <a:gd name="connsiteY23" fmla="*/ 0 h 153429"/>
                  <a:gd name="connsiteX24" fmla="*/ 88216 w 190319"/>
                  <a:gd name="connsiteY24" fmla="*/ 5754 h 153429"/>
                  <a:gd name="connsiteX25" fmla="*/ 88216 w 190319"/>
                  <a:gd name="connsiteY25" fmla="*/ 16877 h 153429"/>
                  <a:gd name="connsiteX26" fmla="*/ 82558 w 190319"/>
                  <a:gd name="connsiteY26" fmla="*/ 21097 h 153429"/>
                  <a:gd name="connsiteX27" fmla="*/ 16203 w 190319"/>
                  <a:gd name="connsiteY27" fmla="*/ 21097 h 153429"/>
                  <a:gd name="connsiteX28" fmla="*/ 8487 w 190319"/>
                  <a:gd name="connsiteY28" fmla="*/ 26850 h 153429"/>
                  <a:gd name="connsiteX29" fmla="*/ 14660 w 190319"/>
                  <a:gd name="connsiteY29" fmla="*/ 32412 h 153429"/>
                  <a:gd name="connsiteX30" fmla="*/ 0 w 190319"/>
                  <a:gd name="connsiteY30" fmla="*/ 88222 h 153429"/>
                  <a:gd name="connsiteX31" fmla="*/ 10545 w 190319"/>
                  <a:gd name="connsiteY31" fmla="*/ 88222 h 153429"/>
                  <a:gd name="connsiteX32" fmla="*/ 21861 w 190319"/>
                  <a:gd name="connsiteY32" fmla="*/ 44494 h 153429"/>
                  <a:gd name="connsiteX33" fmla="*/ 36521 w 190319"/>
                  <a:gd name="connsiteY33" fmla="*/ 88222 h 153429"/>
                  <a:gd name="connsiteX34" fmla="*/ 47066 w 190319"/>
                  <a:gd name="connsiteY34" fmla="*/ 88222 h 153429"/>
                  <a:gd name="connsiteX35" fmla="*/ 28291 w 190319"/>
                  <a:gd name="connsiteY35" fmla="*/ 32604 h 153429"/>
                  <a:gd name="connsiteX36" fmla="*/ 82300 w 190319"/>
                  <a:gd name="connsiteY36" fmla="*/ 32604 h 153429"/>
                  <a:gd name="connsiteX37" fmla="*/ 87958 w 190319"/>
                  <a:gd name="connsiteY37" fmla="*/ 36823 h 153429"/>
                  <a:gd name="connsiteX38" fmla="*/ 87958 w 190319"/>
                  <a:gd name="connsiteY38" fmla="*/ 134251 h 153429"/>
                  <a:gd name="connsiteX39" fmla="*/ 69955 w 190319"/>
                  <a:gd name="connsiteY39" fmla="*/ 134251 h 153429"/>
                  <a:gd name="connsiteX40" fmla="*/ 64812 w 190319"/>
                  <a:gd name="connsiteY40" fmla="*/ 138086 h 153429"/>
                  <a:gd name="connsiteX41" fmla="*/ 64812 w 190319"/>
                  <a:gd name="connsiteY41" fmla="*/ 141922 h 153429"/>
                  <a:gd name="connsiteX42" fmla="*/ 34206 w 190319"/>
                  <a:gd name="connsiteY42" fmla="*/ 141922 h 153429"/>
                  <a:gd name="connsiteX43" fmla="*/ 34206 w 190319"/>
                  <a:gd name="connsiteY43" fmla="*/ 153429 h 153429"/>
                  <a:gd name="connsiteX44" fmla="*/ 157657 w 190319"/>
                  <a:gd name="connsiteY44" fmla="*/ 153429 h 153429"/>
                  <a:gd name="connsiteX45" fmla="*/ 157657 w 190319"/>
                  <a:gd name="connsiteY45" fmla="*/ 141922 h 153429"/>
                  <a:gd name="connsiteX46" fmla="*/ 126794 w 190319"/>
                  <a:gd name="connsiteY46" fmla="*/ 141922 h 153429"/>
                  <a:gd name="connsiteX47" fmla="*/ 126794 w 190319"/>
                  <a:gd name="connsiteY47" fmla="*/ 138086 h 153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190319" h="153429">
                    <a:moveTo>
                      <a:pt x="95931" y="23014"/>
                    </a:moveTo>
                    <a:cubicBezTo>
                      <a:pt x="98760" y="23014"/>
                      <a:pt x="101075" y="24740"/>
                      <a:pt x="101075" y="26850"/>
                    </a:cubicBezTo>
                    <a:cubicBezTo>
                      <a:pt x="101075" y="28960"/>
                      <a:pt x="98760" y="30686"/>
                      <a:pt x="95931" y="30686"/>
                    </a:cubicBezTo>
                    <a:cubicBezTo>
                      <a:pt x="93102" y="30686"/>
                      <a:pt x="90788" y="28960"/>
                      <a:pt x="90788" y="26850"/>
                    </a:cubicBezTo>
                    <a:cubicBezTo>
                      <a:pt x="90788" y="24740"/>
                      <a:pt x="93102" y="23014"/>
                      <a:pt x="95931" y="23014"/>
                    </a:cubicBezTo>
                    <a:close/>
                    <a:moveTo>
                      <a:pt x="126794" y="138086"/>
                    </a:moveTo>
                    <a:cubicBezTo>
                      <a:pt x="126794" y="135977"/>
                      <a:pt x="124479" y="134251"/>
                      <a:pt x="121650" y="134251"/>
                    </a:cubicBezTo>
                    <a:lnTo>
                      <a:pt x="103647" y="134251"/>
                    </a:lnTo>
                    <a:lnTo>
                      <a:pt x="103647" y="36823"/>
                    </a:lnTo>
                    <a:cubicBezTo>
                      <a:pt x="105962" y="35864"/>
                      <a:pt x="108019" y="34330"/>
                      <a:pt x="109305" y="32604"/>
                    </a:cubicBezTo>
                    <a:lnTo>
                      <a:pt x="158685" y="32604"/>
                    </a:lnTo>
                    <a:lnTo>
                      <a:pt x="144283" y="88222"/>
                    </a:lnTo>
                    <a:lnTo>
                      <a:pt x="154828" y="88222"/>
                    </a:lnTo>
                    <a:lnTo>
                      <a:pt x="166144" y="44494"/>
                    </a:lnTo>
                    <a:lnTo>
                      <a:pt x="180546" y="88222"/>
                    </a:lnTo>
                    <a:lnTo>
                      <a:pt x="191091" y="88222"/>
                    </a:lnTo>
                    <a:lnTo>
                      <a:pt x="172316" y="32604"/>
                    </a:lnTo>
                    <a:lnTo>
                      <a:pt x="175660" y="32604"/>
                    </a:lnTo>
                    <a:cubicBezTo>
                      <a:pt x="180032" y="32604"/>
                      <a:pt x="183375" y="30110"/>
                      <a:pt x="183375" y="26850"/>
                    </a:cubicBezTo>
                    <a:cubicBezTo>
                      <a:pt x="183375" y="23590"/>
                      <a:pt x="180032" y="21097"/>
                      <a:pt x="175660" y="21097"/>
                    </a:cubicBezTo>
                    <a:lnTo>
                      <a:pt x="109305" y="21097"/>
                    </a:lnTo>
                    <a:cubicBezTo>
                      <a:pt x="108019" y="19370"/>
                      <a:pt x="105962" y="17836"/>
                      <a:pt x="103647" y="16877"/>
                    </a:cubicBezTo>
                    <a:lnTo>
                      <a:pt x="103647" y="5754"/>
                    </a:lnTo>
                    <a:cubicBezTo>
                      <a:pt x="103647" y="2493"/>
                      <a:pt x="100304" y="0"/>
                      <a:pt x="95931" y="0"/>
                    </a:cubicBezTo>
                    <a:cubicBezTo>
                      <a:pt x="91559" y="0"/>
                      <a:pt x="88216" y="2493"/>
                      <a:pt x="88216" y="5754"/>
                    </a:cubicBezTo>
                    <a:lnTo>
                      <a:pt x="88216" y="16877"/>
                    </a:lnTo>
                    <a:cubicBezTo>
                      <a:pt x="85901" y="17836"/>
                      <a:pt x="83843" y="19370"/>
                      <a:pt x="82558" y="21097"/>
                    </a:cubicBezTo>
                    <a:lnTo>
                      <a:pt x="16203" y="21097"/>
                    </a:lnTo>
                    <a:cubicBezTo>
                      <a:pt x="11831" y="21097"/>
                      <a:pt x="8487" y="23590"/>
                      <a:pt x="8487" y="26850"/>
                    </a:cubicBezTo>
                    <a:cubicBezTo>
                      <a:pt x="8487" y="29535"/>
                      <a:pt x="11059" y="32028"/>
                      <a:pt x="14660" y="32412"/>
                    </a:cubicBezTo>
                    <a:lnTo>
                      <a:pt x="0" y="88222"/>
                    </a:lnTo>
                    <a:lnTo>
                      <a:pt x="10545" y="88222"/>
                    </a:lnTo>
                    <a:lnTo>
                      <a:pt x="21861" y="44494"/>
                    </a:lnTo>
                    <a:lnTo>
                      <a:pt x="36521" y="88222"/>
                    </a:lnTo>
                    <a:lnTo>
                      <a:pt x="47066" y="88222"/>
                    </a:lnTo>
                    <a:lnTo>
                      <a:pt x="28291" y="32604"/>
                    </a:lnTo>
                    <a:lnTo>
                      <a:pt x="82300" y="32604"/>
                    </a:lnTo>
                    <a:cubicBezTo>
                      <a:pt x="83586" y="34330"/>
                      <a:pt x="85644" y="35864"/>
                      <a:pt x="87958" y="36823"/>
                    </a:cubicBezTo>
                    <a:lnTo>
                      <a:pt x="87958" y="134251"/>
                    </a:lnTo>
                    <a:lnTo>
                      <a:pt x="69955" y="134251"/>
                    </a:lnTo>
                    <a:cubicBezTo>
                      <a:pt x="67126" y="134251"/>
                      <a:pt x="64812" y="135977"/>
                      <a:pt x="64812" y="138086"/>
                    </a:cubicBezTo>
                    <a:lnTo>
                      <a:pt x="64812" y="141922"/>
                    </a:lnTo>
                    <a:lnTo>
                      <a:pt x="34206" y="141922"/>
                    </a:lnTo>
                    <a:lnTo>
                      <a:pt x="34206" y="153429"/>
                    </a:lnTo>
                    <a:lnTo>
                      <a:pt x="157657" y="153429"/>
                    </a:lnTo>
                    <a:lnTo>
                      <a:pt x="157657" y="141922"/>
                    </a:lnTo>
                    <a:lnTo>
                      <a:pt x="126794" y="141922"/>
                    </a:lnTo>
                    <a:lnTo>
                      <a:pt x="126794" y="138086"/>
                    </a:lnTo>
                    <a:close/>
                  </a:path>
                </a:pathLst>
              </a:custGeom>
              <a:grpFill/>
              <a:ln w="24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59452A"/>
                  </a:solidFill>
                  <a:effectLst/>
                  <a:uLnTx/>
                  <a:uFillTx/>
                  <a:latin typeface="+mn-lt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05" name="Freeform: Shape 197">
                <a:extLst>
                  <a:ext uri="{FF2B5EF4-FFF2-40B4-BE49-F238E27FC236}">
                    <a16:creationId xmlns:a16="http://schemas.microsoft.com/office/drawing/2014/main" id="{26851559-2B48-A444-8AC2-CBF7F7D87F79}"/>
                  </a:ext>
                </a:extLst>
              </p:cNvPr>
              <p:cNvSpPr/>
              <p:nvPr/>
            </p:nvSpPr>
            <p:spPr>
              <a:xfrm>
                <a:off x="1958853" y="3024520"/>
                <a:ext cx="57697" cy="12409"/>
              </a:xfrm>
              <a:custGeom>
                <a:avLst/>
                <a:gdLst>
                  <a:gd name="connsiteX0" fmla="*/ 61725 w 61725"/>
                  <a:gd name="connsiteY0" fmla="*/ 0 h 11507"/>
                  <a:gd name="connsiteX1" fmla="*/ 0 w 61725"/>
                  <a:gd name="connsiteY1" fmla="*/ 0 h 11507"/>
                  <a:gd name="connsiteX2" fmla="*/ 30863 w 61725"/>
                  <a:gd name="connsiteY2" fmla="*/ 11507 h 11507"/>
                  <a:gd name="connsiteX3" fmla="*/ 61725 w 61725"/>
                  <a:gd name="connsiteY3" fmla="*/ 0 h 11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725" h="11507">
                    <a:moveTo>
                      <a:pt x="61725" y="0"/>
                    </a:moveTo>
                    <a:lnTo>
                      <a:pt x="0" y="0"/>
                    </a:lnTo>
                    <a:cubicBezTo>
                      <a:pt x="0" y="6329"/>
                      <a:pt x="13888" y="11507"/>
                      <a:pt x="30863" y="11507"/>
                    </a:cubicBezTo>
                    <a:cubicBezTo>
                      <a:pt x="47837" y="11507"/>
                      <a:pt x="61725" y="6329"/>
                      <a:pt x="61725" y="0"/>
                    </a:cubicBezTo>
                    <a:close/>
                  </a:path>
                </a:pathLst>
              </a:custGeom>
              <a:grpFill/>
              <a:ln w="24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59452A"/>
                  </a:solidFill>
                  <a:effectLst/>
                  <a:uLnTx/>
                  <a:uFillTx/>
                  <a:latin typeface="+mn-lt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06" name="Freeform: Shape 198">
                <a:extLst>
                  <a:ext uri="{FF2B5EF4-FFF2-40B4-BE49-F238E27FC236}">
                    <a16:creationId xmlns:a16="http://schemas.microsoft.com/office/drawing/2014/main" id="{0D978F16-BEEE-B541-AC5A-C0052CE18779}"/>
                  </a:ext>
                </a:extLst>
              </p:cNvPr>
              <p:cNvSpPr/>
              <p:nvPr/>
            </p:nvSpPr>
            <p:spPr>
              <a:xfrm>
                <a:off x="2093480" y="3024520"/>
                <a:ext cx="57697" cy="12409"/>
              </a:xfrm>
              <a:custGeom>
                <a:avLst/>
                <a:gdLst>
                  <a:gd name="connsiteX0" fmla="*/ 0 w 61725"/>
                  <a:gd name="connsiteY0" fmla="*/ 0 h 11507"/>
                  <a:gd name="connsiteX1" fmla="*/ 30863 w 61725"/>
                  <a:gd name="connsiteY1" fmla="*/ 11507 h 11507"/>
                  <a:gd name="connsiteX2" fmla="*/ 61725 w 61725"/>
                  <a:gd name="connsiteY2" fmla="*/ 0 h 11507"/>
                  <a:gd name="connsiteX3" fmla="*/ 0 w 61725"/>
                  <a:gd name="connsiteY3" fmla="*/ 0 h 11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725" h="11507">
                    <a:moveTo>
                      <a:pt x="0" y="0"/>
                    </a:moveTo>
                    <a:cubicBezTo>
                      <a:pt x="0" y="6329"/>
                      <a:pt x="13888" y="11507"/>
                      <a:pt x="30863" y="11507"/>
                    </a:cubicBezTo>
                    <a:cubicBezTo>
                      <a:pt x="47837" y="11507"/>
                      <a:pt x="61725" y="6329"/>
                      <a:pt x="6172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24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59452A"/>
                  </a:solidFill>
                  <a:effectLst/>
                  <a:uLnTx/>
                  <a:uFillTx/>
                  <a:latin typeface="+mn-lt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A1AFE52E-1EEB-7445-AB4A-7A76E1F5A58C}"/>
              </a:ext>
            </a:extLst>
          </p:cNvPr>
          <p:cNvGrpSpPr/>
          <p:nvPr/>
        </p:nvGrpSpPr>
        <p:grpSpPr>
          <a:xfrm>
            <a:off x="2632427" y="2665538"/>
            <a:ext cx="274320" cy="296211"/>
            <a:chOff x="9475646" y="2534020"/>
            <a:chExt cx="274320" cy="274320"/>
          </a:xfrm>
        </p:grpSpPr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3314E9BB-B8AD-B641-9127-C059759D98D1}"/>
                </a:ext>
              </a:extLst>
            </p:cNvPr>
            <p:cNvSpPr/>
            <p:nvPr/>
          </p:nvSpPr>
          <p:spPr>
            <a:xfrm>
              <a:off x="9475646" y="2534020"/>
              <a:ext cx="274320" cy="27432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sp>
          <p:nvSpPr>
            <p:cNvPr id="109" name="Picture 65" descr="World">
              <a:extLst>
                <a:ext uri="{FF2B5EF4-FFF2-40B4-BE49-F238E27FC236}">
                  <a16:creationId xmlns:a16="http://schemas.microsoft.com/office/drawing/2014/main" id="{1BE6A250-6796-0B44-968D-A8F729F15EB2}"/>
                </a:ext>
              </a:extLst>
            </p:cNvPr>
            <p:cNvSpPr/>
            <p:nvPr/>
          </p:nvSpPr>
          <p:spPr>
            <a:xfrm>
              <a:off x="9518355" y="2579212"/>
              <a:ext cx="188902" cy="183937"/>
            </a:xfrm>
            <a:custGeom>
              <a:avLst/>
              <a:gdLst>
                <a:gd name="connsiteX0" fmla="*/ 111877 w 195463"/>
                <a:gd name="connsiteY0" fmla="*/ 133292 h 145757"/>
                <a:gd name="connsiteX1" fmla="*/ 148912 w 195463"/>
                <a:gd name="connsiteY1" fmla="*/ 76715 h 145757"/>
                <a:gd name="connsiteX2" fmla="*/ 179775 w 195463"/>
                <a:gd name="connsiteY2" fmla="*/ 76715 h 145757"/>
                <a:gd name="connsiteX3" fmla="*/ 111877 w 195463"/>
                <a:gd name="connsiteY3" fmla="*/ 133292 h 145757"/>
                <a:gd name="connsiteX4" fmla="*/ 15689 w 195463"/>
                <a:gd name="connsiteY4" fmla="*/ 76715 h 145757"/>
                <a:gd name="connsiteX5" fmla="*/ 46551 w 195463"/>
                <a:gd name="connsiteY5" fmla="*/ 76715 h 145757"/>
                <a:gd name="connsiteX6" fmla="*/ 83586 w 195463"/>
                <a:gd name="connsiteY6" fmla="*/ 133292 h 145757"/>
                <a:gd name="connsiteX7" fmla="*/ 15689 w 195463"/>
                <a:gd name="connsiteY7" fmla="*/ 76715 h 145757"/>
                <a:gd name="connsiteX8" fmla="*/ 83586 w 195463"/>
                <a:gd name="connsiteY8" fmla="*/ 12466 h 145757"/>
                <a:gd name="connsiteX9" fmla="*/ 46551 w 195463"/>
                <a:gd name="connsiteY9" fmla="*/ 69043 h 145757"/>
                <a:gd name="connsiteX10" fmla="*/ 15689 w 195463"/>
                <a:gd name="connsiteY10" fmla="*/ 69043 h 145757"/>
                <a:gd name="connsiteX11" fmla="*/ 83586 w 195463"/>
                <a:gd name="connsiteY11" fmla="*/ 12466 h 145757"/>
                <a:gd name="connsiteX12" fmla="*/ 102875 w 195463"/>
                <a:gd name="connsiteY12" fmla="*/ 76715 h 145757"/>
                <a:gd name="connsiteX13" fmla="*/ 138625 w 195463"/>
                <a:gd name="connsiteY13" fmla="*/ 76715 h 145757"/>
                <a:gd name="connsiteX14" fmla="*/ 102875 w 195463"/>
                <a:gd name="connsiteY14" fmla="*/ 129456 h 145757"/>
                <a:gd name="connsiteX15" fmla="*/ 102875 w 195463"/>
                <a:gd name="connsiteY15" fmla="*/ 76715 h 145757"/>
                <a:gd name="connsiteX16" fmla="*/ 92588 w 195463"/>
                <a:gd name="connsiteY16" fmla="*/ 76715 h 145757"/>
                <a:gd name="connsiteX17" fmla="*/ 92588 w 195463"/>
                <a:gd name="connsiteY17" fmla="*/ 129456 h 145757"/>
                <a:gd name="connsiteX18" fmla="*/ 56839 w 195463"/>
                <a:gd name="connsiteY18" fmla="*/ 76715 h 145757"/>
                <a:gd name="connsiteX19" fmla="*/ 92588 w 195463"/>
                <a:gd name="connsiteY19" fmla="*/ 76715 h 145757"/>
                <a:gd name="connsiteX20" fmla="*/ 102875 w 195463"/>
                <a:gd name="connsiteY20" fmla="*/ 16302 h 145757"/>
                <a:gd name="connsiteX21" fmla="*/ 138625 w 195463"/>
                <a:gd name="connsiteY21" fmla="*/ 69043 h 145757"/>
                <a:gd name="connsiteX22" fmla="*/ 102875 w 195463"/>
                <a:gd name="connsiteY22" fmla="*/ 69043 h 145757"/>
                <a:gd name="connsiteX23" fmla="*/ 102875 w 195463"/>
                <a:gd name="connsiteY23" fmla="*/ 16302 h 145757"/>
                <a:gd name="connsiteX24" fmla="*/ 92588 w 195463"/>
                <a:gd name="connsiteY24" fmla="*/ 69043 h 145757"/>
                <a:gd name="connsiteX25" fmla="*/ 56839 w 195463"/>
                <a:gd name="connsiteY25" fmla="*/ 69043 h 145757"/>
                <a:gd name="connsiteX26" fmla="*/ 92588 w 195463"/>
                <a:gd name="connsiteY26" fmla="*/ 16302 h 145757"/>
                <a:gd name="connsiteX27" fmla="*/ 92588 w 195463"/>
                <a:gd name="connsiteY27" fmla="*/ 69043 h 145757"/>
                <a:gd name="connsiteX28" fmla="*/ 179775 w 195463"/>
                <a:gd name="connsiteY28" fmla="*/ 69043 h 145757"/>
                <a:gd name="connsiteX29" fmla="*/ 148912 w 195463"/>
                <a:gd name="connsiteY29" fmla="*/ 69043 h 145757"/>
                <a:gd name="connsiteX30" fmla="*/ 111877 w 195463"/>
                <a:gd name="connsiteY30" fmla="*/ 12466 h 145757"/>
                <a:gd name="connsiteX31" fmla="*/ 179775 w 195463"/>
                <a:gd name="connsiteY31" fmla="*/ 69043 h 145757"/>
                <a:gd name="connsiteX32" fmla="*/ 97732 w 195463"/>
                <a:gd name="connsiteY32" fmla="*/ 0 h 145757"/>
                <a:gd name="connsiteX33" fmla="*/ 0 w 195463"/>
                <a:gd name="connsiteY33" fmla="*/ 72879 h 145757"/>
                <a:gd name="connsiteX34" fmla="*/ 97732 w 195463"/>
                <a:gd name="connsiteY34" fmla="*/ 145758 h 145757"/>
                <a:gd name="connsiteX35" fmla="*/ 195463 w 195463"/>
                <a:gd name="connsiteY35" fmla="*/ 72879 h 145757"/>
                <a:gd name="connsiteX36" fmla="*/ 97732 w 195463"/>
                <a:gd name="connsiteY36" fmla="*/ 0 h 145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95463" h="145757">
                  <a:moveTo>
                    <a:pt x="111877" y="133292"/>
                  </a:moveTo>
                  <a:cubicBezTo>
                    <a:pt x="128594" y="117949"/>
                    <a:pt x="147112" y="98578"/>
                    <a:pt x="148912" y="76715"/>
                  </a:cubicBezTo>
                  <a:lnTo>
                    <a:pt x="179775" y="76715"/>
                  </a:lnTo>
                  <a:cubicBezTo>
                    <a:pt x="177460" y="105291"/>
                    <a:pt x="148912" y="128497"/>
                    <a:pt x="111877" y="133292"/>
                  </a:cubicBezTo>
                  <a:close/>
                  <a:moveTo>
                    <a:pt x="15689" y="76715"/>
                  </a:moveTo>
                  <a:lnTo>
                    <a:pt x="46551" y="76715"/>
                  </a:lnTo>
                  <a:cubicBezTo>
                    <a:pt x="48609" y="98578"/>
                    <a:pt x="66869" y="117949"/>
                    <a:pt x="83586" y="133292"/>
                  </a:cubicBezTo>
                  <a:cubicBezTo>
                    <a:pt x="46551" y="128497"/>
                    <a:pt x="18003" y="105291"/>
                    <a:pt x="15689" y="76715"/>
                  </a:cubicBezTo>
                  <a:close/>
                  <a:moveTo>
                    <a:pt x="83586" y="12466"/>
                  </a:moveTo>
                  <a:cubicBezTo>
                    <a:pt x="66869" y="27809"/>
                    <a:pt x="48351" y="47179"/>
                    <a:pt x="46551" y="69043"/>
                  </a:cubicBezTo>
                  <a:lnTo>
                    <a:pt x="15689" y="69043"/>
                  </a:lnTo>
                  <a:cubicBezTo>
                    <a:pt x="18003" y="40467"/>
                    <a:pt x="46551" y="17261"/>
                    <a:pt x="83586" y="12466"/>
                  </a:cubicBezTo>
                  <a:close/>
                  <a:moveTo>
                    <a:pt x="102875" y="76715"/>
                  </a:moveTo>
                  <a:lnTo>
                    <a:pt x="138625" y="76715"/>
                  </a:lnTo>
                  <a:cubicBezTo>
                    <a:pt x="136567" y="96469"/>
                    <a:pt x="119335" y="114305"/>
                    <a:pt x="102875" y="129456"/>
                  </a:cubicBezTo>
                  <a:lnTo>
                    <a:pt x="102875" y="76715"/>
                  </a:lnTo>
                  <a:close/>
                  <a:moveTo>
                    <a:pt x="92588" y="76715"/>
                  </a:moveTo>
                  <a:lnTo>
                    <a:pt x="92588" y="129456"/>
                  </a:lnTo>
                  <a:cubicBezTo>
                    <a:pt x="76128" y="114305"/>
                    <a:pt x="58896" y="96469"/>
                    <a:pt x="56839" y="76715"/>
                  </a:cubicBezTo>
                  <a:lnTo>
                    <a:pt x="92588" y="76715"/>
                  </a:lnTo>
                  <a:close/>
                  <a:moveTo>
                    <a:pt x="102875" y="16302"/>
                  </a:moveTo>
                  <a:cubicBezTo>
                    <a:pt x="119335" y="31453"/>
                    <a:pt x="136567" y="49097"/>
                    <a:pt x="138625" y="69043"/>
                  </a:cubicBezTo>
                  <a:lnTo>
                    <a:pt x="102875" y="69043"/>
                  </a:lnTo>
                  <a:lnTo>
                    <a:pt x="102875" y="16302"/>
                  </a:lnTo>
                  <a:close/>
                  <a:moveTo>
                    <a:pt x="92588" y="69043"/>
                  </a:moveTo>
                  <a:lnTo>
                    <a:pt x="56839" y="69043"/>
                  </a:lnTo>
                  <a:cubicBezTo>
                    <a:pt x="58896" y="49289"/>
                    <a:pt x="76128" y="31453"/>
                    <a:pt x="92588" y="16302"/>
                  </a:cubicBezTo>
                  <a:lnTo>
                    <a:pt x="92588" y="69043"/>
                  </a:lnTo>
                  <a:close/>
                  <a:moveTo>
                    <a:pt x="179775" y="69043"/>
                  </a:moveTo>
                  <a:lnTo>
                    <a:pt x="148912" y="69043"/>
                  </a:lnTo>
                  <a:cubicBezTo>
                    <a:pt x="147112" y="47179"/>
                    <a:pt x="128594" y="27809"/>
                    <a:pt x="111877" y="12466"/>
                  </a:cubicBezTo>
                  <a:cubicBezTo>
                    <a:pt x="148912" y="17261"/>
                    <a:pt x="177460" y="40467"/>
                    <a:pt x="179775" y="69043"/>
                  </a:cubicBezTo>
                  <a:close/>
                  <a:moveTo>
                    <a:pt x="97732" y="0"/>
                  </a:moveTo>
                  <a:cubicBezTo>
                    <a:pt x="43722" y="0"/>
                    <a:pt x="0" y="32604"/>
                    <a:pt x="0" y="72879"/>
                  </a:cubicBezTo>
                  <a:cubicBezTo>
                    <a:pt x="0" y="113154"/>
                    <a:pt x="43722" y="145758"/>
                    <a:pt x="97732" y="145758"/>
                  </a:cubicBezTo>
                  <a:cubicBezTo>
                    <a:pt x="151741" y="145758"/>
                    <a:pt x="195463" y="113154"/>
                    <a:pt x="195463" y="72879"/>
                  </a:cubicBezTo>
                  <a:cubicBezTo>
                    <a:pt x="195463" y="32604"/>
                    <a:pt x="151741" y="0"/>
                    <a:pt x="97732" y="0"/>
                  </a:cubicBezTo>
                  <a:close/>
                </a:path>
              </a:pathLst>
            </a:custGeom>
            <a:solidFill>
              <a:schemeClr val="accent2"/>
            </a:solidFill>
            <a:ln w="248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221" name="Rectangle 220">
            <a:extLst>
              <a:ext uri="{FF2B5EF4-FFF2-40B4-BE49-F238E27FC236}">
                <a16:creationId xmlns:a16="http://schemas.microsoft.com/office/drawing/2014/main" id="{D0760C0E-499B-5D40-A690-95028783F96B}"/>
              </a:ext>
            </a:extLst>
          </p:cNvPr>
          <p:cNvSpPr/>
          <p:nvPr/>
        </p:nvSpPr>
        <p:spPr>
          <a:xfrm>
            <a:off x="42570" y="1958534"/>
            <a:ext cx="1066432" cy="9906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Support Institutional Implementation</a:t>
            </a:r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68BB0129-130C-0E4F-AD38-F03B7E3B3D1A}"/>
              </a:ext>
            </a:extLst>
          </p:cNvPr>
          <p:cNvSpPr/>
          <p:nvPr/>
        </p:nvSpPr>
        <p:spPr>
          <a:xfrm>
            <a:off x="42296" y="2999717"/>
            <a:ext cx="1066432" cy="184614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Promote Innovation</a:t>
            </a: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71024E1E-3610-CD4B-A0C6-7B9319B3A60E}"/>
              </a:ext>
            </a:extLst>
          </p:cNvPr>
          <p:cNvSpPr/>
          <p:nvPr/>
        </p:nvSpPr>
        <p:spPr>
          <a:xfrm>
            <a:off x="42296" y="4894527"/>
            <a:ext cx="1066432" cy="98741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Shape Inclusive Markets</a:t>
            </a:r>
          </a:p>
        </p:txBody>
      </p:sp>
    </p:spTree>
    <p:extLst>
      <p:ext uri="{BB962C8B-B14F-4D97-AF65-F5344CB8AC3E}">
        <p14:creationId xmlns:p14="http://schemas.microsoft.com/office/powerpoint/2010/main" val="3614562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"/>
          <p:cNvSpPr txBox="1">
            <a:spLocks noGrp="1"/>
          </p:cNvSpPr>
          <p:nvPr>
            <p:ph type="ftr" idx="11"/>
          </p:nvPr>
        </p:nvSpPr>
        <p:spPr>
          <a:xfrm>
            <a:off x="7498085" y="6527945"/>
            <a:ext cx="3860800" cy="20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© Bill &amp; Melinda Gates Foundation      |</a:t>
            </a:r>
            <a:endParaRPr/>
          </a:p>
        </p:txBody>
      </p:sp>
      <p:sp>
        <p:nvSpPr>
          <p:cNvPr id="420" name="Google Shape;420;p2"/>
          <p:cNvSpPr txBox="1">
            <a:spLocks noGrp="1"/>
          </p:cNvSpPr>
          <p:nvPr>
            <p:ph type="sldNum" idx="12"/>
          </p:nvPr>
        </p:nvSpPr>
        <p:spPr>
          <a:xfrm>
            <a:off x="11359635" y="6527357"/>
            <a:ext cx="253444" cy="20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2"/>
          <p:cNvSpPr txBox="1">
            <a:spLocks noGrp="1"/>
          </p:cNvSpPr>
          <p:nvPr>
            <p:ph type="title"/>
          </p:nvPr>
        </p:nvSpPr>
        <p:spPr>
          <a:xfrm>
            <a:off x="486833" y="646177"/>
            <a:ext cx="11106151" cy="697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2233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Arial"/>
              <a:buNone/>
            </a:pPr>
            <a:r>
              <a:rPr lang="en-US" dirty="0"/>
              <a:t>AGENDA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F8D60DC-874E-5041-8CC0-2D28D5B59A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5924564"/>
              </p:ext>
            </p:extLst>
          </p:nvPr>
        </p:nvGraphicFramePr>
        <p:xfrm>
          <a:off x="486833" y="1718734"/>
          <a:ext cx="4755600" cy="1188720"/>
        </p:xfrm>
        <a:graphic>
          <a:graphicData uri="http://schemas.openxmlformats.org/drawingml/2006/table">
            <a:tbl>
              <a:tblPr firstRow="1" bandRow="1">
                <a:tableStyleId>{93710A6C-2729-415F-A585-4DD8E0274B16}</a:tableStyleId>
              </a:tblPr>
              <a:tblGrid>
                <a:gridCol w="4755600">
                  <a:extLst>
                    <a:ext uri="{9D8B030D-6E8A-4147-A177-3AD203B41FA5}">
                      <a16:colId xmlns:a16="http://schemas.microsoft.com/office/drawing/2014/main" val="3901265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2000" b="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Climate Strategy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8851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/>
                        <a:t>Key Learnings 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351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Pathways for Success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4303816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FEC3C9AD-64A3-C446-8FB0-5F6FF4118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7514" y="1718734"/>
            <a:ext cx="6414486" cy="4009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106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"/>
          <p:cNvSpPr txBox="1">
            <a:spLocks noGrp="1"/>
          </p:cNvSpPr>
          <p:nvPr>
            <p:ph type="ftr" idx="11"/>
          </p:nvPr>
        </p:nvSpPr>
        <p:spPr>
          <a:xfrm>
            <a:off x="7498085" y="6527945"/>
            <a:ext cx="3860800" cy="20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© Bill &amp; Melinda Gates Foundation      |</a:t>
            </a:r>
            <a:endParaRPr/>
          </a:p>
        </p:txBody>
      </p:sp>
      <p:sp>
        <p:nvSpPr>
          <p:cNvPr id="420" name="Google Shape;420;p2"/>
          <p:cNvSpPr txBox="1">
            <a:spLocks noGrp="1"/>
          </p:cNvSpPr>
          <p:nvPr>
            <p:ph type="sldNum" idx="12"/>
          </p:nvPr>
        </p:nvSpPr>
        <p:spPr>
          <a:xfrm>
            <a:off x="11359635" y="6527357"/>
            <a:ext cx="253444" cy="20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421;p2">
            <a:extLst>
              <a:ext uri="{FF2B5EF4-FFF2-40B4-BE49-F238E27FC236}">
                <a16:creationId xmlns:a16="http://schemas.microsoft.com/office/drawing/2014/main" id="{CA714240-BB5F-264A-A9FC-26C6DEE15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6833" y="364051"/>
            <a:ext cx="11126246" cy="817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2233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Arial"/>
              <a:buNone/>
            </a:pPr>
            <a:r>
              <a:rPr lang="en-US" sz="2400" dirty="0"/>
              <a:t>A systems lens can prove useful in tackling the challenges in the way of mainstreaming climate adaptation in agriculture by smallholders in India</a:t>
            </a:r>
            <a:endParaRPr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BEF448-365B-DD46-986F-13ACD317DACC}"/>
              </a:ext>
            </a:extLst>
          </p:cNvPr>
          <p:cNvSpPr/>
          <p:nvPr/>
        </p:nvSpPr>
        <p:spPr>
          <a:xfrm>
            <a:off x="9372604" y="1639979"/>
            <a:ext cx="2630505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6"/>
                </a:solidFill>
              </a:rPr>
              <a:t>Current Scenario</a:t>
            </a:r>
          </a:p>
          <a:p>
            <a:endParaRPr lang="en-US" sz="1600" b="1" dirty="0">
              <a:solidFill>
                <a:schemeClr val="accent6"/>
              </a:solidFill>
            </a:endParaRPr>
          </a:p>
          <a:p>
            <a:pPr marL="270000" indent="-270000">
              <a:buFont typeface="Arial" panose="020B0604020202020204" pitchFamily="34" charset="0"/>
              <a:buChar char="•"/>
            </a:pPr>
            <a:r>
              <a:rPr lang="en-GB" sz="1200" b="1" dirty="0">
                <a:solidFill>
                  <a:schemeClr val="accent6"/>
                </a:solidFill>
              </a:rPr>
              <a:t>Limited uptake of solutions at SSP level</a:t>
            </a:r>
          </a:p>
          <a:p>
            <a:pPr marL="270000"/>
            <a:r>
              <a:rPr lang="en-GB" sz="1200" dirty="0">
                <a:solidFill>
                  <a:schemeClr val="accent6"/>
                </a:solidFill>
              </a:rPr>
              <a:t>Products and services see early levels of adoption, but few make it to large-scale adoption</a:t>
            </a:r>
          </a:p>
          <a:p>
            <a:pPr marL="270000"/>
            <a:endParaRPr lang="en-GB" sz="1200" dirty="0">
              <a:solidFill>
                <a:schemeClr val="accent6"/>
              </a:solidFill>
            </a:endParaRPr>
          </a:p>
          <a:p>
            <a:pPr marL="270000"/>
            <a:endParaRPr lang="en-GB" sz="1200" dirty="0">
              <a:solidFill>
                <a:schemeClr val="accent6"/>
              </a:solidFill>
            </a:endParaRPr>
          </a:p>
          <a:p>
            <a:pPr marL="270000" indent="-270000">
              <a:buFont typeface="Arial" panose="020B0604020202020204" pitchFamily="34" charset="0"/>
              <a:buChar char="•"/>
            </a:pPr>
            <a:r>
              <a:rPr lang="en-GB" sz="1200" b="1" dirty="0">
                <a:solidFill>
                  <a:schemeClr val="accent6"/>
                </a:solidFill>
              </a:rPr>
              <a:t>Perceived risk in pushing new innovations</a:t>
            </a:r>
          </a:p>
          <a:p>
            <a:pPr marL="270000"/>
            <a:r>
              <a:rPr lang="en-GB" sz="1200" dirty="0">
                <a:solidFill>
                  <a:schemeClr val="accent6"/>
                </a:solidFill>
              </a:rPr>
              <a:t>Governments perceive high risk in investing in untested technologies and promoting them among SSPs</a:t>
            </a:r>
          </a:p>
          <a:p>
            <a:pPr marL="270000"/>
            <a:endParaRPr lang="en-GB" sz="1200" dirty="0">
              <a:solidFill>
                <a:schemeClr val="accent6"/>
              </a:solidFill>
            </a:endParaRPr>
          </a:p>
          <a:p>
            <a:pPr marL="270000"/>
            <a:endParaRPr lang="en-GB" sz="1200" dirty="0">
              <a:solidFill>
                <a:schemeClr val="accent6"/>
              </a:solidFill>
            </a:endParaRPr>
          </a:p>
          <a:p>
            <a:pPr marL="270000" indent="-270000">
              <a:buFont typeface="Arial" panose="020B0604020202020204" pitchFamily="34" charset="0"/>
              <a:buChar char="•"/>
            </a:pPr>
            <a:r>
              <a:rPr lang="en-GB" sz="1200" b="1" dirty="0">
                <a:solidFill>
                  <a:schemeClr val="accent6"/>
                </a:solidFill>
              </a:rPr>
              <a:t>High cost of business</a:t>
            </a:r>
          </a:p>
          <a:p>
            <a:pPr marL="270000"/>
            <a:r>
              <a:rPr lang="en-GB" sz="1200" dirty="0">
                <a:solidFill>
                  <a:schemeClr val="accent6"/>
                </a:solidFill>
              </a:rPr>
              <a:t>Due to high costs of doing business i.e. high input, marketing and distribution costs, the private sector has been slow to make big moves </a:t>
            </a:r>
          </a:p>
          <a:p>
            <a:pPr marL="270000"/>
            <a:endParaRPr lang="en-GB" sz="1200" dirty="0">
              <a:solidFill>
                <a:schemeClr val="accent6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AA0A516-509B-A44B-8777-0BA3B322F531}"/>
              </a:ext>
            </a:extLst>
          </p:cNvPr>
          <p:cNvSpPr/>
          <p:nvPr/>
        </p:nvSpPr>
        <p:spPr>
          <a:xfrm>
            <a:off x="411310" y="1639979"/>
            <a:ext cx="5319790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Potential Solutions</a:t>
            </a:r>
          </a:p>
          <a:p>
            <a:endParaRPr lang="en-US" sz="1200" b="1" dirty="0"/>
          </a:p>
          <a:p>
            <a:r>
              <a:rPr lang="en-US" sz="1200" b="1" dirty="0"/>
              <a:t>Technology Advancement</a:t>
            </a:r>
          </a:p>
          <a:p>
            <a:pPr marL="285750" indent="-285750">
              <a:spcAft>
                <a:spcPts val="600"/>
              </a:spcAft>
              <a:buFont typeface="+mj-lt"/>
              <a:buAutoNum type="arabicPeriod"/>
            </a:pPr>
            <a:r>
              <a:rPr lang="en-US" sz="1200" dirty="0"/>
              <a:t>Build pipeline of scalable technologies, especially for population scale rollout</a:t>
            </a:r>
          </a:p>
          <a:p>
            <a:pPr marL="285750" indent="-285750">
              <a:spcAft>
                <a:spcPts val="600"/>
              </a:spcAft>
              <a:buFont typeface="+mj-lt"/>
              <a:buAutoNum type="arabicPeriod"/>
            </a:pPr>
            <a:r>
              <a:rPr lang="en-US" sz="1200" dirty="0"/>
              <a:t>Support early stage innovation, and drive further innovations in the field</a:t>
            </a:r>
          </a:p>
          <a:p>
            <a:pPr marL="285750" indent="-285750">
              <a:spcAft>
                <a:spcPts val="600"/>
              </a:spcAft>
              <a:buFont typeface="+mj-lt"/>
              <a:buAutoNum type="arabicPeriod"/>
            </a:pPr>
            <a:r>
              <a:rPr lang="en-US" sz="1200" dirty="0"/>
              <a:t>Demonstrate business cases for SSPs to adopt innovation</a:t>
            </a:r>
          </a:p>
          <a:p>
            <a:pPr marL="285750" indent="-285750">
              <a:spcAft>
                <a:spcPts val="600"/>
              </a:spcAft>
              <a:buFont typeface="+mj-lt"/>
              <a:buAutoNum type="arabicPeriod"/>
            </a:pPr>
            <a:r>
              <a:rPr lang="en-US" sz="1200" dirty="0"/>
              <a:t>Drive capital investment in local production of climate smart technologies</a:t>
            </a:r>
          </a:p>
          <a:p>
            <a:endParaRPr lang="en-US" sz="1200" dirty="0"/>
          </a:p>
          <a:p>
            <a:r>
              <a:rPr lang="en-US" sz="1200" b="1" dirty="0"/>
              <a:t>Adoption Support</a:t>
            </a:r>
          </a:p>
          <a:p>
            <a:pPr marL="285750" indent="-285750">
              <a:spcAft>
                <a:spcPts val="600"/>
              </a:spcAft>
              <a:buFont typeface="+mj-lt"/>
              <a:buAutoNum type="arabicPeriod" startAt="5"/>
            </a:pPr>
            <a:r>
              <a:rPr lang="en-US" sz="1200" dirty="0"/>
              <a:t>Introduce affordable pricing and payment models to enable SSP adoption</a:t>
            </a:r>
          </a:p>
          <a:p>
            <a:pPr marL="285750" indent="-285750">
              <a:spcAft>
                <a:spcPts val="600"/>
              </a:spcAft>
              <a:buFont typeface="+mj-lt"/>
              <a:buAutoNum type="arabicPeriod" startAt="5"/>
            </a:pPr>
            <a:r>
              <a:rPr lang="en-US" sz="1200" dirty="0"/>
              <a:t>Build a distribution network for last-mile access to products and services</a:t>
            </a:r>
          </a:p>
          <a:p>
            <a:pPr marL="285750" indent="-285750">
              <a:spcAft>
                <a:spcPts val="600"/>
              </a:spcAft>
              <a:buFont typeface="+mj-lt"/>
              <a:buAutoNum type="arabicPeriod" startAt="5"/>
            </a:pPr>
            <a:r>
              <a:rPr lang="en-US" sz="1200" dirty="0"/>
              <a:t>Provide on-call product support to familiarize SSPs on using products and services</a:t>
            </a:r>
          </a:p>
          <a:p>
            <a:pPr marL="285750" indent="-285750">
              <a:buFont typeface="+mj-lt"/>
              <a:buAutoNum type="arabicPeriod" startAt="5"/>
            </a:pPr>
            <a:endParaRPr lang="en-US" sz="1200" dirty="0"/>
          </a:p>
          <a:p>
            <a:r>
              <a:rPr lang="en-US" sz="1200" b="1" dirty="0"/>
              <a:t>Ecosystem Enablement</a:t>
            </a:r>
          </a:p>
          <a:p>
            <a:pPr marL="228600" indent="-228600">
              <a:spcAft>
                <a:spcPts val="600"/>
              </a:spcAft>
              <a:buFont typeface="+mj-lt"/>
              <a:buAutoNum type="arabicPeriod" startAt="8"/>
            </a:pPr>
            <a:r>
              <a:rPr lang="en-US" sz="1200" dirty="0"/>
              <a:t>Institute regulations for safety, quality control and consumer protection</a:t>
            </a:r>
          </a:p>
          <a:p>
            <a:pPr marL="228600" indent="-228600">
              <a:spcAft>
                <a:spcPts val="600"/>
              </a:spcAft>
              <a:buFont typeface="+mj-lt"/>
              <a:buAutoNum type="arabicPeriod" startAt="8"/>
            </a:pPr>
            <a:r>
              <a:rPr lang="en-US" sz="1200" dirty="0"/>
              <a:t>Introduce incentives to promote use of climate smart solutions and make them competitive with incumbent technologies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343CFD6-BA18-8D4E-83D9-C6C85D1873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7014049"/>
              </p:ext>
            </p:extLst>
          </p:nvPr>
        </p:nvGraphicFramePr>
        <p:xfrm>
          <a:off x="5731100" y="1202771"/>
          <a:ext cx="3355155" cy="1198880"/>
        </p:xfrm>
        <a:graphic>
          <a:graphicData uri="http://schemas.openxmlformats.org/drawingml/2006/table">
            <a:tbl>
              <a:tblPr firstRow="1" bandRow="1">
                <a:tableStyleId>{93710A6C-2729-415F-A585-4DD8E0274B16}</a:tableStyleId>
              </a:tblPr>
              <a:tblGrid>
                <a:gridCol w="1118385">
                  <a:extLst>
                    <a:ext uri="{9D8B030D-6E8A-4147-A177-3AD203B41FA5}">
                      <a16:colId xmlns:a16="http://schemas.microsoft.com/office/drawing/2014/main" val="3920774054"/>
                    </a:ext>
                  </a:extLst>
                </a:gridCol>
                <a:gridCol w="1135416">
                  <a:extLst>
                    <a:ext uri="{9D8B030D-6E8A-4147-A177-3AD203B41FA5}">
                      <a16:colId xmlns:a16="http://schemas.microsoft.com/office/drawing/2014/main" val="382760908"/>
                    </a:ext>
                  </a:extLst>
                </a:gridCol>
                <a:gridCol w="1101354">
                  <a:extLst>
                    <a:ext uri="{9D8B030D-6E8A-4147-A177-3AD203B41FA5}">
                      <a16:colId xmlns:a16="http://schemas.microsoft.com/office/drawing/2014/main" val="1855905975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accent6"/>
                          </a:solidFill>
                        </a:rPr>
                        <a:t>Key Actors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0470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chemeClr val="accent6"/>
                          </a:solidFill>
                        </a:rPr>
                        <a:t>Government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chemeClr val="accent6"/>
                          </a:solidFill>
                        </a:rPr>
                        <a:t>Private sector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chemeClr val="accent6"/>
                          </a:solidFill>
                        </a:rPr>
                        <a:t>DFIs and Foundations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228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5730446"/>
                  </a:ext>
                </a:extLst>
              </a:tr>
            </a:tbl>
          </a:graphicData>
        </a:graphic>
      </p:graphicFrame>
      <p:pic>
        <p:nvPicPr>
          <p:cNvPr id="20" name="Picture 19">
            <a:extLst>
              <a:ext uri="{FF2B5EF4-FFF2-40B4-BE49-F238E27FC236}">
                <a16:creationId xmlns:a16="http://schemas.microsoft.com/office/drawing/2014/main" id="{B7D92A54-2096-6F4A-9E98-43FA9BB238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724" y="2174882"/>
            <a:ext cx="230949" cy="230949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4C221B2-9795-7541-BF44-17073C1000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4377" y="2174882"/>
            <a:ext cx="230949" cy="230949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4991243-21A3-A745-BFE1-907A256CD1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723" y="2630105"/>
            <a:ext cx="230949" cy="230949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945C201-301C-0D48-BA0C-BFA6C55714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4345" y="2630105"/>
            <a:ext cx="230949" cy="230949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579E342-CEFF-6C4B-BEEB-3D8FCCCEEA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203" y="2630105"/>
            <a:ext cx="230949" cy="230949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955946C-82B7-C44F-95D1-D26DD83CF77A}"/>
              </a:ext>
            </a:extLst>
          </p:cNvPr>
          <p:cNvCxnSpPr>
            <a:cxnSpLocks/>
          </p:cNvCxnSpPr>
          <p:nvPr/>
        </p:nvCxnSpPr>
        <p:spPr>
          <a:xfrm rot="16200000">
            <a:off x="3010084" y="-571664"/>
            <a:ext cx="0" cy="5184000"/>
          </a:xfrm>
          <a:prstGeom prst="line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686FB9CC-57D1-484D-A0B7-F5A85704D7E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723" y="2969853"/>
            <a:ext cx="230949" cy="230949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A0504C2-EE37-5A43-8A69-E25A91BF1C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4345" y="2969853"/>
            <a:ext cx="230949" cy="230949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48B8D62-D851-EA45-BD7F-6F0C856BEB5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203" y="2969853"/>
            <a:ext cx="230949" cy="230949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9616ED5-D4DE-9D4B-A747-5778CDD2E18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723" y="3309601"/>
            <a:ext cx="230949" cy="230949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1E4B310-38A1-A44E-894C-0DE50A8518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4345" y="3309601"/>
            <a:ext cx="230949" cy="230949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A27E7687-5599-4643-93A6-89D74936C2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723" y="4008328"/>
            <a:ext cx="230949" cy="230949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B71A6192-FC3C-A641-B872-31D8520417F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4345" y="4008328"/>
            <a:ext cx="230949" cy="230949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21995C56-45B2-7147-9778-5D80E899C8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203" y="4008328"/>
            <a:ext cx="230949" cy="230949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1377D1E0-E1F6-2043-A2A4-62A6E7B383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723" y="4444522"/>
            <a:ext cx="230949" cy="230949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E56BF59A-749E-474D-AA6B-6FD6DEE4C35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203" y="4444522"/>
            <a:ext cx="230949" cy="230949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8E464E8B-6EA7-0547-A503-38B81FB78F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723" y="4841403"/>
            <a:ext cx="230949" cy="230949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E5238673-E268-B34F-94C4-0AA555DE8A4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203" y="4841403"/>
            <a:ext cx="230949" cy="230949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F112A0B0-D0A9-314D-B717-EE04B86CEC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723" y="5560473"/>
            <a:ext cx="230949" cy="230949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F42520F6-1D5B-C14A-B941-56BC72B5FF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4344" y="5917031"/>
            <a:ext cx="230949" cy="230949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663F1A73-B2DE-6E43-B85E-CE4C4BDBB62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723" y="5917031"/>
            <a:ext cx="230949" cy="230949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18EC2A3-EE8D-764B-99FE-545236D9AC01}"/>
              </a:ext>
            </a:extLst>
          </p:cNvPr>
          <p:cNvCxnSpPr>
            <a:cxnSpLocks/>
          </p:cNvCxnSpPr>
          <p:nvPr/>
        </p:nvCxnSpPr>
        <p:spPr>
          <a:xfrm>
            <a:off x="9340604" y="1499405"/>
            <a:ext cx="0" cy="4788000"/>
          </a:xfrm>
          <a:prstGeom prst="line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2774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"/>
          <p:cNvSpPr txBox="1">
            <a:spLocks noGrp="1"/>
          </p:cNvSpPr>
          <p:nvPr>
            <p:ph type="ftr" idx="11"/>
          </p:nvPr>
        </p:nvSpPr>
        <p:spPr>
          <a:xfrm>
            <a:off x="7498085" y="6527945"/>
            <a:ext cx="3860800" cy="20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© Bill &amp; Melinda Gates Foundation      |</a:t>
            </a:r>
            <a:endParaRPr/>
          </a:p>
        </p:txBody>
      </p:sp>
      <p:sp>
        <p:nvSpPr>
          <p:cNvPr id="420" name="Google Shape;420;p2"/>
          <p:cNvSpPr txBox="1">
            <a:spLocks noGrp="1"/>
          </p:cNvSpPr>
          <p:nvPr>
            <p:ph type="sldNum" idx="12"/>
          </p:nvPr>
        </p:nvSpPr>
        <p:spPr>
          <a:xfrm>
            <a:off x="11359635" y="6527357"/>
            <a:ext cx="253444" cy="20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2"/>
          <p:cNvSpPr txBox="1">
            <a:spLocks noGrp="1"/>
          </p:cNvSpPr>
          <p:nvPr>
            <p:ph type="title"/>
          </p:nvPr>
        </p:nvSpPr>
        <p:spPr>
          <a:xfrm>
            <a:off x="486833" y="646177"/>
            <a:ext cx="11106151" cy="697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2233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Arial"/>
              <a:buNone/>
            </a:pPr>
            <a:r>
              <a:rPr lang="en-US" dirty="0"/>
              <a:t>AGENDA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F8D60DC-874E-5041-8CC0-2D28D5B59A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2008458"/>
              </p:ext>
            </p:extLst>
          </p:nvPr>
        </p:nvGraphicFramePr>
        <p:xfrm>
          <a:off x="486833" y="1718734"/>
          <a:ext cx="4755600" cy="1188720"/>
        </p:xfrm>
        <a:graphic>
          <a:graphicData uri="http://schemas.openxmlformats.org/drawingml/2006/table">
            <a:tbl>
              <a:tblPr firstRow="1" bandRow="1">
                <a:tableStyleId>{93710A6C-2729-415F-A585-4DD8E0274B16}</a:tableStyleId>
              </a:tblPr>
              <a:tblGrid>
                <a:gridCol w="4755600">
                  <a:extLst>
                    <a:ext uri="{9D8B030D-6E8A-4147-A177-3AD203B41FA5}">
                      <a16:colId xmlns:a16="http://schemas.microsoft.com/office/drawing/2014/main" val="3901265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2000" b="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Climate Strategy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8851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Key Learnings 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2351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rgbClr val="59452A"/>
                          </a:solidFill>
                        </a:rPr>
                        <a:t>Pathways for Success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303816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2F66CB5B-A136-8B48-93EA-29A949DF5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7514" y="1718146"/>
            <a:ext cx="6414486" cy="3608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373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"/>
          <p:cNvSpPr txBox="1">
            <a:spLocks noGrp="1"/>
          </p:cNvSpPr>
          <p:nvPr>
            <p:ph type="ftr" idx="11"/>
          </p:nvPr>
        </p:nvSpPr>
        <p:spPr>
          <a:xfrm>
            <a:off x="7498085" y="6527945"/>
            <a:ext cx="3860800" cy="20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© Bill &amp; Melinda Gates Foundation      |</a:t>
            </a:r>
            <a:endParaRPr/>
          </a:p>
        </p:txBody>
      </p:sp>
      <p:sp>
        <p:nvSpPr>
          <p:cNvPr id="420" name="Google Shape;420;p2"/>
          <p:cNvSpPr txBox="1">
            <a:spLocks noGrp="1"/>
          </p:cNvSpPr>
          <p:nvPr>
            <p:ph type="sldNum" idx="12"/>
          </p:nvPr>
        </p:nvSpPr>
        <p:spPr>
          <a:xfrm>
            <a:off x="11359635" y="6527357"/>
            <a:ext cx="253444" cy="20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421;p2">
            <a:extLst>
              <a:ext uri="{FF2B5EF4-FFF2-40B4-BE49-F238E27FC236}">
                <a16:creationId xmlns:a16="http://schemas.microsoft.com/office/drawing/2014/main" id="{CA714240-BB5F-264A-A9FC-26C6DEE15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6833" y="364051"/>
            <a:ext cx="11126246" cy="817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2233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Arial"/>
              <a:buNone/>
            </a:pPr>
            <a:r>
              <a:rPr lang="en-US" sz="2400" dirty="0"/>
              <a:t>Four pathways provide opportunity for success for CSA in India</a:t>
            </a:r>
            <a:endParaRPr sz="2400" dirty="0"/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A3869DBD-FE0C-8545-8B8D-D5CD82DB23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6886778"/>
              </p:ext>
            </p:extLst>
          </p:nvPr>
        </p:nvGraphicFramePr>
        <p:xfrm>
          <a:off x="347732" y="1627774"/>
          <a:ext cx="2382589" cy="3967480"/>
        </p:xfrm>
        <a:graphic>
          <a:graphicData uri="http://schemas.openxmlformats.org/drawingml/2006/table">
            <a:tbl>
              <a:tblPr firstRow="1" bandRow="1">
                <a:tableStyleId>{93710A6C-2729-415F-A585-4DD8E0274B16}</a:tableStyleId>
              </a:tblPr>
              <a:tblGrid>
                <a:gridCol w="2382589">
                  <a:extLst>
                    <a:ext uri="{9D8B030D-6E8A-4147-A177-3AD203B41FA5}">
                      <a16:colId xmlns:a16="http://schemas.microsoft.com/office/drawing/2014/main" val="39207740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GB" sz="1600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0470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GB" sz="1600" b="1" dirty="0">
                          <a:solidFill>
                            <a:schemeClr val="accent6"/>
                          </a:solidFill>
                        </a:rPr>
                        <a:t>Promoting emerging innovations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228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 b="1" dirty="0">
                          <a:solidFill>
                            <a:schemeClr val="accent6"/>
                          </a:solidFill>
                        </a:rPr>
                        <a:t>Pipeline development: </a:t>
                      </a:r>
                      <a:r>
                        <a:rPr lang="en-GB" sz="1200" dirty="0">
                          <a:solidFill>
                            <a:schemeClr val="accent6"/>
                          </a:solidFill>
                        </a:rPr>
                        <a:t>Field new technologies based on technological maturity, technical feasibility and financial viability parameters</a:t>
                      </a:r>
                      <a:endParaRPr lang="en-GB" sz="1200" b="1" dirty="0">
                        <a:solidFill>
                          <a:schemeClr val="accent6"/>
                        </a:solidFill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GB" sz="1200" b="1" dirty="0">
                        <a:solidFill>
                          <a:schemeClr val="accent6"/>
                        </a:solidFill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 b="1" dirty="0">
                          <a:solidFill>
                            <a:schemeClr val="accent6"/>
                          </a:solidFill>
                        </a:rPr>
                        <a:t>Product support: </a:t>
                      </a:r>
                      <a:r>
                        <a:rPr lang="en-GB" sz="1200" dirty="0">
                          <a:solidFill>
                            <a:schemeClr val="accent6"/>
                          </a:solidFill>
                        </a:rPr>
                        <a:t>Provide field testing sites, experimentation and product iteration support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GB" sz="1200" b="1" dirty="0">
                        <a:solidFill>
                          <a:schemeClr val="accent6"/>
                        </a:solidFill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 b="1" dirty="0">
                          <a:solidFill>
                            <a:schemeClr val="accent6"/>
                          </a:solidFill>
                        </a:rPr>
                        <a:t>Enabling businesses to start early and start small: </a:t>
                      </a:r>
                      <a:r>
                        <a:rPr lang="en-GB" sz="1200" dirty="0">
                          <a:solidFill>
                            <a:schemeClr val="accent6"/>
                          </a:solidFill>
                        </a:rPr>
                        <a:t>Provide support to test new business and operating models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5730446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949A4758-E599-EF40-A450-1EF1507938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1015491"/>
              </p:ext>
            </p:extLst>
          </p:nvPr>
        </p:nvGraphicFramePr>
        <p:xfrm>
          <a:off x="2938524" y="1627774"/>
          <a:ext cx="3037272" cy="4516120"/>
        </p:xfrm>
        <a:graphic>
          <a:graphicData uri="http://schemas.openxmlformats.org/drawingml/2006/table">
            <a:tbl>
              <a:tblPr firstRow="1" bandRow="1">
                <a:tableStyleId>{93710A6C-2729-415F-A585-4DD8E0274B16}</a:tableStyleId>
              </a:tblPr>
              <a:tblGrid>
                <a:gridCol w="3037272">
                  <a:extLst>
                    <a:ext uri="{9D8B030D-6E8A-4147-A177-3AD203B41FA5}">
                      <a16:colId xmlns:a16="http://schemas.microsoft.com/office/drawing/2014/main" val="39207740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GB" sz="1600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0470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GB" sz="1600" b="1" dirty="0">
                          <a:solidFill>
                            <a:schemeClr val="accent6"/>
                          </a:solidFill>
                        </a:rPr>
                        <a:t>Positioning tested innovations for success</a:t>
                      </a:r>
                      <a:endParaRPr lang="en-GB" sz="1200" b="1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228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 b="1" dirty="0">
                          <a:solidFill>
                            <a:schemeClr val="accent6"/>
                          </a:solidFill>
                        </a:rPr>
                        <a:t>Regulation: </a:t>
                      </a:r>
                      <a:r>
                        <a:rPr lang="en-GB" sz="1200" dirty="0">
                          <a:solidFill>
                            <a:schemeClr val="accent6"/>
                          </a:solidFill>
                        </a:rPr>
                        <a:t>Develop quality and safety controls (through accreditations, customer safety redressal platforms) to regulate technologies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GB" sz="1200" b="1" dirty="0">
                        <a:solidFill>
                          <a:schemeClr val="accent6"/>
                        </a:solidFill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 b="1" dirty="0">
                          <a:solidFill>
                            <a:schemeClr val="accent6"/>
                          </a:solidFill>
                        </a:rPr>
                        <a:t>Capital and financial leverage: </a:t>
                      </a:r>
                      <a:r>
                        <a:rPr lang="en-GB" sz="1200" b="0" dirty="0">
                          <a:solidFill>
                            <a:schemeClr val="accent6"/>
                          </a:solidFill>
                        </a:rPr>
                        <a:t>Build capital and financial leverage through partnerships with private sector, DFIs, etc.</a:t>
                      </a:r>
                      <a:endParaRPr lang="en-GB" sz="1200" b="1" dirty="0">
                        <a:solidFill>
                          <a:schemeClr val="accent6"/>
                        </a:solidFill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GB" sz="1200" b="1" dirty="0">
                        <a:solidFill>
                          <a:schemeClr val="accent6"/>
                        </a:solidFill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 b="1" dirty="0">
                          <a:solidFill>
                            <a:schemeClr val="accent6"/>
                          </a:solidFill>
                        </a:rPr>
                        <a:t>Financial de-risking: </a:t>
                      </a:r>
                      <a:r>
                        <a:rPr lang="en-GB" sz="1200" dirty="0">
                          <a:solidFill>
                            <a:schemeClr val="accent6"/>
                          </a:solidFill>
                        </a:rPr>
                        <a:t>Partner with financing institutions to promote affordable financing and payment options for products and services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GB" sz="1200" b="1" dirty="0">
                        <a:solidFill>
                          <a:schemeClr val="accent6"/>
                        </a:solidFill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 b="1" dirty="0">
                          <a:solidFill>
                            <a:schemeClr val="accent6"/>
                          </a:solidFill>
                        </a:rPr>
                        <a:t>Set up distribution channels: </a:t>
                      </a:r>
                      <a:r>
                        <a:rPr lang="en-GB" sz="1200" dirty="0">
                          <a:solidFill>
                            <a:schemeClr val="accent6"/>
                          </a:solidFill>
                        </a:rPr>
                        <a:t>Collaborate with community institutions etc. for rapid last-mile distribution and delivery of products and services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5730446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114C72DC-4BF5-4A42-95C1-EF3CA2C5B1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338698"/>
              </p:ext>
            </p:extLst>
          </p:nvPr>
        </p:nvGraphicFramePr>
        <p:xfrm>
          <a:off x="6153950" y="1624868"/>
          <a:ext cx="2642319" cy="4333240"/>
        </p:xfrm>
        <a:graphic>
          <a:graphicData uri="http://schemas.openxmlformats.org/drawingml/2006/table">
            <a:tbl>
              <a:tblPr firstRow="1" bandRow="1">
                <a:tableStyleId>{93710A6C-2729-415F-A585-4DD8E0274B16}</a:tableStyleId>
              </a:tblPr>
              <a:tblGrid>
                <a:gridCol w="2642319">
                  <a:extLst>
                    <a:ext uri="{9D8B030D-6E8A-4147-A177-3AD203B41FA5}">
                      <a16:colId xmlns:a16="http://schemas.microsoft.com/office/drawing/2014/main" val="39207740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GB" sz="1600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0470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GB" sz="1600" b="1" dirty="0">
                          <a:solidFill>
                            <a:schemeClr val="accent6"/>
                          </a:solidFill>
                        </a:rPr>
                        <a:t>Leveraging community institutions for scale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228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 b="1" dirty="0">
                          <a:solidFill>
                            <a:schemeClr val="accent6"/>
                          </a:solidFill>
                        </a:rPr>
                        <a:t>Deep testing: </a:t>
                      </a:r>
                      <a:r>
                        <a:rPr lang="en-GB" sz="1200" b="0" dirty="0">
                          <a:solidFill>
                            <a:schemeClr val="accent6"/>
                          </a:solidFill>
                        </a:rPr>
                        <a:t>Use FPOs, dairy cooperatives, etc. as m</a:t>
                      </a:r>
                      <a:r>
                        <a:rPr lang="en-GB" sz="1200" dirty="0">
                          <a:solidFill>
                            <a:schemeClr val="accent6"/>
                          </a:solidFill>
                        </a:rPr>
                        <a:t>icrosites for testing products and services in specific commodities/ geographies</a:t>
                      </a:r>
                      <a:endParaRPr lang="en-GB" sz="1200" b="1" dirty="0">
                        <a:solidFill>
                          <a:schemeClr val="accent6"/>
                        </a:solidFill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GB" sz="1200" b="1" dirty="0">
                        <a:solidFill>
                          <a:schemeClr val="accent6"/>
                        </a:solidFill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 b="1" dirty="0">
                          <a:solidFill>
                            <a:schemeClr val="accent6"/>
                          </a:solidFill>
                        </a:rPr>
                        <a:t>Innovate new distribution models: </a:t>
                      </a:r>
                      <a:r>
                        <a:rPr lang="en-GB" sz="1200" b="0" dirty="0">
                          <a:solidFill>
                            <a:schemeClr val="accent6"/>
                          </a:solidFill>
                        </a:rPr>
                        <a:t>Test new models of product and service distribution e.g. c</a:t>
                      </a:r>
                      <a:r>
                        <a:rPr lang="en-GB" sz="1200" dirty="0">
                          <a:solidFill>
                            <a:schemeClr val="accent6"/>
                          </a:solidFill>
                        </a:rPr>
                        <a:t>ustom hiring, bundling with </a:t>
                      </a:r>
                      <a:r>
                        <a:rPr lang="en-GB" sz="1200" dirty="0" err="1">
                          <a:solidFill>
                            <a:schemeClr val="accent6"/>
                          </a:solidFill>
                        </a:rPr>
                        <a:t>agri</a:t>
                      </a:r>
                      <a:r>
                        <a:rPr lang="en-GB" sz="1200" dirty="0">
                          <a:solidFill>
                            <a:schemeClr val="accent6"/>
                          </a:solidFill>
                        </a:rPr>
                        <a:t>-inputs, Farming as a Service, etc.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GB" sz="1200" b="1" dirty="0">
                        <a:solidFill>
                          <a:schemeClr val="accent6"/>
                        </a:solidFill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 b="1" dirty="0">
                          <a:solidFill>
                            <a:schemeClr val="accent6"/>
                          </a:solidFill>
                        </a:rPr>
                        <a:t>Diffuse innovations organically: </a:t>
                      </a:r>
                      <a:r>
                        <a:rPr lang="en-GB" sz="1200" b="0" dirty="0">
                          <a:solidFill>
                            <a:schemeClr val="accent6"/>
                          </a:solidFill>
                        </a:rPr>
                        <a:t>Leverage progressive farmers in communities as champions of climate smart solutions.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5730446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61298B0F-C735-F74C-B138-62D34F9092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6832783"/>
              </p:ext>
            </p:extLst>
          </p:nvPr>
        </p:nvGraphicFramePr>
        <p:xfrm>
          <a:off x="9038816" y="1624868"/>
          <a:ext cx="2758232" cy="4699000"/>
        </p:xfrm>
        <a:graphic>
          <a:graphicData uri="http://schemas.openxmlformats.org/drawingml/2006/table">
            <a:tbl>
              <a:tblPr firstRow="1" bandRow="1">
                <a:tableStyleId>{93710A6C-2729-415F-A585-4DD8E0274B16}</a:tableStyleId>
              </a:tblPr>
              <a:tblGrid>
                <a:gridCol w="2758232">
                  <a:extLst>
                    <a:ext uri="{9D8B030D-6E8A-4147-A177-3AD203B41FA5}">
                      <a16:colId xmlns:a16="http://schemas.microsoft.com/office/drawing/2014/main" val="39207740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GB" sz="1600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0470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GB" sz="1600" b="1" dirty="0">
                          <a:solidFill>
                            <a:schemeClr val="accent6"/>
                          </a:solidFill>
                        </a:rPr>
                        <a:t>Digital extension services for resilience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228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 b="1" dirty="0">
                          <a:solidFill>
                            <a:schemeClr val="accent6"/>
                          </a:solidFill>
                        </a:rPr>
                        <a:t>Leveraging existing extension infrastructure: </a:t>
                      </a:r>
                      <a:r>
                        <a:rPr lang="en-GB" sz="1200" b="0" dirty="0">
                          <a:solidFill>
                            <a:schemeClr val="accent6"/>
                          </a:solidFill>
                        </a:rPr>
                        <a:t>Tap into the network on agricultural extension service providers and institutions, both public and private, e.g. Krishi Vigyan </a:t>
                      </a:r>
                      <a:r>
                        <a:rPr lang="en-GB" sz="1200" b="0" dirty="0" err="1">
                          <a:solidFill>
                            <a:schemeClr val="accent6"/>
                          </a:solidFill>
                        </a:rPr>
                        <a:t>Kendras</a:t>
                      </a:r>
                      <a:r>
                        <a:rPr lang="en-GB" sz="1200" b="0" dirty="0">
                          <a:solidFill>
                            <a:schemeClr val="accent6"/>
                          </a:solidFill>
                        </a:rPr>
                        <a:t>, ATMAs, agricultural entrepreneurs, etc. </a:t>
                      </a:r>
                      <a:endParaRPr lang="en-GB" sz="1200" b="1" dirty="0">
                        <a:solidFill>
                          <a:schemeClr val="accent6"/>
                        </a:solidFill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GB" sz="1200" b="1" dirty="0">
                        <a:solidFill>
                          <a:schemeClr val="accent6"/>
                        </a:solidFill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 b="1" dirty="0">
                          <a:solidFill>
                            <a:schemeClr val="accent6"/>
                          </a:solidFill>
                        </a:rPr>
                        <a:t>Maturing to precision agriculture: </a:t>
                      </a:r>
                      <a:r>
                        <a:rPr lang="en-GB" sz="1200" b="0" dirty="0">
                          <a:solidFill>
                            <a:schemeClr val="accent6"/>
                          </a:solidFill>
                        </a:rPr>
                        <a:t>Develop integrated products and services providing SSPs microclimate-based advisory and inputs.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GB" sz="1200" b="0" dirty="0">
                        <a:solidFill>
                          <a:schemeClr val="accent6"/>
                        </a:solidFill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 b="1" dirty="0">
                          <a:solidFill>
                            <a:schemeClr val="accent6"/>
                          </a:solidFill>
                        </a:rPr>
                        <a:t>Data as an enabler: </a:t>
                      </a:r>
                      <a:r>
                        <a:rPr lang="en-GB" sz="1200" b="0" dirty="0">
                          <a:solidFill>
                            <a:schemeClr val="accent6"/>
                          </a:solidFill>
                        </a:rPr>
                        <a:t>Using data on climate, agricultural practices, crop production etc. for financial products e.g. insurance, carbon finance, etc. and value added services e.g. market alerts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5730446"/>
                  </a:ext>
                </a:extLst>
              </a:tr>
            </a:tbl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id="{099C6068-332B-F74D-A72D-7E52D13A1DB6}"/>
              </a:ext>
            </a:extLst>
          </p:cNvPr>
          <p:cNvSpPr>
            <a:spLocks noChangeAspect="1"/>
          </p:cNvSpPr>
          <p:nvPr/>
        </p:nvSpPr>
        <p:spPr>
          <a:xfrm>
            <a:off x="1365099" y="1509263"/>
            <a:ext cx="360000" cy="36000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/>
              <a:t>1</a:t>
            </a:r>
            <a:endParaRPr lang="en-GB" sz="1200" b="1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164BE85-A2DD-654E-BA38-FAC689321AB1}"/>
              </a:ext>
            </a:extLst>
          </p:cNvPr>
          <p:cNvSpPr>
            <a:spLocks noChangeAspect="1"/>
          </p:cNvSpPr>
          <p:nvPr/>
        </p:nvSpPr>
        <p:spPr>
          <a:xfrm>
            <a:off x="4239926" y="1509263"/>
            <a:ext cx="360000" cy="36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/>
              <a:t>2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7935B07-60A6-F14C-8660-2B10ECB59EDA}"/>
              </a:ext>
            </a:extLst>
          </p:cNvPr>
          <p:cNvSpPr>
            <a:spLocks noChangeAspect="1"/>
          </p:cNvSpPr>
          <p:nvPr/>
        </p:nvSpPr>
        <p:spPr>
          <a:xfrm>
            <a:off x="7266569" y="1509263"/>
            <a:ext cx="360000" cy="360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/>
              <a:t>3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41EBFF1-1D70-594E-9A02-D1293AE4E416}"/>
              </a:ext>
            </a:extLst>
          </p:cNvPr>
          <p:cNvSpPr>
            <a:spLocks noChangeAspect="1"/>
          </p:cNvSpPr>
          <p:nvPr/>
        </p:nvSpPr>
        <p:spPr>
          <a:xfrm>
            <a:off x="10151543" y="1511394"/>
            <a:ext cx="360000" cy="360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26588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40BB0D4-D90F-4C88-B499-BC066D67193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46" b="4856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A5F9050-9A38-264B-8C38-B9FF61F72FC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835" y="452978"/>
            <a:ext cx="4841523" cy="96062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DC59C39-3689-4FB5-8CAD-35EBDD1EEAB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© 2021 Bill &amp; Melinda Gates Foundation      |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608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3_Foundation Master Slides">
  <a:themeElements>
    <a:clrScheme name="Foundation PPT Color Palette - Jan 2014">
      <a:dk1>
        <a:srgbClr val="59452A"/>
      </a:dk1>
      <a:lt1>
        <a:srgbClr val="FFFFFF"/>
      </a:lt1>
      <a:dk2>
        <a:srgbClr val="D5CB99"/>
      </a:dk2>
      <a:lt2>
        <a:srgbClr val="B6985E"/>
      </a:lt2>
      <a:accent1>
        <a:srgbClr val="977C00"/>
      </a:accent1>
      <a:accent2>
        <a:srgbClr val="CE6B29"/>
      </a:accent2>
      <a:accent3>
        <a:srgbClr val="8CB7C7"/>
      </a:accent3>
      <a:accent4>
        <a:srgbClr val="9B242D"/>
      </a:accent4>
      <a:accent5>
        <a:srgbClr val="AAA092"/>
      </a:accent5>
      <a:accent6>
        <a:srgbClr val="000000"/>
      </a:accent6>
      <a:hlink>
        <a:srgbClr val="3086AB"/>
      </a:hlink>
      <a:folHlink>
        <a:srgbClr val="3086A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CustomMKOP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KProdID">
    <vt:lpwstr>ZMOutlook</vt:lpwstr>
  </property>
  <property fmtid="{D5CDD505-2E9C-101B-9397-08002B2CF9AE}" pid="3" name="SizeBefore">
    <vt:lpwstr>26422038</vt:lpwstr>
  </property>
  <property fmtid="{D5CDD505-2E9C-101B-9397-08002B2CF9AE}" pid="4" name="OptimizationTime">
    <vt:lpwstr>20230214_1933</vt:lpwstr>
  </property>
</Properties>
</file>

<file path=docProps/app.xml><?xml version="1.0" encoding="utf-8"?>
<Properties xmlns="http://schemas.openxmlformats.org/officeDocument/2006/extended-properties" xmlns:vt="http://schemas.openxmlformats.org/officeDocument/2006/docPropsVTypes">
  <TotalTime>2851</TotalTime>
  <Words>1010</Words>
  <Application>Microsoft Office PowerPoint</Application>
  <PresentationFormat>Widescreen</PresentationFormat>
  <Paragraphs>144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</vt:lpstr>
      <vt:lpstr>Arial</vt:lpstr>
      <vt:lpstr>Noto Sans Symbols</vt:lpstr>
      <vt:lpstr>3_Foundation Master Slides</vt:lpstr>
      <vt:lpstr>Adoption of Climate Smart Agriculture by smallholder farmers in India</vt:lpstr>
      <vt:lpstr>AGENDA</vt:lpstr>
      <vt:lpstr>Climate Strategy should address three key levers: institutional implementation, innovation, and inclusive markets</vt:lpstr>
      <vt:lpstr>AGENDA</vt:lpstr>
      <vt:lpstr>A systems lens can prove useful in tackling the challenges in the way of mainstreaming climate adaptation in agriculture by smallholders in India</vt:lpstr>
      <vt:lpstr>AGENDA</vt:lpstr>
      <vt:lpstr>Four pathways provide opportunity for success for CSA in India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2023 OPERATIONAL PLAN</dc:title>
  <dc:creator>Michelle Quibell</dc:creator>
  <cp:lastModifiedBy>Srivalli Krishnan</cp:lastModifiedBy>
  <cp:revision>64</cp:revision>
  <dcterms:created xsi:type="dcterms:W3CDTF">2019-05-23T20:41:37Z</dcterms:created>
  <dcterms:modified xsi:type="dcterms:W3CDTF">2023-02-10T15:05:23Z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0x010100F7CB3E7D8EDC6E4EB741B5C61F07F5A400F79862B1D564E144BD1733858DF1F9A2</vt:lpwstr>
  </property>
  <property fmtid="{D5CDD505-2E9C-101B-9397-08002B2CF9AE}" pid="3" name="TaxKeyword">
    <vt:lpwstr/>
  </property>
  <property fmtid="{D5CDD505-2E9C-101B-9397-08002B2CF9AE}" pid="4" name="Topic">
    <vt:lpwstr/>
  </property>
  <property fmtid="{D5CDD505-2E9C-101B-9397-08002B2CF9AE}" pid="5" name="Geography">
    <vt:lpwstr/>
  </property>
  <property fmtid="{D5CDD505-2E9C-101B-9397-08002B2CF9AE}" pid="6" name="Year0">
    <vt:lpwstr/>
  </property>
  <property fmtid="{D5CDD505-2E9C-101B-9397-08002B2CF9AE}" pid="7" name="Commodity">
    <vt:lpwstr/>
  </property>
  <property fmtid="{D5CDD505-2E9C-101B-9397-08002B2CF9AE}" pid="8" name="Portfolio0">
    <vt:lpwstr/>
  </property>
  <property fmtid="{D5CDD505-2E9C-101B-9397-08002B2CF9AE}" pid="9" name="Initiative">
    <vt:lpwstr/>
  </property>
  <property fmtid="{D5CDD505-2E9C-101B-9397-08002B2CF9AE}" pid="10" name="Value Chain">
    <vt:lpwstr/>
  </property>
  <property fmtid="{D5CDD505-2E9C-101B-9397-08002B2CF9AE}" pid="11" name="k80d9a7020c8422ba3d885defba2979c">
    <vt:lpwstr/>
  </property>
  <property fmtid="{D5CDD505-2E9C-101B-9397-08002B2CF9AE}" pid="12" name="Year">
    <vt:lpwstr/>
  </property>
  <property fmtid="{D5CDD505-2E9C-101B-9397-08002B2CF9AE}" pid="13" name="Material Type">
    <vt:lpwstr/>
  </property>
</Properties>
</file>