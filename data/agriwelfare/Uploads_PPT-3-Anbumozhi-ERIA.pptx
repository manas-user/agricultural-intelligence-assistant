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8" r:id="rId2"/>
    <p:sldId id="1083" r:id="rId3"/>
    <p:sldId id="988" r:id="rId4"/>
    <p:sldId id="1066" r:id="rId5"/>
    <p:sldId id="274" r:id="rId6"/>
    <p:sldId id="296" r:id="rId7"/>
    <p:sldId id="1086" r:id="rId8"/>
    <p:sldId id="1085" r:id="rId9"/>
    <p:sldId id="1084" r:id="rId10"/>
    <p:sldId id="1460" r:id="rId11"/>
    <p:sldId id="288" r:id="rId12"/>
  </p:sldIdLst>
  <p:sldSz cx="9144000" cy="6858000" type="screen4x3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FA603-B87C-475F-B732-C16CBA0E6B69}" v="25" dt="2023-02-04T16:05:31.6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9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 Anbumozhi" userId="38d8ee2b-927e-4f7f-88ce-4f59cdcfa47f" providerId="ADAL" clId="{8D2FA603-B87C-475F-B732-C16CBA0E6B69}"/>
    <pc:docChg chg="custSel addSld delSld modSld sldOrd">
      <pc:chgData name="V Anbumozhi" userId="38d8ee2b-927e-4f7f-88ce-4f59cdcfa47f" providerId="ADAL" clId="{8D2FA603-B87C-475F-B732-C16CBA0E6B69}" dt="2023-02-04T16:39:45.881" v="803" actId="113"/>
      <pc:docMkLst>
        <pc:docMk/>
      </pc:docMkLst>
      <pc:sldChg chg="addSp delSp modSp mod">
        <pc:chgData name="V Anbumozhi" userId="38d8ee2b-927e-4f7f-88ce-4f59cdcfa47f" providerId="ADAL" clId="{8D2FA603-B87C-475F-B732-C16CBA0E6B69}" dt="2023-02-04T16:39:45.881" v="803" actId="113"/>
        <pc:sldMkLst>
          <pc:docMk/>
          <pc:sldMk cId="2894158617" sldId="258"/>
        </pc:sldMkLst>
        <pc:spChg chg="del mod">
          <ac:chgData name="V Anbumozhi" userId="38d8ee2b-927e-4f7f-88ce-4f59cdcfa47f" providerId="ADAL" clId="{8D2FA603-B87C-475F-B732-C16CBA0E6B69}" dt="2023-02-04T16:37:42.859" v="744"/>
          <ac:spMkLst>
            <pc:docMk/>
            <pc:sldMk cId="2894158617" sldId="258"/>
            <ac:spMk id="3" creationId="{00000000-0000-0000-0000-000000000000}"/>
          </ac:spMkLst>
        </pc:spChg>
        <pc:spChg chg="add mod">
          <ac:chgData name="V Anbumozhi" userId="38d8ee2b-927e-4f7f-88ce-4f59cdcfa47f" providerId="ADAL" clId="{8D2FA603-B87C-475F-B732-C16CBA0E6B69}" dt="2023-02-04T16:39:45.881" v="803" actId="113"/>
          <ac:spMkLst>
            <pc:docMk/>
            <pc:sldMk cId="2894158617" sldId="258"/>
            <ac:spMk id="4" creationId="{AED938C4-C91A-A8B8-2A71-3E7A0710FD12}"/>
          </ac:spMkLst>
        </pc:spChg>
        <pc:spChg chg="add mod">
          <ac:chgData name="V Anbumozhi" userId="38d8ee2b-927e-4f7f-88ce-4f59cdcfa47f" providerId="ADAL" clId="{8D2FA603-B87C-475F-B732-C16CBA0E6B69}" dt="2023-02-04T16:39:21.909" v="798" actId="1076"/>
          <ac:spMkLst>
            <pc:docMk/>
            <pc:sldMk cId="2894158617" sldId="258"/>
            <ac:spMk id="6" creationId="{B2F5CF77-C6C4-B424-6D4E-22A090D496B7}"/>
          </ac:spMkLst>
        </pc:spChg>
        <pc:spChg chg="mod">
          <ac:chgData name="V Anbumozhi" userId="38d8ee2b-927e-4f7f-88ce-4f59cdcfa47f" providerId="ADAL" clId="{8D2FA603-B87C-475F-B732-C16CBA0E6B69}" dt="2023-02-04T15:05:44.149" v="4" actId="403"/>
          <ac:spMkLst>
            <pc:docMk/>
            <pc:sldMk cId="2894158617" sldId="258"/>
            <ac:spMk id="722946" creationId="{00000000-0000-0000-0000-000000000000}"/>
          </ac:spMkLst>
        </pc:spChg>
      </pc:sldChg>
      <pc:sldChg chg="delSp add del setBg delDesignElem">
        <pc:chgData name="V Anbumozhi" userId="38d8ee2b-927e-4f7f-88ce-4f59cdcfa47f" providerId="ADAL" clId="{8D2FA603-B87C-475F-B732-C16CBA0E6B69}" dt="2023-02-04T16:04:21.789" v="561" actId="47"/>
        <pc:sldMkLst>
          <pc:docMk/>
          <pc:sldMk cId="2297383192" sldId="260"/>
        </pc:sldMkLst>
        <pc:spChg chg="del">
          <ac:chgData name="V Anbumozhi" userId="38d8ee2b-927e-4f7f-88ce-4f59cdcfa47f" providerId="ADAL" clId="{8D2FA603-B87C-475F-B732-C16CBA0E6B69}" dt="2023-02-04T15:09:52.606" v="14"/>
          <ac:spMkLst>
            <pc:docMk/>
            <pc:sldMk cId="2297383192" sldId="260"/>
            <ac:spMk id="12" creationId="{2B566528-1B12-4246-9431-5C2D7D081168}"/>
          </ac:spMkLst>
        </pc:spChg>
        <pc:grpChg chg="del">
          <ac:chgData name="V Anbumozhi" userId="38d8ee2b-927e-4f7f-88ce-4f59cdcfa47f" providerId="ADAL" clId="{8D2FA603-B87C-475F-B732-C16CBA0E6B69}" dt="2023-02-04T15:09:52.606" v="14"/>
          <ac:grpSpMkLst>
            <pc:docMk/>
            <pc:sldMk cId="2297383192" sldId="260"/>
            <ac:grpSpMk id="14" creationId="{4724F874-E407-41A5-918C-1CF5DF5269E1}"/>
          </ac:grpSpMkLst>
        </pc:grpChg>
        <pc:grpChg chg="del">
          <ac:chgData name="V Anbumozhi" userId="38d8ee2b-927e-4f7f-88ce-4f59cdcfa47f" providerId="ADAL" clId="{8D2FA603-B87C-475F-B732-C16CBA0E6B69}" dt="2023-02-04T15:09:52.606" v="14"/>
          <ac:grpSpMkLst>
            <pc:docMk/>
            <pc:sldMk cId="2297383192" sldId="260"/>
            <ac:grpSpMk id="18" creationId="{DC8D6E3B-FFED-480F-941D-FE376375B8B7}"/>
          </ac:grpSpMkLst>
        </pc:grpChg>
      </pc:sldChg>
      <pc:sldChg chg="modSp mod ord">
        <pc:chgData name="V Anbumozhi" userId="38d8ee2b-927e-4f7f-88ce-4f59cdcfa47f" providerId="ADAL" clId="{8D2FA603-B87C-475F-B732-C16CBA0E6B69}" dt="2023-02-04T16:10:13.239" v="736" actId="2711"/>
        <pc:sldMkLst>
          <pc:docMk/>
          <pc:sldMk cId="3870351950" sldId="274"/>
        </pc:sldMkLst>
        <pc:spChg chg="mod">
          <ac:chgData name="V Anbumozhi" userId="38d8ee2b-927e-4f7f-88ce-4f59cdcfa47f" providerId="ADAL" clId="{8D2FA603-B87C-475F-B732-C16CBA0E6B69}" dt="2023-02-04T16:09:38.945" v="721" actId="1076"/>
          <ac:spMkLst>
            <pc:docMk/>
            <pc:sldMk cId="3870351950" sldId="274"/>
            <ac:spMk id="2" creationId="{00000000-0000-0000-0000-000000000000}"/>
          </ac:spMkLst>
        </pc:spChg>
        <pc:spChg chg="mod">
          <ac:chgData name="V Anbumozhi" userId="38d8ee2b-927e-4f7f-88ce-4f59cdcfa47f" providerId="ADAL" clId="{8D2FA603-B87C-475F-B732-C16CBA0E6B69}" dt="2023-02-04T16:10:13.239" v="736" actId="2711"/>
          <ac:spMkLst>
            <pc:docMk/>
            <pc:sldMk cId="3870351950" sldId="274"/>
            <ac:spMk id="1050626" creationId="{00000000-0000-0000-0000-000000000000}"/>
          </ac:spMkLst>
        </pc:spChg>
      </pc:sldChg>
      <pc:sldChg chg="del">
        <pc:chgData name="V Anbumozhi" userId="38d8ee2b-927e-4f7f-88ce-4f59cdcfa47f" providerId="ADAL" clId="{8D2FA603-B87C-475F-B732-C16CBA0E6B69}" dt="2023-02-04T16:04:07.525" v="560" actId="2696"/>
        <pc:sldMkLst>
          <pc:docMk/>
          <pc:sldMk cId="2207057868" sldId="288"/>
        </pc:sldMkLst>
      </pc:sldChg>
      <pc:sldChg chg="del">
        <pc:chgData name="V Anbumozhi" userId="38d8ee2b-927e-4f7f-88ce-4f59cdcfa47f" providerId="ADAL" clId="{8D2FA603-B87C-475F-B732-C16CBA0E6B69}" dt="2023-02-04T16:04:31.722" v="566" actId="47"/>
        <pc:sldMkLst>
          <pc:docMk/>
          <pc:sldMk cId="1054196243" sldId="290"/>
        </pc:sldMkLst>
      </pc:sldChg>
      <pc:sldChg chg="del">
        <pc:chgData name="V Anbumozhi" userId="38d8ee2b-927e-4f7f-88ce-4f59cdcfa47f" providerId="ADAL" clId="{8D2FA603-B87C-475F-B732-C16CBA0E6B69}" dt="2023-02-04T16:04:33" v="568" actId="47"/>
        <pc:sldMkLst>
          <pc:docMk/>
          <pc:sldMk cId="2899049834" sldId="294"/>
        </pc:sldMkLst>
      </pc:sldChg>
      <pc:sldChg chg="del">
        <pc:chgData name="V Anbumozhi" userId="38d8ee2b-927e-4f7f-88ce-4f59cdcfa47f" providerId="ADAL" clId="{8D2FA603-B87C-475F-B732-C16CBA0E6B69}" dt="2023-02-04T15:06:33.831" v="5" actId="47"/>
        <pc:sldMkLst>
          <pc:docMk/>
          <pc:sldMk cId="226378138" sldId="295"/>
        </pc:sldMkLst>
      </pc:sldChg>
      <pc:sldChg chg="del">
        <pc:chgData name="V Anbumozhi" userId="38d8ee2b-927e-4f7f-88ce-4f59cdcfa47f" providerId="ADAL" clId="{8D2FA603-B87C-475F-B732-C16CBA0E6B69}" dt="2023-02-04T15:39:09.055" v="295" actId="2696"/>
        <pc:sldMkLst>
          <pc:docMk/>
          <pc:sldMk cId="485956467" sldId="296"/>
        </pc:sldMkLst>
      </pc:sldChg>
      <pc:sldChg chg="modSp mod">
        <pc:chgData name="V Anbumozhi" userId="38d8ee2b-927e-4f7f-88ce-4f59cdcfa47f" providerId="ADAL" clId="{8D2FA603-B87C-475F-B732-C16CBA0E6B69}" dt="2023-02-04T16:09:04.261" v="714" actId="20577"/>
        <pc:sldMkLst>
          <pc:docMk/>
          <pc:sldMk cId="1044876013" sldId="296"/>
        </pc:sldMkLst>
        <pc:spChg chg="mod">
          <ac:chgData name="V Anbumozhi" userId="38d8ee2b-927e-4f7f-88ce-4f59cdcfa47f" providerId="ADAL" clId="{8D2FA603-B87C-475F-B732-C16CBA0E6B69}" dt="2023-02-04T16:08:59.655" v="709" actId="20577"/>
          <ac:spMkLst>
            <pc:docMk/>
            <pc:sldMk cId="1044876013" sldId="296"/>
            <ac:spMk id="24579" creationId="{00000000-0000-0000-0000-000000000000}"/>
          </ac:spMkLst>
        </pc:spChg>
        <pc:spChg chg="mod">
          <ac:chgData name="V Anbumozhi" userId="38d8ee2b-927e-4f7f-88ce-4f59cdcfa47f" providerId="ADAL" clId="{8D2FA603-B87C-475F-B732-C16CBA0E6B69}" dt="2023-02-04T16:09:04.261" v="714" actId="20577"/>
          <ac:spMkLst>
            <pc:docMk/>
            <pc:sldMk cId="1044876013" sldId="296"/>
            <ac:spMk id="24582" creationId="{00000000-0000-0000-0000-000000000000}"/>
          </ac:spMkLst>
        </pc:spChg>
        <pc:spChg chg="mod">
          <ac:chgData name="V Anbumozhi" userId="38d8ee2b-927e-4f7f-88ce-4f59cdcfa47f" providerId="ADAL" clId="{8D2FA603-B87C-475F-B732-C16CBA0E6B69}" dt="2023-02-04T16:08:54.511" v="706" actId="27636"/>
          <ac:spMkLst>
            <pc:docMk/>
            <pc:sldMk cId="1044876013" sldId="296"/>
            <ac:spMk id="1101828" creationId="{00000000-0000-0000-0000-000000000000}"/>
          </ac:spMkLst>
        </pc:spChg>
      </pc:sldChg>
      <pc:sldChg chg="del">
        <pc:chgData name="V Anbumozhi" userId="38d8ee2b-927e-4f7f-88ce-4f59cdcfa47f" providerId="ADAL" clId="{8D2FA603-B87C-475F-B732-C16CBA0E6B69}" dt="2023-02-04T16:04:35.368" v="571" actId="47"/>
        <pc:sldMkLst>
          <pc:docMk/>
          <pc:sldMk cId="3184940964" sldId="297"/>
        </pc:sldMkLst>
      </pc:sldChg>
      <pc:sldChg chg="del">
        <pc:chgData name="V Anbumozhi" userId="38d8ee2b-927e-4f7f-88ce-4f59cdcfa47f" providerId="ADAL" clId="{8D2FA603-B87C-475F-B732-C16CBA0E6B69}" dt="2023-02-04T16:04:34.121" v="569" actId="47"/>
        <pc:sldMkLst>
          <pc:docMk/>
          <pc:sldMk cId="3287860500" sldId="299"/>
        </pc:sldMkLst>
      </pc:sldChg>
      <pc:sldChg chg="del">
        <pc:chgData name="V Anbumozhi" userId="38d8ee2b-927e-4f7f-88ce-4f59cdcfa47f" providerId="ADAL" clId="{8D2FA603-B87C-475F-B732-C16CBA0E6B69}" dt="2023-02-04T16:04:41.436" v="577" actId="47"/>
        <pc:sldMkLst>
          <pc:docMk/>
          <pc:sldMk cId="4051988690" sldId="308"/>
        </pc:sldMkLst>
      </pc:sldChg>
      <pc:sldChg chg="del">
        <pc:chgData name="V Anbumozhi" userId="38d8ee2b-927e-4f7f-88ce-4f59cdcfa47f" providerId="ADAL" clId="{8D2FA603-B87C-475F-B732-C16CBA0E6B69}" dt="2023-02-04T16:04:30.678" v="565" actId="47"/>
        <pc:sldMkLst>
          <pc:docMk/>
          <pc:sldMk cId="4019999517" sldId="310"/>
        </pc:sldMkLst>
      </pc:sldChg>
      <pc:sldChg chg="del">
        <pc:chgData name="V Anbumozhi" userId="38d8ee2b-927e-4f7f-88ce-4f59cdcfa47f" providerId="ADAL" clId="{8D2FA603-B87C-475F-B732-C16CBA0E6B69}" dt="2023-02-04T16:04:49.316" v="583" actId="47"/>
        <pc:sldMkLst>
          <pc:docMk/>
          <pc:sldMk cId="2907986706" sldId="326"/>
        </pc:sldMkLst>
      </pc:sldChg>
      <pc:sldChg chg="del">
        <pc:chgData name="V Anbumozhi" userId="38d8ee2b-927e-4f7f-88ce-4f59cdcfa47f" providerId="ADAL" clId="{8D2FA603-B87C-475F-B732-C16CBA0E6B69}" dt="2023-02-04T16:04:38.037" v="575" actId="47"/>
        <pc:sldMkLst>
          <pc:docMk/>
          <pc:sldMk cId="1049284788" sldId="362"/>
        </pc:sldMkLst>
      </pc:sldChg>
      <pc:sldChg chg="del">
        <pc:chgData name="V Anbumozhi" userId="38d8ee2b-927e-4f7f-88ce-4f59cdcfa47f" providerId="ADAL" clId="{8D2FA603-B87C-475F-B732-C16CBA0E6B69}" dt="2023-02-04T16:04:42.389" v="578" actId="47"/>
        <pc:sldMkLst>
          <pc:docMk/>
          <pc:sldMk cId="1570097311" sldId="363"/>
        </pc:sldMkLst>
      </pc:sldChg>
      <pc:sldChg chg="del">
        <pc:chgData name="V Anbumozhi" userId="38d8ee2b-927e-4f7f-88ce-4f59cdcfa47f" providerId="ADAL" clId="{8D2FA603-B87C-475F-B732-C16CBA0E6B69}" dt="2023-02-04T16:04:36.069" v="572" actId="47"/>
        <pc:sldMkLst>
          <pc:docMk/>
          <pc:sldMk cId="3113873096" sldId="364"/>
        </pc:sldMkLst>
      </pc:sldChg>
      <pc:sldChg chg="del">
        <pc:chgData name="V Anbumozhi" userId="38d8ee2b-927e-4f7f-88ce-4f59cdcfa47f" providerId="ADAL" clId="{8D2FA603-B87C-475F-B732-C16CBA0E6B69}" dt="2023-02-04T16:04:29.145" v="564" actId="47"/>
        <pc:sldMkLst>
          <pc:docMk/>
          <pc:sldMk cId="4006153859" sldId="465"/>
        </pc:sldMkLst>
      </pc:sldChg>
      <pc:sldChg chg="del">
        <pc:chgData name="V Anbumozhi" userId="38d8ee2b-927e-4f7f-88ce-4f59cdcfa47f" providerId="ADAL" clId="{8D2FA603-B87C-475F-B732-C16CBA0E6B69}" dt="2023-02-04T16:04:24.069" v="562" actId="47"/>
        <pc:sldMkLst>
          <pc:docMk/>
          <pc:sldMk cId="1852194184" sldId="495"/>
        </pc:sldMkLst>
      </pc:sldChg>
      <pc:sldChg chg="del">
        <pc:chgData name="V Anbumozhi" userId="38d8ee2b-927e-4f7f-88ce-4f59cdcfa47f" providerId="ADAL" clId="{8D2FA603-B87C-475F-B732-C16CBA0E6B69}" dt="2023-02-04T16:04:26.948" v="563" actId="47"/>
        <pc:sldMkLst>
          <pc:docMk/>
          <pc:sldMk cId="1371233465" sldId="498"/>
        </pc:sldMkLst>
      </pc:sldChg>
      <pc:sldChg chg="del">
        <pc:chgData name="V Anbumozhi" userId="38d8ee2b-927e-4f7f-88ce-4f59cdcfa47f" providerId="ADAL" clId="{8D2FA603-B87C-475F-B732-C16CBA0E6B69}" dt="2023-02-04T16:04:32.475" v="567" actId="47"/>
        <pc:sldMkLst>
          <pc:docMk/>
          <pc:sldMk cId="3422532070" sldId="792"/>
        </pc:sldMkLst>
      </pc:sldChg>
      <pc:sldChg chg="del">
        <pc:chgData name="V Anbumozhi" userId="38d8ee2b-927e-4f7f-88ce-4f59cdcfa47f" providerId="ADAL" clId="{8D2FA603-B87C-475F-B732-C16CBA0E6B69}" dt="2023-02-04T16:04:43.048" v="579" actId="47"/>
        <pc:sldMkLst>
          <pc:docMk/>
          <pc:sldMk cId="2659350836" sldId="816"/>
        </pc:sldMkLst>
      </pc:sldChg>
      <pc:sldChg chg="del">
        <pc:chgData name="V Anbumozhi" userId="38d8ee2b-927e-4f7f-88ce-4f59cdcfa47f" providerId="ADAL" clId="{8D2FA603-B87C-475F-B732-C16CBA0E6B69}" dt="2023-02-04T16:04:44.929" v="582" actId="47"/>
        <pc:sldMkLst>
          <pc:docMk/>
          <pc:sldMk cId="0" sldId="823"/>
        </pc:sldMkLst>
      </pc:sldChg>
      <pc:sldChg chg="del">
        <pc:chgData name="V Anbumozhi" userId="38d8ee2b-927e-4f7f-88ce-4f59cdcfa47f" providerId="ADAL" clId="{8D2FA603-B87C-475F-B732-C16CBA0E6B69}" dt="2023-02-04T16:04:40.554" v="576" actId="47"/>
        <pc:sldMkLst>
          <pc:docMk/>
          <pc:sldMk cId="1384630213" sldId="825"/>
        </pc:sldMkLst>
      </pc:sldChg>
      <pc:sldChg chg="del">
        <pc:chgData name="V Anbumozhi" userId="38d8ee2b-927e-4f7f-88ce-4f59cdcfa47f" providerId="ADAL" clId="{8D2FA603-B87C-475F-B732-C16CBA0E6B69}" dt="2023-02-04T16:04:34.810" v="570" actId="47"/>
        <pc:sldMkLst>
          <pc:docMk/>
          <pc:sldMk cId="3975144307" sldId="846"/>
        </pc:sldMkLst>
      </pc:sldChg>
      <pc:sldChg chg="modSp add mod modTransition">
        <pc:chgData name="V Anbumozhi" userId="38d8ee2b-927e-4f7f-88ce-4f59cdcfa47f" providerId="ADAL" clId="{8D2FA603-B87C-475F-B732-C16CBA0E6B69}" dt="2023-02-04T15:39:30.815" v="296" actId="14100"/>
        <pc:sldMkLst>
          <pc:docMk/>
          <pc:sldMk cId="0" sldId="988"/>
        </pc:sldMkLst>
        <pc:spChg chg="mod">
          <ac:chgData name="V Anbumozhi" userId="38d8ee2b-927e-4f7f-88ce-4f59cdcfa47f" providerId="ADAL" clId="{8D2FA603-B87C-475F-B732-C16CBA0E6B69}" dt="2023-02-04T15:34:27.578" v="163" actId="1076"/>
          <ac:spMkLst>
            <pc:docMk/>
            <pc:sldMk cId="0" sldId="988"/>
            <ac:spMk id="27653" creationId="{FAC56303-97D1-BD4E-7429-31CC3ECC19A5}"/>
          </ac:spMkLst>
        </pc:spChg>
        <pc:spChg chg="mod">
          <ac:chgData name="V Anbumozhi" userId="38d8ee2b-927e-4f7f-88ce-4f59cdcfa47f" providerId="ADAL" clId="{8D2FA603-B87C-475F-B732-C16CBA0E6B69}" dt="2023-02-04T15:34:06.088" v="158" actId="1076"/>
          <ac:spMkLst>
            <pc:docMk/>
            <pc:sldMk cId="0" sldId="988"/>
            <ac:spMk id="27654" creationId="{D7ED188D-0E57-7BF8-1A06-C9A748FC1619}"/>
          </ac:spMkLst>
        </pc:spChg>
        <pc:spChg chg="mod">
          <ac:chgData name="V Anbumozhi" userId="38d8ee2b-927e-4f7f-88ce-4f59cdcfa47f" providerId="ADAL" clId="{8D2FA603-B87C-475F-B732-C16CBA0E6B69}" dt="2023-02-04T15:39:30.815" v="296" actId="14100"/>
          <ac:spMkLst>
            <pc:docMk/>
            <pc:sldMk cId="0" sldId="988"/>
            <ac:spMk id="1270787" creationId="{D7903EC0-0C51-01A5-EE30-5E88275A197C}"/>
          </ac:spMkLst>
        </pc:spChg>
      </pc:sldChg>
      <pc:sldChg chg="modSp add mod">
        <pc:chgData name="V Anbumozhi" userId="38d8ee2b-927e-4f7f-88ce-4f59cdcfa47f" providerId="ADAL" clId="{8D2FA603-B87C-475F-B732-C16CBA0E6B69}" dt="2023-02-04T16:08:40.166" v="704" actId="6549"/>
        <pc:sldMkLst>
          <pc:docMk/>
          <pc:sldMk cId="0" sldId="1066"/>
        </pc:sldMkLst>
        <pc:spChg chg="mod">
          <ac:chgData name="V Anbumozhi" userId="38d8ee2b-927e-4f7f-88ce-4f59cdcfa47f" providerId="ADAL" clId="{8D2FA603-B87C-475F-B732-C16CBA0E6B69}" dt="2023-02-04T15:38:39.870" v="292" actId="14100"/>
          <ac:spMkLst>
            <pc:docMk/>
            <pc:sldMk cId="0" sldId="1066"/>
            <ac:spMk id="34820" creationId="{955BC9C8-157F-E7E5-507D-16EC6703455C}"/>
          </ac:spMkLst>
        </pc:spChg>
        <pc:spChg chg="mod">
          <ac:chgData name="V Anbumozhi" userId="38d8ee2b-927e-4f7f-88ce-4f59cdcfa47f" providerId="ADAL" clId="{8D2FA603-B87C-475F-B732-C16CBA0E6B69}" dt="2023-02-04T16:08:40.166" v="704" actId="6549"/>
          <ac:spMkLst>
            <pc:docMk/>
            <pc:sldMk cId="0" sldId="1066"/>
            <ac:spMk id="34848" creationId="{FE9F90F4-EE34-B1F6-CBF0-D70B67C03882}"/>
          </ac:spMkLst>
        </pc:spChg>
        <pc:spChg chg="mod">
          <ac:chgData name="V Anbumozhi" userId="38d8ee2b-927e-4f7f-88ce-4f59cdcfa47f" providerId="ADAL" clId="{8D2FA603-B87C-475F-B732-C16CBA0E6B69}" dt="2023-02-04T15:41:57.901" v="366" actId="20577"/>
          <ac:spMkLst>
            <pc:docMk/>
            <pc:sldMk cId="0" sldId="1066"/>
            <ac:spMk id="34849" creationId="{35295D6A-1000-2403-04C3-E26FDEFFDAF2}"/>
          </ac:spMkLst>
        </pc:spChg>
        <pc:graphicFrameChg chg="mod modGraphic">
          <ac:chgData name="V Anbumozhi" userId="38d8ee2b-927e-4f7f-88ce-4f59cdcfa47f" providerId="ADAL" clId="{8D2FA603-B87C-475F-B732-C16CBA0E6B69}" dt="2023-02-04T15:36:36.246" v="185" actId="14100"/>
          <ac:graphicFrameMkLst>
            <pc:docMk/>
            <pc:sldMk cId="0" sldId="1066"/>
            <ac:graphicFrameMk id="1064062" creationId="{51212C66-7C2F-DD60-B53C-23BE18710BF5}"/>
          </ac:graphicFrameMkLst>
        </pc:graphicFrameChg>
        <pc:picChg chg="mod">
          <ac:chgData name="V Anbumozhi" userId="38d8ee2b-927e-4f7f-88ce-4f59cdcfa47f" providerId="ADAL" clId="{8D2FA603-B87C-475F-B732-C16CBA0E6B69}" dt="2023-02-04T15:36:00.327" v="184" actId="1076"/>
          <ac:picMkLst>
            <pc:docMk/>
            <pc:sldMk cId="0" sldId="1066"/>
            <ac:picMk id="34819" creationId="{03BEA68C-AAB1-8B77-5D9A-1E93598175F7}"/>
          </ac:picMkLst>
        </pc:picChg>
      </pc:sldChg>
      <pc:sldChg chg="del">
        <pc:chgData name="V Anbumozhi" userId="38d8ee2b-927e-4f7f-88ce-4f59cdcfa47f" providerId="ADAL" clId="{8D2FA603-B87C-475F-B732-C16CBA0E6B69}" dt="2023-02-04T16:04:37.441" v="574" actId="47"/>
        <pc:sldMkLst>
          <pc:docMk/>
          <pc:sldMk cId="1656361130" sldId="1074"/>
        </pc:sldMkLst>
      </pc:sldChg>
      <pc:sldChg chg="del">
        <pc:chgData name="V Anbumozhi" userId="38d8ee2b-927e-4f7f-88ce-4f59cdcfa47f" providerId="ADAL" clId="{8D2FA603-B87C-475F-B732-C16CBA0E6B69}" dt="2023-02-04T16:04:36.738" v="573" actId="47"/>
        <pc:sldMkLst>
          <pc:docMk/>
          <pc:sldMk cId="2052312318" sldId="1079"/>
        </pc:sldMkLst>
      </pc:sldChg>
      <pc:sldChg chg="del">
        <pc:chgData name="V Anbumozhi" userId="38d8ee2b-927e-4f7f-88ce-4f59cdcfa47f" providerId="ADAL" clId="{8D2FA603-B87C-475F-B732-C16CBA0E6B69}" dt="2023-02-04T16:04:44.365" v="581" actId="47"/>
        <pc:sldMkLst>
          <pc:docMk/>
          <pc:sldMk cId="1926189634" sldId="1080"/>
        </pc:sldMkLst>
      </pc:sldChg>
      <pc:sldChg chg="modSp del mod">
        <pc:chgData name="V Anbumozhi" userId="38d8ee2b-927e-4f7f-88ce-4f59cdcfa47f" providerId="ADAL" clId="{8D2FA603-B87C-475F-B732-C16CBA0E6B69}" dt="2023-02-04T16:04:43.711" v="580" actId="47"/>
        <pc:sldMkLst>
          <pc:docMk/>
          <pc:sldMk cId="2033675645" sldId="1081"/>
        </pc:sldMkLst>
        <pc:picChg chg="mod">
          <ac:chgData name="V Anbumozhi" userId="38d8ee2b-927e-4f7f-88ce-4f59cdcfa47f" providerId="ADAL" clId="{8D2FA603-B87C-475F-B732-C16CBA0E6B69}" dt="2023-02-04T15:07:25.011" v="10" actId="14100"/>
          <ac:picMkLst>
            <pc:docMk/>
            <pc:sldMk cId="2033675645" sldId="1081"/>
            <ac:picMk id="5" creationId="{5E0C9FEE-E32F-9A5F-A3DC-E845D863F254}"/>
          </ac:picMkLst>
        </pc:picChg>
      </pc:sldChg>
      <pc:sldChg chg="new del">
        <pc:chgData name="V Anbumozhi" userId="38d8ee2b-927e-4f7f-88ce-4f59cdcfa47f" providerId="ADAL" clId="{8D2FA603-B87C-475F-B732-C16CBA0E6B69}" dt="2023-02-04T15:32:50.839" v="140" actId="47"/>
        <pc:sldMkLst>
          <pc:docMk/>
          <pc:sldMk cId="3160011652" sldId="1082"/>
        </pc:sldMkLst>
      </pc:sldChg>
      <pc:sldChg chg="addSp delSp modSp add mod setBg delDesignElem">
        <pc:chgData name="V Anbumozhi" userId="38d8ee2b-927e-4f7f-88ce-4f59cdcfa47f" providerId="ADAL" clId="{8D2FA603-B87C-475F-B732-C16CBA0E6B69}" dt="2023-02-04T16:07:53.925" v="677" actId="20577"/>
        <pc:sldMkLst>
          <pc:docMk/>
          <pc:sldMk cId="1663024157" sldId="1083"/>
        </pc:sldMkLst>
        <pc:spChg chg="add mod">
          <ac:chgData name="V Anbumozhi" userId="38d8ee2b-927e-4f7f-88ce-4f59cdcfa47f" providerId="ADAL" clId="{8D2FA603-B87C-475F-B732-C16CBA0E6B69}" dt="2023-02-04T16:07:08.112" v="671" actId="207"/>
          <ac:spMkLst>
            <pc:docMk/>
            <pc:sldMk cId="1663024157" sldId="1083"/>
            <ac:spMk id="2" creationId="{D4CF034E-C3D6-25A4-5A50-0D4E8BB5CF36}"/>
          </ac:spMkLst>
        </pc:spChg>
        <pc:spChg chg="mod">
          <ac:chgData name="V Anbumozhi" userId="38d8ee2b-927e-4f7f-88ce-4f59cdcfa47f" providerId="ADAL" clId="{8D2FA603-B87C-475F-B732-C16CBA0E6B69}" dt="2023-02-04T15:43:13.035" v="395" actId="1076"/>
          <ac:spMkLst>
            <pc:docMk/>
            <pc:sldMk cId="1663024157" sldId="1083"/>
            <ac:spMk id="5" creationId="{807251AF-AD27-C732-F12F-4999E17A30B1}"/>
          </ac:spMkLst>
        </pc:spChg>
        <pc:spChg chg="del">
          <ac:chgData name="V Anbumozhi" userId="38d8ee2b-927e-4f7f-88ce-4f59cdcfa47f" providerId="ADAL" clId="{8D2FA603-B87C-475F-B732-C16CBA0E6B69}" dt="2023-02-04T15:09:52.606" v="14"/>
          <ac:spMkLst>
            <pc:docMk/>
            <pc:sldMk cId="1663024157" sldId="1083"/>
            <ac:spMk id="12" creationId="{2B566528-1B12-4246-9431-5C2D7D081168}"/>
          </ac:spMkLst>
        </pc:spChg>
        <pc:grpChg chg="del">
          <ac:chgData name="V Anbumozhi" userId="38d8ee2b-927e-4f7f-88ce-4f59cdcfa47f" providerId="ADAL" clId="{8D2FA603-B87C-475F-B732-C16CBA0E6B69}" dt="2023-02-04T15:09:52.606" v="14"/>
          <ac:grpSpMkLst>
            <pc:docMk/>
            <pc:sldMk cId="1663024157" sldId="1083"/>
            <ac:grpSpMk id="14" creationId="{4724F874-E407-41A5-918C-1CF5DF5269E1}"/>
          </ac:grpSpMkLst>
        </pc:grpChg>
        <pc:grpChg chg="del">
          <ac:chgData name="V Anbumozhi" userId="38d8ee2b-927e-4f7f-88ce-4f59cdcfa47f" providerId="ADAL" clId="{8D2FA603-B87C-475F-B732-C16CBA0E6B69}" dt="2023-02-04T15:09:52.606" v="14"/>
          <ac:grpSpMkLst>
            <pc:docMk/>
            <pc:sldMk cId="1663024157" sldId="1083"/>
            <ac:grpSpMk id="18" creationId="{DC8D6E3B-FFED-480F-941D-FE376375B8B7}"/>
          </ac:grpSpMkLst>
        </pc:grpChg>
        <pc:graphicFrameChg chg="mod modGraphic">
          <ac:chgData name="V Anbumozhi" userId="38d8ee2b-927e-4f7f-88ce-4f59cdcfa47f" providerId="ADAL" clId="{8D2FA603-B87C-475F-B732-C16CBA0E6B69}" dt="2023-02-04T16:07:53.925" v="677" actId="20577"/>
          <ac:graphicFrameMkLst>
            <pc:docMk/>
            <pc:sldMk cId="1663024157" sldId="1083"/>
            <ac:graphicFrameMk id="3" creationId="{9AE21C18-0475-5ECA-54AE-1B2AF4536B1D}"/>
          </ac:graphicFrameMkLst>
        </pc:graphicFrameChg>
      </pc:sldChg>
      <pc:sldChg chg="modSp mod">
        <pc:chgData name="V Anbumozhi" userId="38d8ee2b-927e-4f7f-88ce-4f59cdcfa47f" providerId="ADAL" clId="{8D2FA603-B87C-475F-B732-C16CBA0E6B69}" dt="2023-02-04T15:51:19.215" v="489" actId="20577"/>
        <pc:sldMkLst>
          <pc:docMk/>
          <pc:sldMk cId="1145063125" sldId="1084"/>
        </pc:sldMkLst>
        <pc:spChg chg="mod">
          <ac:chgData name="V Anbumozhi" userId="38d8ee2b-927e-4f7f-88ce-4f59cdcfa47f" providerId="ADAL" clId="{8D2FA603-B87C-475F-B732-C16CBA0E6B69}" dt="2023-02-04T15:40:45.276" v="325" actId="20577"/>
          <ac:spMkLst>
            <pc:docMk/>
            <pc:sldMk cId="1145063125" sldId="1084"/>
            <ac:spMk id="1089538" creationId="{00000000-0000-0000-0000-000000000000}"/>
          </ac:spMkLst>
        </pc:spChg>
        <pc:graphicFrameChg chg="modGraphic">
          <ac:chgData name="V Anbumozhi" userId="38d8ee2b-927e-4f7f-88ce-4f59cdcfa47f" providerId="ADAL" clId="{8D2FA603-B87C-475F-B732-C16CBA0E6B69}" dt="2023-02-04T15:51:19.215" v="489" actId="20577"/>
          <ac:graphicFrameMkLst>
            <pc:docMk/>
            <pc:sldMk cId="1145063125" sldId="1084"/>
            <ac:graphicFrameMk id="1089596" creationId="{00000000-0000-0000-0000-000000000000}"/>
          </ac:graphicFrameMkLst>
        </pc:graphicFrameChg>
      </pc:sldChg>
      <pc:sldChg chg="new del">
        <pc:chgData name="V Anbumozhi" userId="38d8ee2b-927e-4f7f-88ce-4f59cdcfa47f" providerId="ADAL" clId="{8D2FA603-B87C-475F-B732-C16CBA0E6B69}" dt="2023-02-04T15:38:47.883" v="294" actId="47"/>
        <pc:sldMkLst>
          <pc:docMk/>
          <pc:sldMk cId="3293927863" sldId="1084"/>
        </pc:sldMkLst>
      </pc:sldChg>
      <pc:sldChg chg="modSp mod">
        <pc:chgData name="V Anbumozhi" userId="38d8ee2b-927e-4f7f-88ce-4f59cdcfa47f" providerId="ADAL" clId="{8D2FA603-B87C-475F-B732-C16CBA0E6B69}" dt="2023-02-04T15:50:46.190" v="486" actId="14100"/>
        <pc:sldMkLst>
          <pc:docMk/>
          <pc:sldMk cId="365888677" sldId="1086"/>
        </pc:sldMkLst>
        <pc:spChg chg="mod">
          <ac:chgData name="V Anbumozhi" userId="38d8ee2b-927e-4f7f-88ce-4f59cdcfa47f" providerId="ADAL" clId="{8D2FA603-B87C-475F-B732-C16CBA0E6B69}" dt="2023-02-04T15:50:38.211" v="484" actId="404"/>
          <ac:spMkLst>
            <pc:docMk/>
            <pc:sldMk cId="365888677" sldId="1086"/>
            <ac:spMk id="2" creationId="{000EC040-7AF4-AAAB-48A5-82CD2C5184A6}"/>
          </ac:spMkLst>
        </pc:spChg>
        <pc:picChg chg="mod">
          <ac:chgData name="V Anbumozhi" userId="38d8ee2b-927e-4f7f-88ce-4f59cdcfa47f" providerId="ADAL" clId="{8D2FA603-B87C-475F-B732-C16CBA0E6B69}" dt="2023-02-04T15:50:46.190" v="486" actId="14100"/>
          <ac:picMkLst>
            <pc:docMk/>
            <pc:sldMk cId="365888677" sldId="1086"/>
            <ac:picMk id="5" creationId="{5E0C9FEE-E32F-9A5F-A3DC-E845D863F254}"/>
          </ac:picMkLst>
        </pc:picChg>
      </pc:sldChg>
      <pc:sldChg chg="new del">
        <pc:chgData name="V Anbumozhi" userId="38d8ee2b-927e-4f7f-88ce-4f59cdcfa47f" providerId="ADAL" clId="{8D2FA603-B87C-475F-B732-C16CBA0E6B69}" dt="2023-02-04T15:59:53.144" v="492" actId="47"/>
        <pc:sldMkLst>
          <pc:docMk/>
          <pc:sldMk cId="2109950689" sldId="1087"/>
        </pc:sldMkLst>
      </pc:sldChg>
      <pc:sldChg chg="addSp modSp add mod">
        <pc:chgData name="V Anbumozhi" userId="38d8ee2b-927e-4f7f-88ce-4f59cdcfa47f" providerId="ADAL" clId="{8D2FA603-B87C-475F-B732-C16CBA0E6B69}" dt="2023-02-04T16:03:54.762" v="559" actId="20577"/>
        <pc:sldMkLst>
          <pc:docMk/>
          <pc:sldMk cId="4257924963" sldId="1460"/>
        </pc:sldMkLst>
        <pc:spChg chg="mod">
          <ac:chgData name="V Anbumozhi" userId="38d8ee2b-927e-4f7f-88ce-4f59cdcfa47f" providerId="ADAL" clId="{8D2FA603-B87C-475F-B732-C16CBA0E6B69}" dt="2023-02-04T16:03:54.762" v="559" actId="20577"/>
          <ac:spMkLst>
            <pc:docMk/>
            <pc:sldMk cId="4257924963" sldId="1460"/>
            <ac:spMk id="2" creationId="{A9F04D5C-687E-BE40-B6E3-54D4BCC67B58}"/>
          </ac:spMkLst>
        </pc:spChg>
        <pc:spChg chg="mod">
          <ac:chgData name="V Anbumozhi" userId="38d8ee2b-927e-4f7f-88ce-4f59cdcfa47f" providerId="ADAL" clId="{8D2FA603-B87C-475F-B732-C16CBA0E6B69}" dt="2023-02-04T16:00:33.610" v="499" actId="1076"/>
          <ac:spMkLst>
            <pc:docMk/>
            <pc:sldMk cId="4257924963" sldId="1460"/>
            <ac:spMk id="3" creationId="{25E5128D-AA0E-A29B-DE49-6B273A0C841C}"/>
          </ac:spMkLst>
        </pc:spChg>
        <pc:spChg chg="mod">
          <ac:chgData name="V Anbumozhi" userId="38d8ee2b-927e-4f7f-88ce-4f59cdcfa47f" providerId="ADAL" clId="{8D2FA603-B87C-475F-B732-C16CBA0E6B69}" dt="2023-02-04T16:03:09.719" v="527" actId="20577"/>
          <ac:spMkLst>
            <pc:docMk/>
            <pc:sldMk cId="4257924963" sldId="1460"/>
            <ac:spMk id="5" creationId="{FC545D3F-F6DB-5C06-3CA2-5F3CC05DE4F7}"/>
          </ac:spMkLst>
        </pc:spChg>
        <pc:spChg chg="add mod ord">
          <ac:chgData name="V Anbumozhi" userId="38d8ee2b-927e-4f7f-88ce-4f59cdcfa47f" providerId="ADAL" clId="{8D2FA603-B87C-475F-B732-C16CBA0E6B69}" dt="2023-02-04T16:03:01.226" v="525" actId="1076"/>
          <ac:spMkLst>
            <pc:docMk/>
            <pc:sldMk cId="4257924963" sldId="1460"/>
            <ac:spMk id="6" creationId="{F9337AA3-8D73-7038-DBC4-FFE1E4696915}"/>
          </ac:spMkLst>
        </pc:spChg>
        <pc:spChg chg="add mod">
          <ac:chgData name="V Anbumozhi" userId="38d8ee2b-927e-4f7f-88ce-4f59cdcfa47f" providerId="ADAL" clId="{8D2FA603-B87C-475F-B732-C16CBA0E6B69}" dt="2023-02-04T16:01:40.118" v="510" actId="207"/>
          <ac:spMkLst>
            <pc:docMk/>
            <pc:sldMk cId="4257924963" sldId="1460"/>
            <ac:spMk id="7" creationId="{1B5AF19F-C760-59BA-D9D4-594CCF67EF86}"/>
          </ac:spMkLst>
        </pc:spChg>
        <pc:spChg chg="mod">
          <ac:chgData name="V Anbumozhi" userId="38d8ee2b-927e-4f7f-88ce-4f59cdcfa47f" providerId="ADAL" clId="{8D2FA603-B87C-475F-B732-C16CBA0E6B69}" dt="2023-02-04T16:00:05.259" v="495" actId="20577"/>
          <ac:spMkLst>
            <pc:docMk/>
            <pc:sldMk cId="4257924963" sldId="1460"/>
            <ac:spMk id="1276930" creationId="{3E861976-5909-494D-B208-B2F5BBF92223}"/>
          </ac:spMkLst>
        </pc:spChg>
        <pc:picChg chg="mod">
          <ac:chgData name="V Anbumozhi" userId="38d8ee2b-927e-4f7f-88ce-4f59cdcfa47f" providerId="ADAL" clId="{8D2FA603-B87C-475F-B732-C16CBA0E6B69}" dt="2023-02-04T16:02:52.165" v="522" actId="14100"/>
          <ac:picMkLst>
            <pc:docMk/>
            <pc:sldMk cId="4257924963" sldId="1460"/>
            <ac:picMk id="23556" creationId="{7AFEF400-6F07-403C-BB6B-DECE472F4A1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503216-1CA6-4378-ACD7-A92FFD2F4779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1243013"/>
            <a:ext cx="447040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D9C53-1214-45FC-8487-78BBD75DE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6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FF8C639-38C0-4A2F-9A21-70C3A736FE55}" type="slidenum">
              <a:rPr kumimoji="0" lang="ja-JP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</a:t>
            </a:fld>
            <a:endParaRPr kumimoji="0" lang="en-US" altLang="ja-JP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90622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1F044CF-ECB0-4FDE-92CE-3C3A676B3754}" type="slidenum">
              <a:rPr kumimoji="0" lang="ja-JP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</a:t>
            </a:fld>
            <a:endParaRPr kumimoji="0" lang="en-US" altLang="ja-JP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723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66740" y="1574503"/>
            <a:ext cx="3520059" cy="29750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45673" y="6456086"/>
            <a:ext cx="330532" cy="337760"/>
          </a:xfrm>
        </p:spPr>
        <p:txBody>
          <a:bodyPr>
            <a:normAutofit/>
          </a:bodyPr>
          <a:lstStyle>
            <a:lvl1pPr marL="0" indent="0" algn="l">
              <a:buNone/>
              <a:defRPr sz="1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9F9A6-5CCE-324F-8CA1-F68162538E5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1957-9CF1-5B4B-9934-F2B9C1356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062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9F9A6-5CCE-324F-8CA1-F68162538E5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1957-9CF1-5B4B-9934-F2B9C1356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527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25031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750131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9F9A6-5CCE-324F-8CA1-F68162538E5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1957-9CF1-5B4B-9934-F2B9C1356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733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123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123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9F9A6-5CCE-324F-8CA1-F68162538E5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1957-9CF1-5B4B-9934-F2B9C1356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756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5664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5664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9F9A6-5CCE-324F-8CA1-F68162538E5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1957-9CF1-5B4B-9934-F2B9C1356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07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9F9A6-5CCE-324F-8CA1-F68162538E5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1957-9CF1-5B4B-9934-F2B9C1356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02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9F9A6-5CCE-324F-8CA1-F68162538E5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1957-9CF1-5B4B-9934-F2B9C1356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725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40520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313" cy="42431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9F9A6-5CCE-324F-8CA1-F68162538E5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1957-9CF1-5B4B-9934-F2B9C1356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1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417844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230019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984582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9F9A6-5CCE-324F-8CA1-F68162538E5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1957-9CF1-5B4B-9934-F2B9C1356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849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9F9A6-5CCE-324F-8CA1-F68162538E5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1957-9CF1-5B4B-9934-F2B9C1356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874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4231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4231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9F9A6-5CCE-324F-8CA1-F68162538E5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1957-9CF1-5B4B-9934-F2B9C1356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03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132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9F9A6-5CCE-324F-8CA1-F68162538E5C}" type="datetimeFigureOut">
              <a:rPr lang="en-US" smtClean="0"/>
              <a:t>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71957-9CF1-5B4B-9934-F2B9C13569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7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9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eg"/><Relationship Id="rId5" Type="http://schemas.openxmlformats.org/officeDocument/2006/relationships/hyperlink" Target="http://rds.yahoo.com/_ylt=A0S0205HaOFJW04ATOSJzbkF;_ylu=X3oDMTBpaWhqZmNtBHBvcwMzBHNlYwNzcgR2dGlkAw--/SIG=1jh0ohosi/EXP=1239595463/**http:/images.search.yahoo.com/images/view?back=http%3A%2F%2Fimages.search.yahoo.com%2Fsearch%2Fimages%3Fp%3DCyclone%2Bshelters%2Bin%2BBangladesh%26fr%3Dyfp-t-501%26toggle%3D1%26cop%3Dmss%26ei%3DUTF-8&amp;w=500&amp;h=330&amp;imgurl=static.flickr.com%2F2012%2F2062283663_a1851bd891.jpg&amp;rurl=http%3A%2F%2Fwww.flickr.com%2Fphotos%2Fmikeyleung%2F2062283663%2F&amp;size=79.8kB&amp;name=Cyclone+Sidr+-+W...&amp;p=Cyclone+shelters+in+Bangladesh&amp;oid=8f5053d34875b522&amp;fusr=Mikey+Leung&amp;no=3&amp;tt=25&amp;sigr=11jnktdci&amp;sigi=11grdldfa&amp;sigb=13ku8b91k" TargetMode="Externa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hyperlink" Target="mailto:v.anbumozhi@eria.org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9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67656" y="1603928"/>
            <a:ext cx="9144000" cy="2277533"/>
          </a:xfrm>
        </p:spPr>
        <p:txBody>
          <a:bodyPr wrap="none">
            <a:normAutofit/>
          </a:bodyPr>
          <a:lstStyle/>
          <a:p>
            <a:pPr fontAlgn="ctr"/>
            <a:r>
              <a:rPr lang="en-GB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Climate-Smart Agriculture for Livelihoods </a:t>
            </a:r>
            <a:br>
              <a:rPr lang="en-GB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GB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Protection and Opportunities</a:t>
            </a:r>
            <a:endParaRPr lang="en-US" sz="60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00587" y="4101888"/>
            <a:ext cx="6400800" cy="2286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ja-JP" sz="1800" dirty="0">
              <a:effectLst/>
              <a:ea typeface="MS PGothic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br>
              <a:rPr lang="en-US" altLang="ja-JP" sz="900" b="1" dirty="0">
                <a:effectLst/>
                <a:ea typeface="MS PGothic" panose="020B0600070205080204" pitchFamily="34" charset="-128"/>
              </a:rPr>
            </a:br>
            <a:endParaRPr lang="en-US" altLang="ja-JP" sz="900" b="1" dirty="0">
              <a:effectLst/>
              <a:ea typeface="MS PGothic" panose="020B0600070205080204" pitchFamily="34" charset="-128"/>
            </a:endParaRPr>
          </a:p>
          <a:p>
            <a:pPr algn="r">
              <a:buFont typeface="Wingdings" panose="05000000000000000000" pitchFamily="2" charset="2"/>
              <a:buNone/>
            </a:pPr>
            <a:r>
              <a:rPr lang="en-US" altLang="ja-JP" sz="2000" b="1" dirty="0">
                <a:effectLst/>
                <a:latin typeface="Corbel" panose="020B0503020204020204" pitchFamily="34" charset="0"/>
                <a:ea typeface="MS PGothic" panose="020B0600070205080204" pitchFamily="34" charset="-128"/>
              </a:rPr>
              <a:t>Venkatachalam Anbumozhi</a:t>
            </a:r>
          </a:p>
          <a:p>
            <a:pPr algn="r">
              <a:buFont typeface="Wingdings" panose="05000000000000000000" pitchFamily="2" charset="2"/>
              <a:buNone/>
            </a:pPr>
            <a:r>
              <a:rPr lang="en-US" altLang="ja-JP" sz="1200" b="1" dirty="0">
                <a:latin typeface="Corbel" panose="020B0503020204020204" pitchFamily="34" charset="0"/>
                <a:ea typeface="MS PGothic" panose="020B0600070205080204" pitchFamily="34" charset="-128"/>
              </a:rPr>
              <a:t>Director, Research Strategy and Innovations</a:t>
            </a:r>
            <a:endParaRPr lang="en-US" altLang="ja-JP" sz="1200" b="1" dirty="0">
              <a:effectLst/>
              <a:latin typeface="Corbel" panose="020B0503020204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D938C4-C91A-A8B8-2A71-3E7A0710FD12}"/>
              </a:ext>
            </a:extLst>
          </p:cNvPr>
          <p:cNvSpPr txBox="1"/>
          <p:nvPr/>
        </p:nvSpPr>
        <p:spPr>
          <a:xfrm>
            <a:off x="67111" y="6148860"/>
            <a:ext cx="69376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D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100" b="0" i="1" u="none" strike="noStrike" baseline="0" dirty="0">
                <a:solidFill>
                  <a:schemeClr val="bg1"/>
                </a:solidFill>
                <a:latin typeface="Arial" panose="020B0604020202020204" pitchFamily="34" charset="0"/>
              </a:rPr>
              <a:t>G20 </a:t>
            </a:r>
            <a:r>
              <a:rPr lang="en-US" sz="1050" i="1" u="none" strike="noStrike" baseline="0" dirty="0">
                <a:solidFill>
                  <a:schemeClr val="bg1"/>
                </a:solidFill>
                <a:latin typeface="Arial" panose="020B0604020202020204" pitchFamily="34" charset="0"/>
              </a:rPr>
              <a:t>Global Forum on Climate Smart Agriculture for Food Security, Indore  13 February 2023 </a:t>
            </a:r>
            <a:endParaRPr lang="en-ID" sz="600" i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DaunPenh" panose="01010101010101010101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F5CF77-C6C4-B424-6D4E-22A090D496B7}"/>
              </a:ext>
            </a:extLst>
          </p:cNvPr>
          <p:cNvSpPr txBox="1"/>
          <p:nvPr/>
        </p:nvSpPr>
        <p:spPr>
          <a:xfrm>
            <a:off x="7311006" y="6393961"/>
            <a:ext cx="4605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u="none" strike="noStrike" baseline="0" dirty="0">
                <a:solidFill>
                  <a:schemeClr val="bg1"/>
                </a:solidFill>
                <a:latin typeface="Arial" panose="020B0604020202020204" pitchFamily="34" charset="0"/>
              </a:rPr>
              <a:t>2023</a:t>
            </a:r>
            <a:r>
              <a:rPr lang="en-US" sz="1800" i="1" u="none" strike="noStrike" baseline="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endParaRPr lang="en-ID" i="1" dirty="0"/>
          </a:p>
        </p:txBody>
      </p:sp>
    </p:spTree>
    <p:extLst>
      <p:ext uri="{BB962C8B-B14F-4D97-AF65-F5344CB8AC3E}">
        <p14:creationId xmlns:p14="http://schemas.microsoft.com/office/powerpoint/2010/main" val="2894158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7251AF-AD27-C732-F12F-4999E17A30B1}"/>
              </a:ext>
            </a:extLst>
          </p:cNvPr>
          <p:cNvSpPr txBox="1"/>
          <p:nvPr/>
        </p:nvSpPr>
        <p:spPr>
          <a:xfrm>
            <a:off x="92278" y="6462880"/>
            <a:ext cx="6187634" cy="51503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>
              <a:lnSpc>
                <a:spcPct val="90000"/>
              </a:lnSpc>
              <a:spcAft>
                <a:spcPts val="450"/>
              </a:spcAft>
            </a:pPr>
            <a:r>
              <a:rPr lang="en-US" sz="1050" dirty="0"/>
              <a:t>Source: FAOSTAT, 2023; World Bank, 2022; </a:t>
            </a:r>
            <a:r>
              <a:rPr lang="en-US" sz="1050" dirty="0" err="1"/>
              <a:t>GermanWatch</a:t>
            </a:r>
            <a:r>
              <a:rPr lang="en-US" sz="1050" dirty="0"/>
              <a:t>, 2021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AE21C18-0475-5ECA-54AE-1B2AF4536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31359"/>
              </p:ext>
            </p:extLst>
          </p:nvPr>
        </p:nvGraphicFramePr>
        <p:xfrm>
          <a:off x="92278" y="439206"/>
          <a:ext cx="8900720" cy="5427471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637348">
                  <a:extLst>
                    <a:ext uri="{9D8B030D-6E8A-4147-A177-3AD203B41FA5}">
                      <a16:colId xmlns:a16="http://schemas.microsoft.com/office/drawing/2014/main" val="242997550"/>
                    </a:ext>
                  </a:extLst>
                </a:gridCol>
                <a:gridCol w="1536062">
                  <a:extLst>
                    <a:ext uri="{9D8B030D-6E8A-4147-A177-3AD203B41FA5}">
                      <a16:colId xmlns:a16="http://schemas.microsoft.com/office/drawing/2014/main" val="426310779"/>
                    </a:ext>
                  </a:extLst>
                </a:gridCol>
                <a:gridCol w="2212537">
                  <a:extLst>
                    <a:ext uri="{9D8B030D-6E8A-4147-A177-3AD203B41FA5}">
                      <a16:colId xmlns:a16="http://schemas.microsoft.com/office/drawing/2014/main" val="3867143108"/>
                    </a:ext>
                  </a:extLst>
                </a:gridCol>
                <a:gridCol w="1137876">
                  <a:extLst>
                    <a:ext uri="{9D8B030D-6E8A-4147-A177-3AD203B41FA5}">
                      <a16:colId xmlns:a16="http://schemas.microsoft.com/office/drawing/2014/main" val="3356237099"/>
                    </a:ext>
                  </a:extLst>
                </a:gridCol>
                <a:gridCol w="1137876">
                  <a:extLst>
                    <a:ext uri="{9D8B030D-6E8A-4147-A177-3AD203B41FA5}">
                      <a16:colId xmlns:a16="http://schemas.microsoft.com/office/drawing/2014/main" val="468825949"/>
                    </a:ext>
                  </a:extLst>
                </a:gridCol>
                <a:gridCol w="1239021">
                  <a:extLst>
                    <a:ext uri="{9D8B030D-6E8A-4147-A177-3AD203B41FA5}">
                      <a16:colId xmlns:a16="http://schemas.microsoft.com/office/drawing/2014/main" val="2646907598"/>
                    </a:ext>
                  </a:extLst>
                </a:gridCol>
              </a:tblGrid>
              <a:tr h="1019728">
                <a:tc>
                  <a:txBody>
                    <a:bodyPr/>
                    <a:lstStyle/>
                    <a:p>
                      <a:pPr algn="ctr" fontAlgn="t"/>
                      <a:endParaRPr lang="en-ID" sz="1400" u="none" strike="noStrike" dirty="0">
                        <a:effectLst/>
                      </a:endParaRPr>
                    </a:p>
                    <a:p>
                      <a:pPr algn="ctr" fontAlgn="t"/>
                      <a:r>
                        <a:rPr lang="en-ID" sz="1400" u="none" strike="noStrike" dirty="0">
                          <a:effectLst/>
                        </a:rPr>
                        <a:t>G20 member </a:t>
                      </a:r>
                    </a:p>
                    <a:p>
                      <a:pPr algn="ctr" fontAlgn="t"/>
                      <a:r>
                        <a:rPr lang="en-ID" sz="1400" u="none" strike="noStrike" dirty="0">
                          <a:effectLst/>
                        </a:rPr>
                        <a:t>Country</a:t>
                      </a:r>
                      <a:endParaRPr lang="en-ID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D" sz="1400" u="none" strike="noStrike" dirty="0">
                          <a:effectLst/>
                        </a:rPr>
                        <a:t>% of Agricultural GDP (2021)</a:t>
                      </a:r>
                      <a:endParaRPr lang="en-ID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u="none" strike="noStrike" dirty="0">
                          <a:effectLst/>
                        </a:rPr>
                        <a:t>% of Employment in Agriculture ILO Estimates (2021)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u="none" strike="noStrike" dirty="0">
                          <a:effectLst/>
                        </a:rPr>
                        <a:t>Prevalence of Undernourishment (% of population) 2019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Gini </a:t>
                      </a:r>
                    </a:p>
                    <a:p>
                      <a:pPr algn="ctr" fontAlgn="t"/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Coefficient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u="none" strike="noStrike">
                          <a:effectLst/>
                        </a:rPr>
                        <a:t>Climate Risk Index Score (2019)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extLst>
                  <a:ext uri="{0D108BD9-81ED-4DB2-BD59-A6C34878D82A}">
                    <a16:rowId xmlns:a16="http://schemas.microsoft.com/office/drawing/2014/main" val="1584450904"/>
                  </a:ext>
                </a:extLst>
              </a:tr>
              <a:tr h="214664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 dirty="0">
                          <a:effectLst/>
                        </a:rPr>
                        <a:t>Argentina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6,87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7,70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3,90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42.3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77.00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extLst>
                  <a:ext uri="{0D108BD9-81ED-4DB2-BD59-A6C34878D82A}">
                    <a16:rowId xmlns:a16="http://schemas.microsoft.com/office/drawing/2014/main" val="1821046531"/>
                  </a:ext>
                </a:extLst>
              </a:tr>
              <a:tr h="214664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Australia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2,27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D" sz="1400" u="none" strike="noStrike">
                          <a:effectLst/>
                        </a:rPr>
                        <a:t>2,40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2,50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34.3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4.,67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extLst>
                  <a:ext uri="{0D108BD9-81ED-4DB2-BD59-A6C34878D82A}">
                    <a16:rowId xmlns:a16="http://schemas.microsoft.com/office/drawing/2014/main" val="147989120"/>
                  </a:ext>
                </a:extLst>
              </a:tr>
              <a:tr h="214664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 dirty="0">
                          <a:effectLst/>
                        </a:rPr>
                        <a:t>Brazil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6,89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D" sz="1400" u="none" strike="noStrike">
                          <a:effectLst/>
                        </a:rPr>
                        <a:t>9,70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2,50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48.9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79.50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extLst>
                  <a:ext uri="{0D108BD9-81ED-4DB2-BD59-A6C34878D82A}">
                    <a16:rowId xmlns:a16="http://schemas.microsoft.com/office/drawing/2014/main" val="229658390"/>
                  </a:ext>
                </a:extLst>
              </a:tr>
              <a:tr h="214664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Canada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NA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D" sz="1400" u="none" strike="noStrike">
                          <a:effectLst/>
                        </a:rPr>
                        <a:t>1,30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2,50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33.3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87,33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extLst>
                  <a:ext uri="{0D108BD9-81ED-4DB2-BD59-A6C34878D82A}">
                    <a16:rowId xmlns:a16="http://schemas.microsoft.com/office/drawing/2014/main" val="3746063615"/>
                  </a:ext>
                </a:extLst>
              </a:tr>
              <a:tr h="214664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China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7,26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D" sz="1400" u="none" strike="noStrike">
                          <a:effectLst/>
                        </a:rPr>
                        <a:t>23,99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2,50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38.2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56.33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extLst>
                  <a:ext uri="{0D108BD9-81ED-4DB2-BD59-A6C34878D82A}">
                    <a16:rowId xmlns:a16="http://schemas.microsoft.com/office/drawing/2014/main" val="3592960178"/>
                  </a:ext>
                </a:extLst>
              </a:tr>
              <a:tr h="214664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France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1,63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D" sz="1400" u="none" strike="noStrike">
                          <a:effectLst/>
                        </a:rPr>
                        <a:t>2,50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2,50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29.3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41.67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extLst>
                  <a:ext uri="{0D108BD9-81ED-4DB2-BD59-A6C34878D82A}">
                    <a16:rowId xmlns:a16="http://schemas.microsoft.com/office/drawing/2014/main" val="180890139"/>
                  </a:ext>
                </a:extLst>
              </a:tr>
              <a:tr h="214664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 dirty="0">
                          <a:effectLst/>
                        </a:rPr>
                        <a:t>Germany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0,80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D" sz="1400" u="none" strike="noStrike">
                          <a:effectLst/>
                        </a:rPr>
                        <a:t>1,30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2,50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30.9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38,17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extLst>
                  <a:ext uri="{0D108BD9-81ED-4DB2-BD59-A6C34878D82A}">
                    <a16:rowId xmlns:a16="http://schemas.microsoft.com/office/drawing/2014/main" val="4187986591"/>
                  </a:ext>
                </a:extLst>
              </a:tr>
              <a:tr h="214664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India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16.77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D" sz="1400" u="none" strike="noStrike" dirty="0">
                          <a:effectLst/>
                        </a:rPr>
                        <a:t>44,00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15,30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35.7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38.50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extLst>
                  <a:ext uri="{0D108BD9-81ED-4DB2-BD59-A6C34878D82A}">
                    <a16:rowId xmlns:a16="http://schemas.microsoft.com/office/drawing/2014/main" val="2464453224"/>
                  </a:ext>
                </a:extLst>
              </a:tr>
              <a:tr h="214664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Indonesia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13.28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D" sz="1400" u="none" strike="noStrike">
                          <a:effectLst/>
                        </a:rPr>
                        <a:t>29,00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6,50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37.6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74,00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extLst>
                  <a:ext uri="{0D108BD9-81ED-4DB2-BD59-A6C34878D82A}">
                    <a16:rowId xmlns:a16="http://schemas.microsoft.com/office/drawing/2014/main" val="3399955260"/>
                  </a:ext>
                </a:extLst>
              </a:tr>
              <a:tr h="214664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Italy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1,96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D" sz="1400" u="none" strike="noStrike" dirty="0">
                          <a:effectLst/>
                        </a:rPr>
                        <a:t>4,10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2,50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32.9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39,00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extLst>
                  <a:ext uri="{0D108BD9-81ED-4DB2-BD59-A6C34878D82A}">
                    <a16:rowId xmlns:a16="http://schemas.microsoft.com/office/drawing/2014/main" val="1339897588"/>
                  </a:ext>
                </a:extLst>
              </a:tr>
              <a:tr h="214664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Japan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NA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D" sz="1400" u="none" strike="noStrike" dirty="0">
                          <a:effectLst/>
                        </a:rPr>
                        <a:t>3,20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2,50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32.9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64,83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extLst>
                  <a:ext uri="{0D108BD9-81ED-4DB2-BD59-A6C34878D82A}">
                    <a16:rowId xmlns:a16="http://schemas.microsoft.com/office/drawing/2014/main" val="2076222514"/>
                  </a:ext>
                </a:extLst>
              </a:tr>
              <a:tr h="214664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Mexico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3,84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D" sz="1400" u="none" strike="noStrike">
                          <a:effectLst/>
                        </a:rPr>
                        <a:t>12,30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7,20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45.4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65,50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extLst>
                  <a:ext uri="{0D108BD9-81ED-4DB2-BD59-A6C34878D82A}">
                    <a16:rowId xmlns:a16="http://schemas.microsoft.com/office/drawing/2014/main" val="190981655"/>
                  </a:ext>
                </a:extLst>
              </a:tr>
              <a:tr h="214664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Korea, Rep.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1,84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D" sz="1400" u="none" strike="noStrike" dirty="0">
                          <a:effectLst/>
                        </a:rPr>
                        <a:t>5,30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2,50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31.4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85,17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extLst>
                  <a:ext uri="{0D108BD9-81ED-4DB2-BD59-A6C34878D82A}">
                    <a16:rowId xmlns:a16="http://schemas.microsoft.com/office/drawing/2014/main" val="2865689578"/>
                  </a:ext>
                </a:extLst>
              </a:tr>
              <a:tr h="214664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Russian Federation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3,80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D" sz="1400" u="none" strike="noStrike">
                          <a:effectLst/>
                        </a:rPr>
                        <a:t>5,80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2,50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36.0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48,50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extLst>
                  <a:ext uri="{0D108BD9-81ED-4DB2-BD59-A6C34878D82A}">
                    <a16:rowId xmlns:a16="http://schemas.microsoft.com/office/drawing/2014/main" val="2786171958"/>
                  </a:ext>
                </a:extLst>
              </a:tr>
              <a:tr h="214664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Saudi Arabia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2,31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D" sz="1400" u="none" strike="noStrike" dirty="0">
                          <a:effectLst/>
                        </a:rPr>
                        <a:t>2,70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3,90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100.33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extLst>
                  <a:ext uri="{0D108BD9-81ED-4DB2-BD59-A6C34878D82A}">
                    <a16:rowId xmlns:a16="http://schemas.microsoft.com/office/drawing/2014/main" val="3756449929"/>
                  </a:ext>
                </a:extLst>
              </a:tr>
              <a:tr h="214664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South Africa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2,43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D" sz="1400" u="none" strike="noStrike">
                          <a:effectLst/>
                        </a:rPr>
                        <a:t>21,30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6,50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63.0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76,00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extLst>
                  <a:ext uri="{0D108BD9-81ED-4DB2-BD59-A6C34878D82A}">
                    <a16:rowId xmlns:a16="http://schemas.microsoft.com/office/drawing/2014/main" val="2056768272"/>
                  </a:ext>
                </a:extLst>
              </a:tr>
              <a:tr h="214664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 dirty="0" err="1">
                          <a:effectLst/>
                        </a:rPr>
                        <a:t>Turky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5,65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D" sz="1400" u="none" strike="noStrike">
                          <a:effectLst/>
                        </a:rPr>
                        <a:t>17,10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2,50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43.4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111.83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extLst>
                  <a:ext uri="{0D108BD9-81ED-4DB2-BD59-A6C34878D82A}">
                    <a16:rowId xmlns:a16="http://schemas.microsoft.com/office/drawing/2014/main" val="4244246741"/>
                  </a:ext>
                </a:extLst>
              </a:tr>
              <a:tr h="214664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United Kingdom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0,60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D" sz="1400" u="none" strike="noStrike">
                          <a:effectLst/>
                        </a:rPr>
                        <a:t>1,00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2,50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33.5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65,00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extLst>
                  <a:ext uri="{0D108BD9-81ED-4DB2-BD59-A6C34878D82A}">
                    <a16:rowId xmlns:a16="http://schemas.microsoft.com/office/drawing/2014/main" val="156583095"/>
                  </a:ext>
                </a:extLst>
              </a:tr>
              <a:tr h="214664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effectLst/>
                        </a:rPr>
                        <a:t>United States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NA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D" sz="1400" u="none" strike="noStrike">
                          <a:effectLst/>
                        </a:rPr>
                        <a:t>1,70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2,50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41.5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23.83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extLst>
                  <a:ext uri="{0D108BD9-81ED-4DB2-BD59-A6C34878D82A}">
                    <a16:rowId xmlns:a16="http://schemas.microsoft.com/office/drawing/2014/main" val="3430585989"/>
                  </a:ext>
                </a:extLst>
              </a:tr>
              <a:tr h="214664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 dirty="0">
                          <a:effectLst/>
                        </a:rPr>
                        <a:t>European Union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effectLst/>
                        </a:rPr>
                        <a:t>1,63</a:t>
                      </a:r>
                      <a:endParaRPr lang="en-ID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D" sz="1400" u="none" strike="noStrike" dirty="0">
                          <a:effectLst/>
                        </a:rPr>
                        <a:t>4,14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2,53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30.1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effectLst/>
                        </a:rPr>
                        <a:t>NA</a:t>
                      </a:r>
                      <a:endParaRPr lang="en-ID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51" marR="4451" marT="4451" marB="0" anchor="b"/>
                </a:tc>
                <a:extLst>
                  <a:ext uri="{0D108BD9-81ED-4DB2-BD59-A6C34878D82A}">
                    <a16:rowId xmlns:a16="http://schemas.microsoft.com/office/drawing/2014/main" val="335578372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4CF034E-C3D6-25A4-5A50-0D4E8BB5CF36}"/>
              </a:ext>
            </a:extLst>
          </p:cNvPr>
          <p:cNvSpPr txBox="1"/>
          <p:nvPr/>
        </p:nvSpPr>
        <p:spPr>
          <a:xfrm>
            <a:off x="531984" y="39096"/>
            <a:ext cx="80800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Climate Risks and Inequality : A pre-requisite to the CSA approach by G20  </a:t>
            </a:r>
            <a:endParaRPr lang="en-ID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024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>
            <a:extLst>
              <a:ext uri="{FF2B5EF4-FFF2-40B4-BE49-F238E27FC236}">
                <a16:creationId xmlns:a16="http://schemas.microsoft.com/office/drawing/2014/main" id="{191A8077-FCD2-A057-2E79-9043184E76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spcAft>
                <a:spcPct val="20000"/>
              </a:spcAft>
              <a:buClr>
                <a:srgbClr val="FFFF00"/>
              </a:buClr>
              <a:buSzPct val="130000"/>
              <a:buFont typeface="Wingdings" panose="05000000000000000000" pitchFamily="2" charset="2"/>
              <a:buChar char="§"/>
              <a:defRPr kumimoji="1" sz="2400">
                <a:solidFill>
                  <a:srgbClr val="FFFFFF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rgbClr val="FFFF00"/>
              </a:buClr>
              <a:buSzPct val="50000"/>
              <a:buFont typeface="Wingdings" panose="05000000000000000000" pitchFamily="2" charset="2"/>
              <a:buChar char="q"/>
              <a:defRPr kumimoji="1" sz="2400">
                <a:solidFill>
                  <a:srgbClr val="FFFFFF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rgbClr val="FFFF00"/>
              </a:buClr>
              <a:buSzPct val="50000"/>
              <a:buFont typeface="Wingdings" panose="05000000000000000000" pitchFamily="2" charset="2"/>
              <a:buChar char="Ø"/>
              <a:defRPr kumimoji="1" sz="2400">
                <a:solidFill>
                  <a:srgbClr val="FFFFFF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FCC00"/>
              </a:buClr>
              <a:buChar char="•"/>
              <a:defRPr kumimoji="1" sz="3200">
                <a:solidFill>
                  <a:srgbClr val="FFFFFF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FFCC00"/>
              </a:buClr>
              <a:buChar char="•"/>
              <a:defRPr kumimoji="1" sz="3200">
                <a:solidFill>
                  <a:srgbClr val="FFFFFF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Char char="•"/>
              <a:defRPr kumimoji="1" sz="3200">
                <a:solidFill>
                  <a:srgbClr val="FFFFFF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Char char="•"/>
              <a:defRPr kumimoji="1" sz="3200">
                <a:solidFill>
                  <a:srgbClr val="FFFFFF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Char char="•"/>
              <a:defRPr kumimoji="1" sz="3200">
                <a:solidFill>
                  <a:srgbClr val="FFFFFF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CC00"/>
              </a:buClr>
              <a:buChar char="•"/>
              <a:defRPr kumimoji="1" sz="3200">
                <a:solidFill>
                  <a:srgbClr val="FFFFFF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fld id="{CF66C92D-1246-4ADD-8BE3-FC9A1E57F5A5}" type="slidenum">
              <a:rPr kumimoji="0" lang="ja-JP" altLang="en-US" sz="12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3</a:t>
            </a:fld>
            <a:endParaRPr kumimoji="0" lang="en-US" altLang="ja-JP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70786" name="Rectangle 2">
            <a:extLst>
              <a:ext uri="{FF2B5EF4-FFF2-40B4-BE49-F238E27FC236}">
                <a16:creationId xmlns:a16="http://schemas.microsoft.com/office/drawing/2014/main" id="{56A76024-95C8-F48D-2D92-5B96A4A93B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ja-JP" dirty="0">
                <a:latin typeface="Corbel" pitchFamily="34" charset="0"/>
                <a:ea typeface="MS PGothic" pitchFamily="50" charset="-128"/>
              </a:rPr>
              <a:t>With Climate Change by 2050</a:t>
            </a:r>
            <a:r>
              <a:rPr lang="en-US" altLang="ja-JP" dirty="0">
                <a:ea typeface="MS PGothic" pitchFamily="50" charset="-128"/>
              </a:rPr>
              <a:t> </a:t>
            </a:r>
          </a:p>
        </p:txBody>
      </p:sp>
      <p:sp>
        <p:nvSpPr>
          <p:cNvPr id="1270787" name="Rectangle 3">
            <a:extLst>
              <a:ext uri="{FF2B5EF4-FFF2-40B4-BE49-F238E27FC236}">
                <a16:creationId xmlns:a16="http://schemas.microsoft.com/office/drawing/2014/main" id="{D7903EC0-0C51-01A5-EE30-5E88275A19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835" y="136525"/>
            <a:ext cx="9018165" cy="5677047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None/>
              <a:defRPr/>
            </a:pPr>
            <a:endParaRPr lang="en-US" altLang="ja-JP" b="1" u="sng" dirty="0">
              <a:solidFill>
                <a:srgbClr val="99FFCC"/>
              </a:solidFill>
              <a:latin typeface="Corbel" panose="020B0503020204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ja-JP" b="1" u="sng" dirty="0">
              <a:solidFill>
                <a:srgbClr val="99FFCC"/>
              </a:solidFill>
              <a:latin typeface="Corbel" panose="020B0503020204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ja-JP" b="1" u="sng" dirty="0">
                <a:solidFill>
                  <a:srgbClr val="C00000"/>
                </a:solidFill>
                <a:latin typeface="Corbel" panose="020B0503020204020204" pitchFamily="34" charset="0"/>
                <a:ea typeface="ＭＳ Ｐゴシック" panose="020B0600070205080204" pitchFamily="34" charset="-128"/>
              </a:rPr>
              <a:t>Yield</a:t>
            </a:r>
          </a:p>
          <a:p>
            <a:pPr marL="457200" lvl="1" indent="0">
              <a:buNone/>
              <a:defRPr/>
            </a:pPr>
            <a:r>
              <a:rPr lang="en-US" altLang="ja-JP" sz="3200" dirty="0">
                <a:latin typeface="Corbel" panose="020B0503020204020204" pitchFamily="34" charset="0"/>
                <a:ea typeface="ＭＳ Ｐゴシック" panose="020B0600070205080204" pitchFamily="34" charset="-128"/>
              </a:rPr>
              <a:t>Rice     14-26%</a:t>
            </a:r>
          </a:p>
          <a:p>
            <a:pPr marL="457200" lvl="1" indent="0">
              <a:buNone/>
              <a:defRPr/>
            </a:pPr>
            <a:r>
              <a:rPr lang="en-US" altLang="ja-JP" sz="3200" dirty="0">
                <a:latin typeface="Corbel" panose="020B0503020204020204" pitchFamily="34" charset="0"/>
                <a:ea typeface="ＭＳ Ｐゴシック" panose="020B0600070205080204" pitchFamily="34" charset="-128"/>
              </a:rPr>
              <a:t>Wheat   32 – 44%</a:t>
            </a:r>
          </a:p>
          <a:p>
            <a:pPr marL="457200" lvl="1" indent="0">
              <a:buNone/>
              <a:defRPr/>
            </a:pPr>
            <a:r>
              <a:rPr lang="en-US" altLang="ja-JP" sz="3200" dirty="0">
                <a:latin typeface="Corbel" panose="020B0503020204020204" pitchFamily="34" charset="0"/>
                <a:ea typeface="ＭＳ Ｐゴシック" panose="020B0600070205080204" pitchFamily="34" charset="-128"/>
              </a:rPr>
              <a:t>Maize    2-5%</a:t>
            </a:r>
          </a:p>
          <a:p>
            <a:pPr marL="457200" lvl="1" indent="0">
              <a:buNone/>
              <a:defRPr/>
            </a:pPr>
            <a:r>
              <a:rPr lang="en-US" altLang="ja-JP" sz="3200" dirty="0">
                <a:latin typeface="Corbel" panose="020B0503020204020204" pitchFamily="34" charset="0"/>
                <a:ea typeface="ＭＳ Ｐゴシック" panose="020B0600070205080204" pitchFamily="34" charset="-128"/>
              </a:rPr>
              <a:t>Soybean 9 – 18%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ja-JP" b="1" u="sng" dirty="0">
                <a:solidFill>
                  <a:srgbClr val="C00000"/>
                </a:solidFill>
                <a:latin typeface="Corbel" panose="020B0503020204020204" pitchFamily="34" charset="0"/>
                <a:ea typeface="ＭＳ Ｐゴシック" panose="020B0600070205080204" pitchFamily="34" charset="-128"/>
              </a:rPr>
              <a:t>Price</a:t>
            </a:r>
          </a:p>
          <a:p>
            <a:pPr marL="1828800" lvl="4" indent="0">
              <a:buNone/>
              <a:defRPr/>
            </a:pPr>
            <a:r>
              <a:rPr lang="en-US" altLang="ja-JP" sz="3500" dirty="0">
                <a:latin typeface="Corbel" panose="020B0503020204020204" pitchFamily="34" charset="0"/>
                <a:ea typeface="ＭＳ Ｐゴシック" panose="020B0600070205080204" pitchFamily="34" charset="-128"/>
              </a:rPr>
              <a:t>Rice     29-37%</a:t>
            </a:r>
          </a:p>
          <a:p>
            <a:pPr marL="1828800" lvl="4" indent="0">
              <a:buNone/>
              <a:defRPr/>
            </a:pPr>
            <a:r>
              <a:rPr lang="en-US" altLang="ja-JP" sz="3500" dirty="0">
                <a:latin typeface="Corbel" panose="020B0503020204020204" pitchFamily="34" charset="0"/>
                <a:ea typeface="ＭＳ Ｐゴシック" panose="020B0600070205080204" pitchFamily="34" charset="-128"/>
              </a:rPr>
              <a:t>Wheat   81-102%</a:t>
            </a:r>
          </a:p>
          <a:p>
            <a:pPr marL="1828800" lvl="4" indent="0">
              <a:buNone/>
              <a:defRPr/>
            </a:pPr>
            <a:r>
              <a:rPr lang="en-US" altLang="ja-JP" sz="3500" dirty="0">
                <a:latin typeface="Corbel" panose="020B0503020204020204" pitchFamily="34" charset="0"/>
                <a:ea typeface="ＭＳ Ｐゴシック" panose="020B0600070205080204" pitchFamily="34" charset="-128"/>
              </a:rPr>
              <a:t>Maize    58-97%</a:t>
            </a:r>
          </a:p>
          <a:p>
            <a:pPr marL="1828800" lvl="4" indent="0">
              <a:buNone/>
              <a:defRPr/>
            </a:pPr>
            <a:r>
              <a:rPr lang="en-US" altLang="ja-JP" sz="3500" dirty="0">
                <a:latin typeface="Corbel" panose="020B0503020204020204" pitchFamily="34" charset="0"/>
                <a:ea typeface="ＭＳ Ｐゴシック" panose="020B0600070205080204" pitchFamily="34" charset="-128"/>
              </a:rPr>
              <a:t>Soybean 14-49%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ja-JP" dirty="0">
              <a:latin typeface="Corbel" panose="020B0503020204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7653" name="AutoShape 7">
            <a:extLst>
              <a:ext uri="{FF2B5EF4-FFF2-40B4-BE49-F238E27FC236}">
                <a16:creationId xmlns:a16="http://schemas.microsoft.com/office/drawing/2014/main" id="{FAC56303-97D1-BD4E-7429-31CC3ECC19A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094914" y="1981200"/>
            <a:ext cx="1447800" cy="14478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gradFill rotWithShape="1">
            <a:gsLst>
              <a:gs pos="0">
                <a:srgbClr val="767600"/>
              </a:gs>
              <a:gs pos="50000">
                <a:srgbClr val="FFFF00"/>
              </a:gs>
              <a:gs pos="100000">
                <a:srgbClr val="7676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D"/>
          </a:p>
        </p:txBody>
      </p:sp>
      <p:sp>
        <p:nvSpPr>
          <p:cNvPr id="27654" name="AutoShape 8">
            <a:extLst>
              <a:ext uri="{FF2B5EF4-FFF2-40B4-BE49-F238E27FC236}">
                <a16:creationId xmlns:a16="http://schemas.microsoft.com/office/drawing/2014/main" id="{D7ED188D-0E57-7BF8-1A06-C9A748FC1619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475602" y="4265102"/>
            <a:ext cx="1447800" cy="14478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gradFill rotWithShape="1">
            <a:gsLst>
              <a:gs pos="0">
                <a:srgbClr val="767600"/>
              </a:gs>
              <a:gs pos="50000">
                <a:srgbClr val="FFFF00"/>
              </a:gs>
              <a:gs pos="100000">
                <a:srgbClr val="7676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D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1">
            <a:extLst>
              <a:ext uri="{FF2B5EF4-FFF2-40B4-BE49-F238E27FC236}">
                <a16:creationId xmlns:a16="http://schemas.microsoft.com/office/drawing/2014/main" id="{0C33466D-D97C-B2F7-D408-F6B8E60969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C1D7B04-7C22-42C7-9839-1B0F10C8252D}" type="slidenum">
              <a:rPr kumimoji="0" lang="ja-JP" altLang="en-US" sz="1200">
                <a:solidFill>
                  <a:schemeClr val="tx1"/>
                </a:solidFill>
                <a:latin typeface="Arial" panose="020B0604020202020204" pitchFamily="34" charset="0"/>
              </a:rPr>
              <a:pPr/>
              <a:t>4</a:t>
            </a:fld>
            <a:endParaRPr kumimoji="0" lang="en-US" altLang="ja-JP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34819" name="Picture 2">
            <a:extLst>
              <a:ext uri="{FF2B5EF4-FFF2-40B4-BE49-F238E27FC236}">
                <a16:creationId xmlns:a16="http://schemas.microsoft.com/office/drawing/2014/main" id="{03BEA68C-AAB1-8B77-5D9A-1E9359817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257550"/>
            <a:ext cx="533400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820" name="Text Box 4">
            <a:extLst>
              <a:ext uri="{FF2B5EF4-FFF2-40B4-BE49-F238E27FC236}">
                <a16:creationId xmlns:a16="http://schemas.microsoft.com/office/drawing/2014/main" id="{955BC9C8-157F-E7E5-507D-16EC67034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5501" y="228600"/>
            <a:ext cx="913561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0" lang="en-AU" altLang="en-US" sz="2800" dirty="0">
                <a:solidFill>
                  <a:srgbClr val="C00000"/>
                </a:solidFill>
                <a:latin typeface="Calibri" panose="020F0502020204030204" pitchFamily="34" charset="0"/>
              </a:rPr>
              <a:t>CSA gives a different picture of Livelihood Protection and Resilience Opportunities for Small Scale Farming Households</a:t>
            </a:r>
            <a:endParaRPr kumimoji="0" lang="en-AU" altLang="en-US" sz="2800" b="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064062" name="Group 126">
            <a:extLst>
              <a:ext uri="{FF2B5EF4-FFF2-40B4-BE49-F238E27FC236}">
                <a16:creationId xmlns:a16="http://schemas.microsoft.com/office/drawing/2014/main" id="{51212C66-7C2F-DD60-B53C-23BE18710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345745"/>
              </p:ext>
            </p:extLst>
          </p:nvPr>
        </p:nvGraphicFramePr>
        <p:xfrm>
          <a:off x="243281" y="1371600"/>
          <a:ext cx="8595920" cy="1697038"/>
        </p:xfrm>
        <a:graphic>
          <a:graphicData uri="http://schemas.openxmlformats.org/drawingml/2006/table">
            <a:tbl>
              <a:tblPr/>
              <a:tblGrid>
                <a:gridCol w="1720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8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0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5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85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829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49" charset="-128"/>
                          <a:cs typeface="Arial" panose="020B0604020202020204" pitchFamily="34" charset="0"/>
                        </a:rPr>
                        <a:t>Adaptation Benefit</a:t>
                      </a:r>
                      <a:endParaRPr kumimoji="0" lang="en-US" altLang="ja-JP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ＭＳ 明朝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49" charset="-128"/>
                          <a:cs typeface="Arial" panose="020B0604020202020204" pitchFamily="34" charset="0"/>
                        </a:rPr>
                        <a:t>Temperature change</a:t>
                      </a:r>
                      <a:endParaRPr kumimoji="0" lang="en-US" altLang="ja-JP" sz="2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ＭＳ 明朝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71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49" charset="-128"/>
                          <a:cs typeface="Arial" panose="020B0604020202020204" pitchFamily="34" charset="0"/>
                        </a:rPr>
                        <a:t>Yield change (%)</a:t>
                      </a:r>
                      <a:endParaRPr kumimoji="0" lang="en-US" altLang="ja-JP" sz="2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ＭＳ 明朝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49" charset="-128"/>
                          <a:cs typeface="Arial" panose="020B0604020202020204" pitchFamily="34" charset="0"/>
                        </a:rPr>
                        <a:t>Rainfall </a:t>
                      </a:r>
                      <a:endParaRPr kumimoji="0" lang="en-US" altLang="ja-JP" sz="2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ＭＳ 明朝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49" charset="-128"/>
                          <a:cs typeface="Arial" panose="020B0604020202020204" pitchFamily="34" charset="0"/>
                        </a:rPr>
                        <a:t>&lt; 2</a:t>
                      </a:r>
                      <a:r>
                        <a:rPr kumimoji="0" lang="en-US" altLang="ja-JP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49" charset="-128"/>
                          <a:cs typeface="Arial" panose="020B0604020202020204" pitchFamily="34" charset="0"/>
                        </a:rPr>
                        <a:t> o</a:t>
                      </a:r>
                      <a:r>
                        <a:rPr kumimoji="0" lang="en-US" altLang="ja-JP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49" charset="-128"/>
                          <a:cs typeface="Arial" panose="020B0604020202020204" pitchFamily="34" charset="0"/>
                        </a:rPr>
                        <a:t> C</a:t>
                      </a:r>
                      <a:endParaRPr kumimoji="0" lang="en-US" altLang="ja-JP" sz="2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ＭＳ 明朝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49" charset="-128"/>
                          <a:cs typeface="Arial" panose="020B0604020202020204" pitchFamily="34" charset="0"/>
                        </a:rPr>
                        <a:t>2 - 4</a:t>
                      </a:r>
                      <a:r>
                        <a:rPr kumimoji="0" lang="en-US" altLang="ja-JP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49" charset="-128"/>
                          <a:cs typeface="Arial" panose="020B0604020202020204" pitchFamily="34" charset="0"/>
                        </a:rPr>
                        <a:t> o</a:t>
                      </a:r>
                      <a:r>
                        <a:rPr kumimoji="0" lang="en-US" altLang="ja-JP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49" charset="-128"/>
                          <a:cs typeface="Arial" panose="020B0604020202020204" pitchFamily="34" charset="0"/>
                        </a:rPr>
                        <a:t> C</a:t>
                      </a:r>
                      <a:endParaRPr kumimoji="0" lang="en-US" altLang="ja-JP" sz="2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ＭＳ 明朝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49" charset="-128"/>
                          <a:cs typeface="Arial" panose="020B0604020202020204" pitchFamily="34" charset="0"/>
                        </a:rPr>
                        <a:t>&gt; 4</a:t>
                      </a:r>
                      <a:r>
                        <a:rPr kumimoji="0" lang="en-US" altLang="ja-JP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49" charset="-128"/>
                          <a:cs typeface="Arial" panose="020B0604020202020204" pitchFamily="34" charset="0"/>
                        </a:rPr>
                        <a:t>o</a:t>
                      </a:r>
                      <a:r>
                        <a:rPr kumimoji="0" lang="en-US" altLang="ja-JP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49" charset="-128"/>
                          <a:cs typeface="Arial" panose="020B0604020202020204" pitchFamily="34" charset="0"/>
                        </a:rPr>
                        <a:t> C</a:t>
                      </a:r>
                      <a:endParaRPr kumimoji="0" lang="en-US" altLang="ja-JP" sz="2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ＭＳ 明朝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49" charset="-128"/>
                          <a:cs typeface="Arial" panose="020B0604020202020204" pitchFamily="34" charset="0"/>
                        </a:rPr>
                        <a:t>Increase</a:t>
                      </a:r>
                      <a:endParaRPr kumimoji="0" lang="en-US" altLang="ja-JP" sz="2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ＭＳ 明朝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49" charset="-128"/>
                          <a:cs typeface="Arial" panose="020B0604020202020204" pitchFamily="34" charset="0"/>
                        </a:rPr>
                        <a:t>30</a:t>
                      </a:r>
                      <a:endParaRPr kumimoji="0" lang="en-US" altLang="ja-JP" sz="2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ＭＳ 明朝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49" charset="-128"/>
                          <a:cs typeface="Arial" panose="020B0604020202020204" pitchFamily="34" charset="0"/>
                        </a:rPr>
                        <a:t>19</a:t>
                      </a:r>
                      <a:endParaRPr kumimoji="0" lang="en-US" altLang="ja-JP" sz="2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ＭＳ 明朝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49" charset="-128"/>
                          <a:cs typeface="Arial" panose="020B0604020202020204" pitchFamily="34" charset="0"/>
                        </a:rPr>
                        <a:t>17</a:t>
                      </a:r>
                      <a:endParaRPr kumimoji="0" lang="en-US" altLang="ja-JP" sz="2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ＭＳ 明朝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3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49" charset="-128"/>
                          <a:cs typeface="Arial" panose="020B0604020202020204" pitchFamily="34" charset="0"/>
                        </a:rPr>
                        <a:t>Decrease</a:t>
                      </a:r>
                      <a:endParaRPr kumimoji="0" lang="en-US" altLang="ja-JP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ＭＳ 明朝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49" charset="-128"/>
                          <a:cs typeface="Arial" panose="020B0604020202020204" pitchFamily="34" charset="0"/>
                        </a:rPr>
                        <a:t>9</a:t>
                      </a:r>
                      <a:endParaRPr kumimoji="0" lang="en-US" altLang="ja-JP" sz="2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ＭＳ 明朝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49" charset="-128"/>
                          <a:cs typeface="Arial" panose="020B0604020202020204" pitchFamily="34" charset="0"/>
                        </a:rPr>
                        <a:t>11</a:t>
                      </a:r>
                      <a:endParaRPr kumimoji="0" lang="en-US" altLang="ja-JP" sz="24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ＭＳ 明朝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00"/>
                        </a:buClr>
                        <a:defRPr kumimoji="1" sz="2800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ＭＳ 明朝" panose="02020609040205080304" pitchFamily="49" charset="-128"/>
                          <a:cs typeface="Arial" panose="020B0604020202020204" pitchFamily="34" charset="0"/>
                        </a:rPr>
                        <a:t>15</a:t>
                      </a:r>
                      <a:endParaRPr kumimoji="0" lang="en-US" altLang="ja-JP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ＭＳ 明朝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T="45729" marB="45729" horzOverflow="overflow">
                    <a:lnL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848" name="Text Box 127">
            <a:extLst>
              <a:ext uri="{FF2B5EF4-FFF2-40B4-BE49-F238E27FC236}">
                <a16:creationId xmlns:a16="http://schemas.microsoft.com/office/drawing/2014/main" id="{FE9F90F4-EE34-B1F6-CBF0-D70B67C03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835281"/>
            <a:ext cx="37338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b">
            <a:spAutoFit/>
          </a:bodyPr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1800" u="sng" dirty="0">
                <a:solidFill>
                  <a:srgbClr val="C00000"/>
                </a:solidFill>
                <a:latin typeface="Calibri" panose="020F0502020204030204" pitchFamily="34" charset="0"/>
              </a:rPr>
              <a:t>Key CSA measures for Small Farmers</a:t>
            </a:r>
          </a:p>
          <a:p>
            <a:pPr>
              <a:buFontTx/>
              <a:buChar char="•"/>
            </a:pPr>
            <a:r>
              <a:rPr lang="en-US" altLang="ja-JP" sz="1800" b="0" dirty="0">
                <a:solidFill>
                  <a:schemeClr val="tx1"/>
                </a:solidFill>
                <a:latin typeface="Calibri" panose="020F0502020204030204" pitchFamily="34" charset="0"/>
              </a:rPr>
              <a:t> Change in crop varieties</a:t>
            </a:r>
          </a:p>
          <a:p>
            <a:pPr>
              <a:buFontTx/>
              <a:buChar char="•"/>
            </a:pPr>
            <a:r>
              <a:rPr lang="en-US" altLang="ja-JP" sz="1800" b="0" dirty="0">
                <a:solidFill>
                  <a:schemeClr val="tx1"/>
                </a:solidFill>
                <a:latin typeface="Calibri" panose="020F0502020204030204" pitchFamily="34" charset="0"/>
              </a:rPr>
              <a:t> Alterations in cropping pattern</a:t>
            </a:r>
          </a:p>
          <a:p>
            <a:pPr>
              <a:buFontTx/>
              <a:buChar char="•"/>
            </a:pPr>
            <a:r>
              <a:rPr lang="en-US" altLang="ja-JP" sz="1800" b="0" dirty="0">
                <a:solidFill>
                  <a:schemeClr val="tx1"/>
                </a:solidFill>
                <a:latin typeface="Calibri" panose="020F0502020204030204" pitchFamily="34" charset="0"/>
              </a:rPr>
              <a:t> Wider use of water harvesting     technology</a:t>
            </a:r>
          </a:p>
          <a:p>
            <a:pPr>
              <a:buFontTx/>
              <a:buChar char="•"/>
            </a:pPr>
            <a:r>
              <a:rPr lang="en-US" altLang="ja-JP" sz="1800" b="0" dirty="0">
                <a:solidFill>
                  <a:schemeClr val="tx1"/>
                </a:solidFill>
                <a:latin typeface="Calibri" panose="020F0502020204030204" pitchFamily="34" charset="0"/>
              </a:rPr>
              <a:t> Improved drainage condition</a:t>
            </a:r>
          </a:p>
          <a:p>
            <a:pPr>
              <a:buFontTx/>
              <a:buChar char="•"/>
            </a:pPr>
            <a:r>
              <a:rPr lang="en-US" altLang="ja-JP" sz="1800" b="0" dirty="0">
                <a:solidFill>
                  <a:schemeClr val="tx1"/>
                </a:solidFill>
                <a:latin typeface="Calibri" panose="020F0502020204030204" pitchFamily="34" charset="0"/>
              </a:rPr>
              <a:t> Using climate forecasting    systems</a:t>
            </a:r>
          </a:p>
        </p:txBody>
      </p:sp>
      <p:sp>
        <p:nvSpPr>
          <p:cNvPr id="34849" name="Text Box 128">
            <a:extLst>
              <a:ext uri="{FF2B5EF4-FFF2-40B4-BE49-F238E27FC236}">
                <a16:creationId xmlns:a16="http://schemas.microsoft.com/office/drawing/2014/main" id="{35295D6A-1000-2403-04C3-E26FDEFFD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2175" y="6489719"/>
            <a:ext cx="151150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1200" b="0" dirty="0">
                <a:solidFill>
                  <a:schemeClr val="tx1"/>
                </a:solidFill>
              </a:rPr>
              <a:t>Source: ERIA, 2019</a:t>
            </a:r>
          </a:p>
        </p:txBody>
      </p:sp>
      <p:pic>
        <p:nvPicPr>
          <p:cNvPr id="34850" name="Picture 130">
            <a:extLst>
              <a:ext uri="{FF2B5EF4-FFF2-40B4-BE49-F238E27FC236}">
                <a16:creationId xmlns:a16="http://schemas.microsoft.com/office/drawing/2014/main" id="{F7CC1D8D-7D9F-218C-3E39-7DD149C0F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976312" y="2224088"/>
            <a:ext cx="714375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4851" name="Text Box 131">
            <a:extLst>
              <a:ext uri="{FF2B5EF4-FFF2-40B4-BE49-F238E27FC236}">
                <a16:creationId xmlns:a16="http://schemas.microsoft.com/office/drawing/2014/main" id="{06F75206-745B-ACA3-5688-47EC5FFAF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276600"/>
            <a:ext cx="1724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ja-JP" sz="1200" b="0">
                <a:solidFill>
                  <a:schemeClr val="tx1"/>
                </a:solidFill>
              </a:rPr>
              <a:t>Source: After Ion 2007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35560" y="60842"/>
            <a:ext cx="865604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ja-JP" sz="2800" b="1" dirty="0">
                <a:solidFill>
                  <a:srgbClr val="C00000"/>
                </a:solidFill>
                <a:latin typeface="+mn-lt"/>
                <a:ea typeface="MS PGothic" pitchFamily="50" charset="-128"/>
              </a:rPr>
              <a:t>CSA  In South East Asia – A reality check?</a:t>
            </a:r>
          </a:p>
        </p:txBody>
      </p:sp>
      <p:pic>
        <p:nvPicPr>
          <p:cNvPr id="21509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" t="37976" r="8125" b="17134"/>
          <a:stretch>
            <a:fillRect/>
          </a:stretch>
        </p:blipFill>
        <p:spPr bwMode="auto">
          <a:xfrm>
            <a:off x="110067" y="804333"/>
            <a:ext cx="8881533" cy="487501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0" name="Text Box 13"/>
          <p:cNvSpPr txBox="1">
            <a:spLocks noChangeArrowheads="1"/>
          </p:cNvSpPr>
          <p:nvPr/>
        </p:nvSpPr>
        <p:spPr bwMode="auto">
          <a:xfrm>
            <a:off x="110067" y="6492358"/>
            <a:ext cx="2895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ja-JP" b="0" dirty="0">
                <a:solidFill>
                  <a:schemeClr val="tx1"/>
                </a:solidFill>
                <a:latin typeface="Arial" panose="020B0604020202020204" pitchFamily="34" charset="0"/>
              </a:rPr>
              <a:t>Source: ERIA,  2018</a:t>
            </a:r>
          </a:p>
        </p:txBody>
      </p:sp>
      <p:sp>
        <p:nvSpPr>
          <p:cNvPr id="2" name="Rectangle 1"/>
          <p:cNvSpPr/>
          <p:nvPr/>
        </p:nvSpPr>
        <p:spPr>
          <a:xfrm>
            <a:off x="3670959" y="6460092"/>
            <a:ext cx="56659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0099"/>
                </a:solidFill>
              </a:rPr>
              <a:t>CSA is largely reactive &amp; autonomous so-far! In ASEAN</a:t>
            </a:r>
          </a:p>
        </p:txBody>
      </p:sp>
    </p:spTree>
    <p:extLst>
      <p:ext uri="{BB962C8B-B14F-4D97-AF65-F5344CB8AC3E}">
        <p14:creationId xmlns:p14="http://schemas.microsoft.com/office/powerpoint/2010/main" val="3870351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82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5344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ja-JP" sz="2800" b="1" dirty="0">
                <a:solidFill>
                  <a:srgbClr val="C00000"/>
                </a:solidFill>
                <a:latin typeface="Corbel" pitchFamily="34" charset="0"/>
                <a:ea typeface="MS PGothic" pitchFamily="50" charset="-128"/>
              </a:rPr>
              <a:t>CSA Opportunity  and Livelihood Opportunity  – A continuum</a:t>
            </a:r>
          </a:p>
        </p:txBody>
      </p:sp>
      <p:sp>
        <p:nvSpPr>
          <p:cNvPr id="24579" name="Text Box 5"/>
          <p:cNvSpPr txBox="1">
            <a:spLocks noChangeArrowheads="1"/>
          </p:cNvSpPr>
          <p:nvPr/>
        </p:nvSpPr>
        <p:spPr bwMode="auto">
          <a:xfrm>
            <a:off x="119063" y="1033463"/>
            <a:ext cx="15573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ja-JP" sz="2000" b="0" dirty="0">
                <a:solidFill>
                  <a:schemeClr val="tx1"/>
                </a:solidFill>
                <a:latin typeface="Corbel" panose="020B0503020204020204" pitchFamily="34" charset="0"/>
              </a:rPr>
              <a:t>CSA</a:t>
            </a:r>
          </a:p>
          <a:p>
            <a:pPr algn="l"/>
            <a:r>
              <a:rPr lang="en-US" altLang="ja-JP" sz="2000" b="0" dirty="0">
                <a:solidFill>
                  <a:schemeClr val="tx1"/>
                </a:solidFill>
                <a:latin typeface="Corbel" panose="020B0503020204020204" pitchFamily="34" charset="0"/>
              </a:rPr>
              <a:t> focus</a:t>
            </a:r>
          </a:p>
        </p:txBody>
      </p:sp>
      <p:sp>
        <p:nvSpPr>
          <p:cNvPr id="24580" name="Text Box 6"/>
          <p:cNvSpPr txBox="1">
            <a:spLocks noChangeArrowheads="1"/>
          </p:cNvSpPr>
          <p:nvPr/>
        </p:nvSpPr>
        <p:spPr bwMode="auto">
          <a:xfrm>
            <a:off x="0" y="1828800"/>
            <a:ext cx="1828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ja-JP" sz="1800" b="0" dirty="0">
                <a:solidFill>
                  <a:schemeClr val="tx1"/>
                </a:solidFill>
                <a:latin typeface="Corbel" panose="020B0503020204020204" pitchFamily="34" charset="0"/>
              </a:rPr>
              <a:t>Benefit in the</a:t>
            </a:r>
          </a:p>
          <a:p>
            <a:pPr algn="l"/>
            <a:r>
              <a:rPr lang="en-US" altLang="ja-JP" sz="1800" b="0" dirty="0">
                <a:solidFill>
                  <a:schemeClr val="tx1"/>
                </a:solidFill>
                <a:latin typeface="Corbel" panose="020B0503020204020204" pitchFamily="34" charset="0"/>
              </a:rPr>
              <a:t>absence </a:t>
            </a:r>
            <a:r>
              <a:rPr lang="en-US" altLang="ja-JP" sz="1600" b="0" dirty="0">
                <a:solidFill>
                  <a:schemeClr val="tx1"/>
                </a:solidFill>
                <a:latin typeface="Corbel" panose="020B0503020204020204" pitchFamily="34" charset="0"/>
              </a:rPr>
              <a:t>of CC</a:t>
            </a:r>
          </a:p>
        </p:txBody>
      </p:sp>
      <p:sp>
        <p:nvSpPr>
          <p:cNvPr id="24581" name="Text Box 7"/>
          <p:cNvSpPr txBox="1">
            <a:spLocks noChangeArrowheads="1"/>
          </p:cNvSpPr>
          <p:nvPr/>
        </p:nvSpPr>
        <p:spPr bwMode="auto">
          <a:xfrm>
            <a:off x="180975" y="2566988"/>
            <a:ext cx="10382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ja-JP" sz="1800" b="0" dirty="0">
                <a:solidFill>
                  <a:schemeClr val="tx1"/>
                </a:solidFill>
                <a:latin typeface="Corbel" panose="020B0503020204020204" pitchFamily="34" charset="0"/>
              </a:rPr>
              <a:t>Example</a:t>
            </a:r>
          </a:p>
        </p:txBody>
      </p:sp>
      <p:sp>
        <p:nvSpPr>
          <p:cNvPr id="24582" name="Rectangle 9"/>
          <p:cNvSpPr>
            <a:spLocks noChangeArrowheads="1"/>
          </p:cNvSpPr>
          <p:nvPr/>
        </p:nvSpPr>
        <p:spPr bwMode="auto">
          <a:xfrm>
            <a:off x="1600200" y="1219200"/>
            <a:ext cx="7391400" cy="457200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767647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ja-JP" sz="1800" dirty="0">
                <a:solidFill>
                  <a:srgbClr val="C00000"/>
                </a:solidFill>
                <a:latin typeface="Nirmala UI" panose="020B0502040204020203" pitchFamily="34" charset="0"/>
                <a:cs typeface="Nirmala UI" panose="020B0502040204020203" pitchFamily="34" charset="0"/>
              </a:rPr>
              <a:t>Vulnerability reduction                                     Response to impacts</a:t>
            </a:r>
          </a:p>
        </p:txBody>
      </p:sp>
      <p:sp>
        <p:nvSpPr>
          <p:cNvPr id="24583" name="Rectangle 10"/>
          <p:cNvSpPr>
            <a:spLocks noChangeArrowheads="1"/>
          </p:cNvSpPr>
          <p:nvPr/>
        </p:nvSpPr>
        <p:spPr bwMode="auto">
          <a:xfrm>
            <a:off x="1524000" y="1905000"/>
            <a:ext cx="7467600" cy="457200"/>
          </a:xfrm>
          <a:prstGeom prst="rect">
            <a:avLst/>
          </a:prstGeom>
          <a:gradFill rotWithShape="1">
            <a:gsLst>
              <a:gs pos="0">
                <a:srgbClr val="762F00"/>
              </a:gs>
              <a:gs pos="100000">
                <a:srgbClr val="FF6600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ja-JP" sz="2400">
                <a:solidFill>
                  <a:schemeClr val="bg2"/>
                </a:solidFill>
              </a:rPr>
              <a:t>100%                                                              0%</a:t>
            </a:r>
          </a:p>
        </p:txBody>
      </p:sp>
      <p:sp>
        <p:nvSpPr>
          <p:cNvPr id="24584" name="Text Box 13"/>
          <p:cNvSpPr txBox="1">
            <a:spLocks noChangeArrowheads="1"/>
          </p:cNvSpPr>
          <p:nvPr/>
        </p:nvSpPr>
        <p:spPr bwMode="auto">
          <a:xfrm>
            <a:off x="1371600" y="2566988"/>
            <a:ext cx="1981200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ja-JP" sz="1600" b="0" dirty="0">
                <a:solidFill>
                  <a:schemeClr val="tx1"/>
                </a:solidFill>
                <a:latin typeface="Corbel" panose="020B0503020204020204" pitchFamily="34" charset="0"/>
              </a:rPr>
              <a:t>China: Providing farmers drought tolerant varieties &amp; training for water saving methods</a:t>
            </a:r>
          </a:p>
        </p:txBody>
      </p:sp>
      <p:sp>
        <p:nvSpPr>
          <p:cNvPr id="24585" name="Text Box 14"/>
          <p:cNvSpPr txBox="1">
            <a:spLocks noChangeArrowheads="1"/>
          </p:cNvSpPr>
          <p:nvPr/>
        </p:nvSpPr>
        <p:spPr bwMode="auto">
          <a:xfrm>
            <a:off x="3429000" y="2470686"/>
            <a:ext cx="20574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ja-JP" sz="1600" b="0" dirty="0">
                <a:solidFill>
                  <a:schemeClr val="tx1"/>
                </a:solidFill>
                <a:latin typeface="Corbel" panose="020B0503020204020204" pitchFamily="34" charset="0"/>
              </a:rPr>
              <a:t>INDIA: Teaching officials to collect climate data and integrate in their planning decisions</a:t>
            </a:r>
          </a:p>
        </p:txBody>
      </p:sp>
      <p:sp>
        <p:nvSpPr>
          <p:cNvPr id="24586" name="Text Box 15"/>
          <p:cNvSpPr txBox="1">
            <a:spLocks noChangeArrowheads="1"/>
          </p:cNvSpPr>
          <p:nvPr/>
        </p:nvSpPr>
        <p:spPr bwMode="auto">
          <a:xfrm>
            <a:off x="5410200" y="2700338"/>
            <a:ext cx="1981200" cy="1077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ja-JP" sz="1600" b="0" dirty="0">
                <a:solidFill>
                  <a:schemeClr val="tx1"/>
                </a:solidFill>
                <a:latin typeface="Corbel" panose="020B0503020204020204" pitchFamily="34" charset="0"/>
              </a:rPr>
              <a:t>FIJI: Coastal zone protection with vegetative buffers like mangroves</a:t>
            </a:r>
          </a:p>
        </p:txBody>
      </p:sp>
      <p:sp>
        <p:nvSpPr>
          <p:cNvPr id="24587" name="Text Box 16"/>
          <p:cNvSpPr txBox="1">
            <a:spLocks noChangeArrowheads="1"/>
          </p:cNvSpPr>
          <p:nvPr/>
        </p:nvSpPr>
        <p:spPr bwMode="auto">
          <a:xfrm>
            <a:off x="7239000" y="2566988"/>
            <a:ext cx="1905000" cy="147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>
            <a:spAutoFit/>
          </a:bodyPr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ja-JP" sz="1800" b="0">
                <a:solidFill>
                  <a:schemeClr val="tx1"/>
                </a:solidFill>
                <a:latin typeface="Corbel" panose="020B0503020204020204" pitchFamily="34" charset="0"/>
              </a:rPr>
              <a:t>BANGLADESH: Constructing shelters in response to frequent cyclones</a:t>
            </a:r>
          </a:p>
        </p:txBody>
      </p:sp>
      <p:sp>
        <p:nvSpPr>
          <p:cNvPr id="24588" name="Rectangle 17"/>
          <p:cNvSpPr>
            <a:spLocks noChangeArrowheads="1"/>
          </p:cNvSpPr>
          <p:nvPr/>
        </p:nvSpPr>
        <p:spPr bwMode="auto">
          <a:xfrm>
            <a:off x="1524000" y="5862637"/>
            <a:ext cx="7620000" cy="457200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100000">
                <a:srgbClr val="767647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ja-JP" sz="1800" dirty="0">
                <a:solidFill>
                  <a:srgbClr val="C00000"/>
                </a:solidFill>
              </a:rPr>
              <a:t>Non-structural                                                                 Structural</a:t>
            </a:r>
            <a:endParaRPr lang="en-US" altLang="ja-JP" dirty="0">
              <a:solidFill>
                <a:srgbClr val="C00000"/>
              </a:solidFill>
            </a:endParaRPr>
          </a:p>
        </p:txBody>
      </p:sp>
      <p:sp>
        <p:nvSpPr>
          <p:cNvPr id="24589" name="Text Box 18"/>
          <p:cNvSpPr txBox="1">
            <a:spLocks noChangeArrowheads="1"/>
          </p:cNvSpPr>
          <p:nvPr/>
        </p:nvSpPr>
        <p:spPr bwMode="auto">
          <a:xfrm>
            <a:off x="234950" y="5953124"/>
            <a:ext cx="679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b">
            <a:spAutoFit/>
          </a:bodyPr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ja-JP" sz="1800" b="0" dirty="0">
                <a:solidFill>
                  <a:schemeClr val="bg1"/>
                </a:solidFill>
              </a:rPr>
              <a:t>Type</a:t>
            </a:r>
          </a:p>
        </p:txBody>
      </p:sp>
      <p:pic>
        <p:nvPicPr>
          <p:cNvPr id="24590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827212" y="4116388"/>
            <a:ext cx="114617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4591" name="Picture 20" descr="px-gal08z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4343400"/>
            <a:ext cx="16002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92" name="Picture 23" descr="Go to fullsize image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4267200"/>
            <a:ext cx="1676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93" name="Picture 2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267200"/>
            <a:ext cx="1676400" cy="1179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4876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EC040-7AF4-AAAB-48A5-82CD2C51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5226" y="274638"/>
            <a:ext cx="9789953" cy="11430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CSA and Livelihood Protection capacity Could be improved through Insurance Mechanisms</a:t>
            </a:r>
            <a:endParaRPr lang="en-ID" sz="32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05951-55DC-3D31-87D6-D2B3C731B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0C9FEE-E32F-9A5F-A3DC-E845D863F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57" y="1600202"/>
            <a:ext cx="8934275" cy="424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88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AutoShape 19"/>
          <p:cNvSpPr>
            <a:spLocks noChangeArrowheads="1"/>
          </p:cNvSpPr>
          <p:nvPr/>
        </p:nvSpPr>
        <p:spPr bwMode="auto">
          <a:xfrm rot="-5400000">
            <a:off x="-2207419" y="2817019"/>
            <a:ext cx="5343525" cy="928688"/>
          </a:xfrm>
          <a:prstGeom prst="rightArrow">
            <a:avLst>
              <a:gd name="adj1" fmla="val 50000"/>
              <a:gd name="adj2" fmla="val 143846"/>
            </a:avLst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ja-JP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800" dirty="0">
                <a:solidFill>
                  <a:schemeClr val="bg1"/>
                </a:solidFill>
                <a:latin typeface="Arial" panose="020B0604020202020204" pitchFamily="34" charset="0"/>
              </a:rPr>
              <a:t>SECTORAL ADAPTIVE  CAPACITY </a:t>
            </a:r>
          </a:p>
        </p:txBody>
      </p:sp>
      <p:sp>
        <p:nvSpPr>
          <p:cNvPr id="26628" name="Text Box 20"/>
          <p:cNvSpPr txBox="1">
            <a:spLocks noChangeArrowheads="1"/>
          </p:cNvSpPr>
          <p:nvPr/>
        </p:nvSpPr>
        <p:spPr bwMode="auto">
          <a:xfrm>
            <a:off x="860955" y="6494462"/>
            <a:ext cx="9072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0287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10287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10287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10287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10287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defTabSz="10287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defTabSz="10287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defTabSz="10287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defTabSz="10287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0" lang="en-US" altLang="ja-JP" sz="1800" b="0" dirty="0">
                <a:solidFill>
                  <a:schemeClr val="tx1"/>
                </a:solidFill>
                <a:latin typeface="Arial" panose="020B0604020202020204" pitchFamily="34" charset="0"/>
              </a:rPr>
              <a:t>Year:	</a:t>
            </a:r>
            <a:r>
              <a:rPr kumimoji="0" lang="ja-JP" altLang="en-US" sz="1800" b="0" dirty="0">
                <a:solidFill>
                  <a:schemeClr val="tx1"/>
                </a:solidFill>
                <a:latin typeface="Arial" panose="020B0604020202020204" pitchFamily="34" charset="0"/>
              </a:rPr>
              <a:t>　 </a:t>
            </a:r>
            <a:r>
              <a:rPr kumimoji="0" lang="en-US" altLang="ja-JP" sz="1800" b="0" dirty="0">
                <a:solidFill>
                  <a:schemeClr val="tx1"/>
                </a:solidFill>
                <a:latin typeface="Arial" panose="020B0604020202020204" pitchFamily="34" charset="0"/>
              </a:rPr>
              <a:t>0</a:t>
            </a:r>
            <a:r>
              <a:rPr kumimoji="0" lang="ja-JP" altLang="en-US" sz="1800" b="0" dirty="0">
                <a:solidFill>
                  <a:schemeClr val="tx1"/>
                </a:solidFill>
                <a:latin typeface="Arial" panose="020B0604020202020204" pitchFamily="34" charset="0"/>
              </a:rPr>
              <a:t>　　　　　</a:t>
            </a:r>
            <a:r>
              <a:rPr kumimoji="0" lang="en-US" altLang="ja-JP" sz="1800" b="0" dirty="0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r>
              <a:rPr kumimoji="0" lang="ja-JP" altLang="en-US" sz="1800" b="0" dirty="0">
                <a:solidFill>
                  <a:schemeClr val="tx1"/>
                </a:solidFill>
                <a:latin typeface="Arial" panose="020B0604020202020204" pitchFamily="34" charset="0"/>
              </a:rPr>
              <a:t>　　　　　</a:t>
            </a:r>
            <a:r>
              <a:rPr kumimoji="0" lang="en-US" altLang="ja-JP" sz="1800" b="0" dirty="0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  <a:r>
              <a:rPr kumimoji="0" lang="ja-JP" altLang="en-US" sz="1800" b="0" dirty="0">
                <a:solidFill>
                  <a:schemeClr val="tx1"/>
                </a:solidFill>
                <a:latin typeface="Arial" panose="020B0604020202020204" pitchFamily="34" charset="0"/>
              </a:rPr>
              <a:t>　　　　　</a:t>
            </a:r>
            <a:r>
              <a:rPr kumimoji="0" lang="en-US" altLang="ja-JP" sz="1800" b="0" dirty="0">
                <a:solidFill>
                  <a:schemeClr val="tx1"/>
                </a:solidFill>
                <a:latin typeface="Arial" panose="020B0604020202020204" pitchFamily="34" charset="0"/>
              </a:rPr>
              <a:t>3</a:t>
            </a:r>
            <a:r>
              <a:rPr kumimoji="0" lang="ja-JP" altLang="en-US" sz="1800" b="0" dirty="0">
                <a:solidFill>
                  <a:schemeClr val="tx1"/>
                </a:solidFill>
                <a:latin typeface="Arial" panose="020B0604020202020204" pitchFamily="34" charset="0"/>
              </a:rPr>
              <a:t>　　　　　</a:t>
            </a:r>
            <a:r>
              <a:rPr kumimoji="0" lang="en-US" altLang="ja-JP" sz="1800" b="0" dirty="0">
                <a:solidFill>
                  <a:schemeClr val="tx1"/>
                </a:solidFill>
                <a:latin typeface="Arial" panose="020B0604020202020204" pitchFamily="34" charset="0"/>
              </a:rPr>
              <a:t>4</a:t>
            </a:r>
            <a:r>
              <a:rPr kumimoji="0" lang="ja-JP" altLang="en-US" sz="1800" b="0" dirty="0">
                <a:solidFill>
                  <a:schemeClr val="tx1"/>
                </a:solidFill>
                <a:latin typeface="Arial" panose="020B0604020202020204" pitchFamily="34" charset="0"/>
              </a:rPr>
              <a:t>　　　　　</a:t>
            </a:r>
            <a:r>
              <a:rPr kumimoji="0" lang="en-US" altLang="ja-JP" sz="1800" b="0" dirty="0">
                <a:solidFill>
                  <a:schemeClr val="tx1"/>
                </a:solidFill>
                <a:latin typeface="Arial" panose="020B0604020202020204" pitchFamily="34" charset="0"/>
              </a:rPr>
              <a:t>5</a:t>
            </a:r>
            <a:r>
              <a:rPr kumimoji="0" lang="ja-JP" altLang="en-US" sz="1800" b="0" dirty="0">
                <a:solidFill>
                  <a:schemeClr val="tx1"/>
                </a:solidFill>
                <a:latin typeface="Arial" panose="020B0604020202020204" pitchFamily="34" charset="0"/>
              </a:rPr>
              <a:t>　　　　　</a:t>
            </a:r>
            <a:r>
              <a:rPr kumimoji="0" lang="en-US" altLang="ja-JP" sz="1800" b="0" dirty="0">
                <a:solidFill>
                  <a:schemeClr val="tx1"/>
                </a:solidFill>
                <a:latin typeface="Arial" panose="020B0604020202020204" pitchFamily="34" charset="0"/>
              </a:rPr>
              <a:t>6</a:t>
            </a:r>
            <a:r>
              <a:rPr kumimoji="0" lang="ja-JP" altLang="en-US" sz="1800" b="0" dirty="0">
                <a:solidFill>
                  <a:schemeClr val="tx1"/>
                </a:solidFill>
                <a:latin typeface="Arial" panose="020B0604020202020204" pitchFamily="34" charset="0"/>
              </a:rPr>
              <a:t>　　　　　</a:t>
            </a:r>
            <a:r>
              <a:rPr kumimoji="0" lang="en-US" altLang="ja-JP" sz="1800" b="0" dirty="0">
                <a:solidFill>
                  <a:schemeClr val="tx1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6629" name="AutoShape 23"/>
          <p:cNvSpPr>
            <a:spLocks noChangeArrowheads="1"/>
          </p:cNvSpPr>
          <p:nvPr/>
        </p:nvSpPr>
        <p:spPr bwMode="auto">
          <a:xfrm>
            <a:off x="6856412" y="290511"/>
            <a:ext cx="2209800" cy="1333500"/>
          </a:xfrm>
          <a:prstGeom prst="rightArrow">
            <a:avLst>
              <a:gd name="adj1" fmla="val 50000"/>
              <a:gd name="adj2" fmla="val 41429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/>
          </a:p>
        </p:txBody>
      </p:sp>
      <p:grpSp>
        <p:nvGrpSpPr>
          <p:cNvPr id="26630" name="Group 32"/>
          <p:cNvGrpSpPr>
            <a:grpSpLocks/>
          </p:cNvGrpSpPr>
          <p:nvPr/>
        </p:nvGrpSpPr>
        <p:grpSpPr bwMode="auto">
          <a:xfrm>
            <a:off x="798513" y="520700"/>
            <a:ext cx="8320087" cy="5521325"/>
            <a:chOff x="567" y="122"/>
            <a:chExt cx="5241" cy="3478"/>
          </a:xfrm>
        </p:grpSpPr>
        <p:sp>
          <p:nvSpPr>
            <p:cNvPr id="26632" name="Rectangle 2"/>
            <p:cNvSpPr>
              <a:spLocks noChangeArrowheads="1"/>
            </p:cNvSpPr>
            <p:nvPr/>
          </p:nvSpPr>
          <p:spPr bwMode="auto">
            <a:xfrm>
              <a:off x="567" y="2931"/>
              <a:ext cx="408" cy="573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ja-JP" altLang="en-US" sz="180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633" name="Rectangle 4"/>
            <p:cNvSpPr>
              <a:spLocks noChangeArrowheads="1"/>
            </p:cNvSpPr>
            <p:nvPr/>
          </p:nvSpPr>
          <p:spPr bwMode="auto">
            <a:xfrm>
              <a:off x="1383" y="2024"/>
              <a:ext cx="408" cy="952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6634" name="Rectangle 5"/>
            <p:cNvSpPr>
              <a:spLocks noChangeArrowheads="1"/>
            </p:cNvSpPr>
            <p:nvPr/>
          </p:nvSpPr>
          <p:spPr bwMode="auto">
            <a:xfrm rot="5400000">
              <a:off x="771" y="2364"/>
              <a:ext cx="408" cy="81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6635" name="Rectangle 6"/>
            <p:cNvSpPr>
              <a:spLocks noChangeArrowheads="1"/>
            </p:cNvSpPr>
            <p:nvPr/>
          </p:nvSpPr>
          <p:spPr bwMode="auto">
            <a:xfrm>
              <a:off x="3168" y="528"/>
              <a:ext cx="408" cy="336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6636" name="Rectangle 7"/>
            <p:cNvSpPr>
              <a:spLocks noChangeArrowheads="1"/>
            </p:cNvSpPr>
            <p:nvPr/>
          </p:nvSpPr>
          <p:spPr bwMode="auto">
            <a:xfrm rot="5400000">
              <a:off x="3652" y="-292"/>
              <a:ext cx="408" cy="1376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ja-JP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637" name="Rectangle 8"/>
            <p:cNvSpPr>
              <a:spLocks noChangeArrowheads="1"/>
            </p:cNvSpPr>
            <p:nvPr/>
          </p:nvSpPr>
          <p:spPr bwMode="auto">
            <a:xfrm>
              <a:off x="2416" y="1248"/>
              <a:ext cx="408" cy="384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6638" name="Text Box 11"/>
            <p:cNvSpPr txBox="1">
              <a:spLocks noChangeArrowheads="1"/>
            </p:cNvSpPr>
            <p:nvPr/>
          </p:nvSpPr>
          <p:spPr bwMode="auto">
            <a:xfrm rot="10800000">
              <a:off x="2256" y="2160"/>
              <a:ext cx="308" cy="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>
              <a:spAutoFit/>
            </a:bodyPr>
            <a:lstStyle>
              <a:lvl1pPr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endParaRPr lang="ja-JP" altLang="en-US" sz="200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639" name="Text Box 14"/>
            <p:cNvSpPr txBox="1">
              <a:spLocks noChangeArrowheads="1"/>
            </p:cNvSpPr>
            <p:nvPr/>
          </p:nvSpPr>
          <p:spPr bwMode="auto">
            <a:xfrm>
              <a:off x="3878" y="122"/>
              <a:ext cx="63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 eaLnBrk="1" hangingPunct="1"/>
              <a:endParaRPr lang="ja-JP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640" name="Text Box 16"/>
            <p:cNvSpPr txBox="1">
              <a:spLocks noChangeArrowheads="1"/>
            </p:cNvSpPr>
            <p:nvPr/>
          </p:nvSpPr>
          <p:spPr bwMode="auto">
            <a:xfrm>
              <a:off x="2416" y="848"/>
              <a:ext cx="1184" cy="404"/>
            </a:xfrm>
            <a:prstGeom prst="rect">
              <a:avLst/>
            </a:prstGeom>
            <a:solidFill>
              <a:srgbClr val="00B050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ja-JP" sz="1800" dirty="0">
                  <a:solidFill>
                    <a:schemeClr val="bg1"/>
                  </a:solidFill>
                  <a:latin typeface="Arial" panose="020B0604020202020204" pitchFamily="34" charset="0"/>
                </a:rPr>
                <a:t>PILOT  </a:t>
              </a:r>
            </a:p>
            <a:p>
              <a:pPr eaLnBrk="1" hangingPunct="1"/>
              <a:r>
                <a:rPr lang="en-US" altLang="ja-JP" sz="1800" dirty="0">
                  <a:solidFill>
                    <a:schemeClr val="bg1"/>
                  </a:solidFill>
                  <a:latin typeface="Arial" panose="020B0604020202020204" pitchFamily="34" charset="0"/>
                </a:rPr>
                <a:t>INVESTMENTS</a:t>
              </a:r>
            </a:p>
          </p:txBody>
        </p:sp>
        <p:sp>
          <p:nvSpPr>
            <p:cNvPr id="26641" name="Text Box 17"/>
            <p:cNvSpPr txBox="1">
              <a:spLocks noChangeArrowheads="1"/>
            </p:cNvSpPr>
            <p:nvPr/>
          </p:nvSpPr>
          <p:spPr bwMode="auto">
            <a:xfrm>
              <a:off x="1376" y="1632"/>
              <a:ext cx="1456" cy="404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ja-JP" sz="1800">
                  <a:solidFill>
                    <a:schemeClr val="bg1"/>
                  </a:solidFill>
                  <a:latin typeface="Arial" panose="020B0604020202020204" pitchFamily="34" charset="0"/>
                </a:rPr>
                <a:t>TARGETTED</a:t>
              </a:r>
            </a:p>
            <a:p>
              <a:pPr eaLnBrk="1" hangingPunct="1"/>
              <a:r>
                <a:rPr lang="en-US" altLang="ja-JP" sz="1800">
                  <a:solidFill>
                    <a:schemeClr val="bg1"/>
                  </a:solidFill>
                  <a:latin typeface="Arial" panose="020B0604020202020204" pitchFamily="34" charset="0"/>
                </a:rPr>
                <a:t>COMMUNICATION</a:t>
              </a:r>
            </a:p>
          </p:txBody>
        </p:sp>
        <p:sp>
          <p:nvSpPr>
            <p:cNvPr id="26642" name="Text Box 18"/>
            <p:cNvSpPr txBox="1">
              <a:spLocks noChangeArrowheads="1"/>
            </p:cNvSpPr>
            <p:nvPr/>
          </p:nvSpPr>
          <p:spPr bwMode="auto">
            <a:xfrm>
              <a:off x="567" y="2568"/>
              <a:ext cx="1134" cy="404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ja-JP" sz="1800" dirty="0">
                  <a:solidFill>
                    <a:schemeClr val="bg1"/>
                  </a:solidFill>
                  <a:latin typeface="Arial" panose="020B0604020202020204" pitchFamily="34" charset="0"/>
                </a:rPr>
                <a:t>AWARNESS</a:t>
              </a:r>
            </a:p>
            <a:p>
              <a:pPr eaLnBrk="1" hangingPunct="1"/>
              <a:r>
                <a:rPr lang="en-US" altLang="ja-JP" sz="1800" dirty="0">
                  <a:solidFill>
                    <a:schemeClr val="bg1"/>
                  </a:solidFill>
                  <a:latin typeface="Arial" panose="020B0604020202020204" pitchFamily="34" charset="0"/>
                </a:rPr>
                <a:t>RAISING</a:t>
              </a:r>
            </a:p>
          </p:txBody>
        </p:sp>
        <p:sp>
          <p:nvSpPr>
            <p:cNvPr id="26643" name="Line 21"/>
            <p:cNvSpPr>
              <a:spLocks noChangeShapeType="1"/>
            </p:cNvSpPr>
            <p:nvPr/>
          </p:nvSpPr>
          <p:spPr bwMode="auto">
            <a:xfrm>
              <a:off x="576" y="3600"/>
              <a:ext cx="4896" cy="0"/>
            </a:xfrm>
            <a:prstGeom prst="line">
              <a:avLst/>
            </a:prstGeom>
            <a:ln>
              <a:solidFill>
                <a:schemeClr val="bg1"/>
              </a:solidFill>
              <a:headEnd/>
              <a:tailEnd type="triangl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anchor="b"/>
            <a:lstStyle/>
            <a:p>
              <a:endParaRPr lang="en-US"/>
            </a:p>
          </p:txBody>
        </p:sp>
        <p:sp>
          <p:nvSpPr>
            <p:cNvPr id="26644" name="Text Box 22"/>
            <p:cNvSpPr txBox="1">
              <a:spLocks noChangeArrowheads="1"/>
            </p:cNvSpPr>
            <p:nvPr/>
          </p:nvSpPr>
          <p:spPr bwMode="auto">
            <a:xfrm>
              <a:off x="3312" y="288"/>
              <a:ext cx="14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b">
              <a:spAutoFit/>
            </a:bodyPr>
            <a:lstStyle>
              <a:lvl1pPr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ja-JP" sz="2000">
                  <a:solidFill>
                    <a:schemeClr val="bg1"/>
                  </a:solidFill>
                  <a:latin typeface="Arial" panose="020B0604020202020204" pitchFamily="34" charset="0"/>
                </a:rPr>
                <a:t>MAINSTREAMING</a:t>
              </a:r>
            </a:p>
          </p:txBody>
        </p:sp>
        <p:sp>
          <p:nvSpPr>
            <p:cNvPr id="26645" name="Rectangle 24"/>
            <p:cNvSpPr>
              <a:spLocks noChangeArrowheads="1"/>
            </p:cNvSpPr>
            <p:nvPr/>
          </p:nvSpPr>
          <p:spPr bwMode="auto">
            <a:xfrm>
              <a:off x="1056" y="3024"/>
              <a:ext cx="576" cy="5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6646" name="Text Box 25"/>
            <p:cNvSpPr txBox="1">
              <a:spLocks noChangeArrowheads="1"/>
            </p:cNvSpPr>
            <p:nvPr/>
          </p:nvSpPr>
          <p:spPr bwMode="auto">
            <a:xfrm>
              <a:off x="1104" y="3072"/>
              <a:ext cx="34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b">
              <a:spAutoFit/>
            </a:bodyPr>
            <a:lstStyle>
              <a:lvl1pPr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ja-JP" sz="1800" b="0">
                  <a:solidFill>
                    <a:schemeClr val="tx1"/>
                  </a:solidFill>
                </a:rPr>
                <a:t>Step 1: Building Scientific understanding &amp; Capacity</a:t>
              </a:r>
            </a:p>
          </p:txBody>
        </p:sp>
        <p:sp>
          <p:nvSpPr>
            <p:cNvPr id="26647" name="Text Box 26"/>
            <p:cNvSpPr txBox="1">
              <a:spLocks noChangeArrowheads="1"/>
            </p:cNvSpPr>
            <p:nvPr/>
          </p:nvSpPr>
          <p:spPr bwMode="auto">
            <a:xfrm>
              <a:off x="1872" y="2112"/>
              <a:ext cx="2897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b">
              <a:spAutoFit/>
            </a:bodyPr>
            <a:lstStyle>
              <a:lvl1pPr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ja-JP" sz="1800" b="0" dirty="0">
                  <a:solidFill>
                    <a:schemeClr val="tx1"/>
                  </a:solidFill>
                </a:rPr>
                <a:t>Step 2: Targeted information &amp; training  for</a:t>
              </a:r>
            </a:p>
            <a:p>
              <a:r>
                <a:rPr lang="en-US" altLang="ja-JP" sz="1800" b="0" dirty="0">
                  <a:solidFill>
                    <a:schemeClr val="tx1"/>
                  </a:solidFill>
                </a:rPr>
                <a:t>Policy makers and planners</a:t>
              </a:r>
            </a:p>
          </p:txBody>
        </p:sp>
        <p:sp>
          <p:nvSpPr>
            <p:cNvPr id="26648" name="Text Box 27"/>
            <p:cNvSpPr txBox="1">
              <a:spLocks noChangeArrowheads="1"/>
            </p:cNvSpPr>
            <p:nvPr/>
          </p:nvSpPr>
          <p:spPr bwMode="auto">
            <a:xfrm>
              <a:off x="2745" y="1344"/>
              <a:ext cx="2467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b">
              <a:spAutoFit/>
            </a:bodyPr>
            <a:lstStyle>
              <a:lvl1pPr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ja-JP" altLang="en-US" sz="1800" b="0" dirty="0">
                  <a:solidFill>
                    <a:schemeClr val="tx1"/>
                  </a:solidFill>
                </a:rPr>
                <a:t>  </a:t>
              </a:r>
              <a:r>
                <a:rPr lang="en-US" altLang="ja-JP" sz="1800" b="0" dirty="0">
                  <a:solidFill>
                    <a:schemeClr val="tx1"/>
                  </a:solidFill>
                </a:rPr>
                <a:t>Step 3: Pilot activities  involving </a:t>
              </a:r>
            </a:p>
            <a:p>
              <a:pPr algn="l"/>
              <a:r>
                <a:rPr lang="en-US" altLang="ja-JP" sz="1800" b="0" dirty="0">
                  <a:solidFill>
                    <a:schemeClr val="tx1"/>
                  </a:solidFill>
                </a:rPr>
                <a:t>  governments, private sectors &amp;CBO</a:t>
              </a:r>
            </a:p>
          </p:txBody>
        </p:sp>
        <p:sp>
          <p:nvSpPr>
            <p:cNvPr id="26649" name="Text Box 28"/>
            <p:cNvSpPr txBox="1">
              <a:spLocks noChangeArrowheads="1"/>
            </p:cNvSpPr>
            <p:nvPr/>
          </p:nvSpPr>
          <p:spPr bwMode="auto">
            <a:xfrm>
              <a:off x="3557" y="672"/>
              <a:ext cx="2251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b">
              <a:spAutoFit/>
            </a:bodyPr>
            <a:lstStyle>
              <a:lvl1pPr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ja-JP" altLang="en-US" sz="1800" b="0">
                  <a:solidFill>
                    <a:schemeClr val="tx1"/>
                  </a:solidFill>
                </a:rPr>
                <a:t> </a:t>
              </a:r>
              <a:r>
                <a:rPr lang="en-US" altLang="ja-JP" sz="1800" b="0">
                  <a:solidFill>
                    <a:schemeClr val="tx1"/>
                  </a:solidFill>
                </a:rPr>
                <a:t>Step 4: Building lessons to policy</a:t>
              </a:r>
            </a:p>
            <a:p>
              <a:pPr algn="l"/>
              <a:r>
                <a:rPr lang="en-US" altLang="ja-JP" sz="1800" b="0">
                  <a:solidFill>
                    <a:schemeClr val="tx1"/>
                  </a:solidFill>
                </a:rPr>
                <a:t>to make adaptation part of BAU</a:t>
              </a:r>
            </a:p>
          </p:txBody>
        </p:sp>
        <p:sp>
          <p:nvSpPr>
            <p:cNvPr id="26650" name="Text Box 31"/>
            <p:cNvSpPr txBox="1">
              <a:spLocks noChangeArrowheads="1"/>
            </p:cNvSpPr>
            <p:nvPr/>
          </p:nvSpPr>
          <p:spPr bwMode="auto">
            <a:xfrm>
              <a:off x="624" y="144"/>
              <a:ext cx="1920" cy="15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b">
              <a:spAutoFit/>
            </a:bodyPr>
            <a:lstStyle>
              <a:lvl1pPr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 b="1">
                  <a:solidFill>
                    <a:srgbClr val="FFFF00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ja-JP" sz="1600" u="sng" dirty="0">
                  <a:solidFill>
                    <a:schemeClr val="tx1"/>
                  </a:solidFill>
                  <a:latin typeface="Arial" panose="020B0604020202020204" pitchFamily="34" charset="0"/>
                </a:rPr>
                <a:t>Stakeholders:</a:t>
              </a:r>
            </a:p>
            <a:p>
              <a:pPr algn="l">
                <a:spcBef>
                  <a:spcPct val="50000"/>
                </a:spcBef>
                <a:buFontTx/>
                <a:buChar char="•"/>
              </a:pPr>
              <a:r>
                <a:rPr lang="en-US" altLang="ja-JP" sz="1600" i="1" dirty="0">
                  <a:solidFill>
                    <a:schemeClr val="tx1"/>
                  </a:solidFill>
                  <a:latin typeface="Arial" panose="020B0604020202020204" pitchFamily="34" charset="0"/>
                </a:rPr>
                <a:t> Policy Makers &amp; Planners</a:t>
              </a:r>
            </a:p>
            <a:p>
              <a:pPr algn="l">
                <a:spcBef>
                  <a:spcPct val="50000"/>
                </a:spcBef>
                <a:buFontTx/>
                <a:buChar char="•"/>
              </a:pPr>
              <a:r>
                <a:rPr lang="en-US" altLang="ja-JP" sz="1600" i="1" dirty="0">
                  <a:solidFill>
                    <a:schemeClr val="tx1"/>
                  </a:solidFill>
                  <a:latin typeface="Arial" panose="020B0604020202020204" pitchFamily="34" charset="0"/>
                </a:rPr>
                <a:t> Knowledge institutes</a:t>
              </a:r>
            </a:p>
            <a:p>
              <a:pPr algn="l">
                <a:spcBef>
                  <a:spcPct val="50000"/>
                </a:spcBef>
                <a:buFontTx/>
                <a:buChar char="•"/>
              </a:pPr>
              <a:r>
                <a:rPr lang="en-US" altLang="ja-JP" sz="1600" i="1" dirty="0">
                  <a:solidFill>
                    <a:schemeClr val="tx1"/>
                  </a:solidFill>
                  <a:latin typeface="Arial" panose="020B0604020202020204" pitchFamily="34" charset="0"/>
                </a:rPr>
                <a:t> Community organizations</a:t>
              </a:r>
            </a:p>
            <a:p>
              <a:pPr algn="l">
                <a:spcBef>
                  <a:spcPct val="50000"/>
                </a:spcBef>
                <a:buFontTx/>
                <a:buChar char="•"/>
              </a:pPr>
              <a:r>
                <a:rPr lang="en-US" altLang="ja-JP" sz="1600" i="1" dirty="0">
                  <a:solidFill>
                    <a:schemeClr val="tx1"/>
                  </a:solidFill>
                  <a:latin typeface="Arial" panose="020B0604020202020204" pitchFamily="34" charset="0"/>
                </a:rPr>
                <a:t> Private companies</a:t>
              </a:r>
            </a:p>
            <a:p>
              <a:pPr algn="l">
                <a:spcBef>
                  <a:spcPct val="50000"/>
                </a:spcBef>
                <a:buFontTx/>
                <a:buChar char="•"/>
              </a:pPr>
              <a:r>
                <a:rPr lang="en-US" altLang="ja-JP" sz="1600" i="1" dirty="0">
                  <a:solidFill>
                    <a:schemeClr val="tx1"/>
                  </a:solidFill>
                  <a:latin typeface="Arial" panose="020B0604020202020204" pitchFamily="34" charset="0"/>
                </a:rPr>
                <a:t>Development partners</a:t>
              </a:r>
            </a:p>
            <a:p>
              <a:pPr algn="l">
                <a:spcBef>
                  <a:spcPct val="50000"/>
                </a:spcBef>
              </a:pPr>
              <a:endParaRPr lang="ja-JP" altLang="en-US" sz="1600" i="1" dirty="0">
                <a:latin typeface="Arial" panose="020B0604020202020204" pitchFamily="34" charset="0"/>
              </a:endParaRPr>
            </a:p>
          </p:txBody>
        </p:sp>
      </p:grpSp>
      <p:sp>
        <p:nvSpPr>
          <p:cNvPr id="1046561" name="Text Box 33"/>
          <p:cNvSpPr txBox="1">
            <a:spLocks noChangeArrowheads="1"/>
          </p:cNvSpPr>
          <p:nvPr/>
        </p:nvSpPr>
        <p:spPr bwMode="auto">
          <a:xfrm>
            <a:off x="657755" y="-415132"/>
            <a:ext cx="7724246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b">
            <a:spAutoFit/>
          </a:bodyPr>
          <a:lstStyle/>
          <a:p>
            <a:pPr>
              <a:defRPr/>
            </a:pPr>
            <a:endParaRPr lang="ja-JP" altLang="en-US" sz="2800" b="0" dirty="0">
              <a:ea typeface="MS PGothic" pitchFamily="50" charset="-128"/>
            </a:endParaRPr>
          </a:p>
          <a:p>
            <a:pPr algn="ctr">
              <a:defRPr/>
            </a:pPr>
            <a:r>
              <a:rPr lang="en-US" altLang="ja-JP" sz="2800" b="1" dirty="0">
                <a:solidFill>
                  <a:srgbClr val="C00000"/>
                </a:solidFill>
                <a:ea typeface="MS PGothic" pitchFamily="50" charset="-128"/>
              </a:rPr>
              <a:t>Steps in Building Decision Making Capacity</a:t>
            </a:r>
          </a:p>
        </p:txBody>
      </p:sp>
    </p:spTree>
    <p:extLst>
      <p:ext uri="{BB962C8B-B14F-4D97-AF65-F5344CB8AC3E}">
        <p14:creationId xmlns:p14="http://schemas.microsoft.com/office/powerpoint/2010/main" val="4146835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99616B-1DB2-4B0B-ADF0-C06833D539BA}" type="slidenum">
              <a:rPr kumimoji="0" lang="ja-JP" altLang="en-US" sz="1200">
                <a:solidFill>
                  <a:schemeClr val="tx1"/>
                </a:solidFill>
                <a:latin typeface="Arial" panose="020B0604020202020204" pitchFamily="34" charset="0"/>
              </a:rPr>
              <a:pPr/>
              <a:t>9</a:t>
            </a:fld>
            <a:endParaRPr kumimoji="0" lang="en-US" altLang="ja-JP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895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7630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ja-JP" b="1" dirty="0">
                <a:solidFill>
                  <a:srgbClr val="C00000"/>
                </a:solidFill>
                <a:latin typeface="Corbel" pitchFamily="34" charset="0"/>
                <a:ea typeface="MS PGothic" pitchFamily="50" charset="-128"/>
              </a:rPr>
              <a:t>Barriers to Mainstreaming CSA  for Livelihood Protection</a:t>
            </a:r>
          </a:p>
        </p:txBody>
      </p:sp>
      <p:graphicFrame>
        <p:nvGraphicFramePr>
          <p:cNvPr id="1089596" name="Group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33483"/>
              </p:ext>
            </p:extLst>
          </p:nvPr>
        </p:nvGraphicFramePr>
        <p:xfrm>
          <a:off x="76200" y="1235075"/>
          <a:ext cx="8900020" cy="39625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393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6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marL="457200" marR="0" lvl="0" indent="-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ja-JP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Uncertainties in economic costs and CSA science</a:t>
                      </a:r>
                      <a:endParaRPr kumimoji="1" lang="ja-JP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orbel" pitchFamily="34" charset="0"/>
                        <a:ea typeface="MS PGothic" pitchFamily="50" charset="-128"/>
                      </a:endParaRPr>
                    </a:p>
                  </a:txBody>
                  <a:tcPr marT="45732" marB="45732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ja-JP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ea typeface="MS PGothic" pitchFamily="50" charset="-128"/>
                      </a:endParaRPr>
                    </a:p>
                  </a:txBody>
                  <a:tcPr marT="45732" marB="45732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457200" marR="0" lvl="0" indent="-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ja-JP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Limited public awareness</a:t>
                      </a:r>
                      <a:endParaRPr kumimoji="1" lang="ja-JP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orbel" pitchFamily="34" charset="0"/>
                        <a:ea typeface="MS PGothic" pitchFamily="50" charset="-128"/>
                      </a:endParaRPr>
                    </a:p>
                  </a:txBody>
                  <a:tcPr marT="45732" marB="45732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ja-JP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ea typeface="MS PGothic" pitchFamily="50" charset="-128"/>
                      </a:endParaRPr>
                    </a:p>
                  </a:txBody>
                  <a:tcPr marT="45732" marB="45732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457200" marR="0" lvl="0" indent="-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ja-JP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Limited structural &amp; non-structural measures</a:t>
                      </a:r>
                      <a:endParaRPr kumimoji="1" lang="ja-JP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orbel" pitchFamily="34" charset="0"/>
                        <a:ea typeface="MS PGothic" pitchFamily="50" charset="-128"/>
                      </a:endParaRPr>
                    </a:p>
                  </a:txBody>
                  <a:tcPr marT="45732" marB="45732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ja-JP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ea typeface="MS PGothic" pitchFamily="50" charset="-128"/>
                      </a:endParaRPr>
                    </a:p>
                  </a:txBody>
                  <a:tcPr marT="45732" marB="45732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457200" marR="0" lvl="0" indent="-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ja-JP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Weak human resources</a:t>
                      </a:r>
                      <a:endParaRPr kumimoji="1" lang="ja-JP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orbel" pitchFamily="34" charset="0"/>
                        <a:ea typeface="MS PGothic" pitchFamily="50" charset="-128"/>
                      </a:endParaRPr>
                    </a:p>
                  </a:txBody>
                  <a:tcPr marT="45732" marB="45732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ja-JP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ea typeface="MS PGothic" pitchFamily="50" charset="-128"/>
                      </a:endParaRPr>
                    </a:p>
                  </a:txBody>
                  <a:tcPr marT="45732" marB="45732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457200" marR="0" lvl="0" indent="-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ja-JP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Weak public &amp; private finance </a:t>
                      </a:r>
                      <a:endParaRPr kumimoji="1" lang="ja-JP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orbel" pitchFamily="34" charset="0"/>
                        <a:ea typeface="MS PGothic" pitchFamily="50" charset="-128"/>
                      </a:endParaRPr>
                    </a:p>
                  </a:txBody>
                  <a:tcPr marT="45732" marB="45732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ja-JP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ea typeface="MS PGothic" pitchFamily="50" charset="-128"/>
                      </a:endParaRPr>
                    </a:p>
                  </a:txBody>
                  <a:tcPr marT="45732" marB="45732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457200" marR="0" lvl="0" indent="-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ja-JP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Adapting to CSA is too costly</a:t>
                      </a:r>
                      <a:endParaRPr kumimoji="1" lang="ja-JP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Corbel" pitchFamily="34" charset="0"/>
                        <a:ea typeface="MS PGothic" pitchFamily="50" charset="-128"/>
                      </a:endParaRPr>
                    </a:p>
                  </a:txBody>
                  <a:tcPr marT="45732" marB="45732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FFFF00"/>
                        </a:buClr>
                        <a:buSzPct val="13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1" lang="ja-JP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ea typeface="MS PGothic" pitchFamily="50" charset="-128"/>
                      </a:endParaRPr>
                    </a:p>
                  </a:txBody>
                  <a:tcPr marT="45732" marB="45732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618" name="AutoShape 63"/>
          <p:cNvSpPr>
            <a:spLocks noChangeArrowheads="1"/>
          </p:cNvSpPr>
          <p:nvPr/>
        </p:nvSpPr>
        <p:spPr bwMode="auto">
          <a:xfrm>
            <a:off x="5257800" y="1570567"/>
            <a:ext cx="3581400" cy="702733"/>
          </a:xfrm>
          <a:prstGeom prst="leftArrowCallout">
            <a:avLst>
              <a:gd name="adj1" fmla="val 25000"/>
              <a:gd name="adj2" fmla="val 25000"/>
              <a:gd name="adj3" fmla="val 97917"/>
              <a:gd name="adj4" fmla="val 66667"/>
            </a:avLst>
          </a:prstGeom>
          <a:solidFill>
            <a:srgbClr val="C00000"/>
          </a:solidFill>
          <a:ln>
            <a:noFill/>
          </a:ln>
          <a:effectLst/>
        </p:spPr>
        <p:txBody>
          <a:bodyPr wrap="none" anchor="ctr"/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ja-JP" sz="1600">
                <a:solidFill>
                  <a:schemeClr val="bg1"/>
                </a:solidFill>
              </a:rPr>
              <a:t>Knowledge Gap</a:t>
            </a:r>
          </a:p>
        </p:txBody>
      </p:sp>
      <p:sp>
        <p:nvSpPr>
          <p:cNvPr id="25619" name="AutoShape 65"/>
          <p:cNvSpPr>
            <a:spLocks noChangeArrowheads="1"/>
          </p:cNvSpPr>
          <p:nvPr/>
        </p:nvSpPr>
        <p:spPr bwMode="auto">
          <a:xfrm>
            <a:off x="5181600" y="2929467"/>
            <a:ext cx="3733800" cy="609600"/>
          </a:xfrm>
          <a:prstGeom prst="leftArrowCallout">
            <a:avLst>
              <a:gd name="adj1" fmla="val 25000"/>
              <a:gd name="adj2" fmla="val 25000"/>
              <a:gd name="adj3" fmla="val 97917"/>
              <a:gd name="adj4" fmla="val 66667"/>
            </a:avLst>
          </a:prstGeom>
          <a:solidFill>
            <a:srgbClr val="C00000"/>
          </a:solidFill>
          <a:ln>
            <a:noFill/>
          </a:ln>
          <a:effectLst/>
        </p:spPr>
        <p:txBody>
          <a:bodyPr wrap="none" anchor="ctr"/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ja-JP" sz="1600">
                <a:solidFill>
                  <a:schemeClr val="bg1"/>
                </a:solidFill>
              </a:rPr>
              <a:t>Capacity  Gap</a:t>
            </a:r>
          </a:p>
        </p:txBody>
      </p:sp>
      <p:sp>
        <p:nvSpPr>
          <p:cNvPr id="25620" name="AutoShape 66"/>
          <p:cNvSpPr>
            <a:spLocks noChangeArrowheads="1"/>
          </p:cNvSpPr>
          <p:nvPr/>
        </p:nvSpPr>
        <p:spPr bwMode="auto">
          <a:xfrm>
            <a:off x="5257800" y="4389969"/>
            <a:ext cx="3657600" cy="609600"/>
          </a:xfrm>
          <a:prstGeom prst="leftArrowCallout">
            <a:avLst>
              <a:gd name="adj1" fmla="val 25000"/>
              <a:gd name="adj2" fmla="val 25000"/>
              <a:gd name="adj3" fmla="val 100000"/>
              <a:gd name="adj4" fmla="val 66667"/>
            </a:avLst>
          </a:prstGeom>
          <a:solidFill>
            <a:srgbClr val="C00000"/>
          </a:solidFill>
          <a:ln>
            <a:noFill/>
          </a:ln>
          <a:effectLst/>
        </p:spPr>
        <p:txBody>
          <a:bodyPr wrap="none" anchor="ctr"/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ja-JP" sz="1600">
                <a:solidFill>
                  <a:schemeClr val="bg1"/>
                </a:solidFill>
              </a:rPr>
              <a:t>Finance  Gap</a:t>
            </a:r>
          </a:p>
        </p:txBody>
      </p:sp>
    </p:spTree>
    <p:extLst>
      <p:ext uri="{BB962C8B-B14F-4D97-AF65-F5344CB8AC3E}">
        <p14:creationId xmlns:p14="http://schemas.microsoft.com/office/powerpoint/2010/main" val="1145063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>
            <a:extLst>
              <a:ext uri="{FF2B5EF4-FFF2-40B4-BE49-F238E27FC236}">
                <a16:creationId xmlns:a16="http://schemas.microsoft.com/office/drawing/2014/main" id="{93C9DAB6-EED6-4E4B-8A3B-BC646648C8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algn="ctr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fld id="{3D5F0915-8D4F-4B50-8540-EF8894D250C6}" type="slidenum">
              <a:rPr kumimoji="0" lang="ja-JP" altLang="en-US" sz="1200">
                <a:solidFill>
                  <a:schemeClr val="tx1"/>
                </a:solidFill>
                <a:latin typeface="Arial" panose="020B0604020202020204" pitchFamily="34" charset="0"/>
              </a:rPr>
              <a:pPr algn="l"/>
              <a:t>10</a:t>
            </a:fld>
            <a:endParaRPr kumimoji="0" lang="en-US" altLang="ja-JP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76930" name="Rectangle 2">
            <a:extLst>
              <a:ext uri="{FF2B5EF4-FFF2-40B4-BE49-F238E27FC236}">
                <a16:creationId xmlns:a16="http://schemas.microsoft.com/office/drawing/2014/main" id="{3E861976-5909-494D-B208-B2F5BBF922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36525"/>
            <a:ext cx="9244668" cy="609600"/>
          </a:xfrm>
        </p:spPr>
        <p:txBody>
          <a:bodyPr>
            <a:noAutofit/>
          </a:bodyPr>
          <a:lstStyle/>
          <a:p>
            <a:r>
              <a:rPr lang="en-US" altLang="ja-JP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anose="020B0503020204020204" pitchFamily="34" charset="0"/>
                <a:ea typeface="MS PGothic" panose="020B0600070205080204" pitchFamily="34" charset="-128"/>
              </a:rPr>
              <a:t>Improved CSA and Resilience is Built on Four Pillars</a:t>
            </a:r>
            <a:endParaRPr lang="ja-JP" altLang="en-US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 panose="020B0503020204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3557" name="Rectangle 49">
            <a:extLst>
              <a:ext uri="{FF2B5EF4-FFF2-40B4-BE49-F238E27FC236}">
                <a16:creationId xmlns:a16="http://schemas.microsoft.com/office/drawing/2014/main" id="{88DBE9F9-906C-4093-9562-BF38D1947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962400"/>
            <a:ext cx="16002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algn="ctr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algn="ctr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algn="ctr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algn="ctr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23556" name="Picture 4" descr="Figure 11">
            <a:extLst>
              <a:ext uri="{FF2B5EF4-FFF2-40B4-BE49-F238E27FC236}">
                <a16:creationId xmlns:a16="http://schemas.microsoft.com/office/drawing/2014/main" id="{7AFEF400-6F07-403C-BB6B-DECE472F4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7124"/>
            <a:ext cx="8791662" cy="475864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F04D5C-687E-BE40-B6E3-54D4BCC67B58}"/>
              </a:ext>
            </a:extLst>
          </p:cNvPr>
          <p:cNvSpPr txBox="1"/>
          <p:nvPr/>
        </p:nvSpPr>
        <p:spPr>
          <a:xfrm>
            <a:off x="260094" y="993593"/>
            <a:ext cx="22901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rgbClr val="C00000"/>
                </a:solidFill>
              </a:rPr>
              <a:t>Down-scaled models, </a:t>
            </a:r>
          </a:p>
          <a:p>
            <a:r>
              <a:rPr lang="en-US" sz="1600" i="1" dirty="0">
                <a:solidFill>
                  <a:srgbClr val="C00000"/>
                </a:solidFill>
              </a:rPr>
              <a:t>Co-benefit Infrastructure</a:t>
            </a:r>
            <a:endParaRPr lang="en-ID" sz="1600" i="1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5128D-AA0E-A29B-DE49-6B273A0C841C}"/>
              </a:ext>
            </a:extLst>
          </p:cNvPr>
          <p:cNvSpPr txBox="1"/>
          <p:nvPr/>
        </p:nvSpPr>
        <p:spPr>
          <a:xfrm>
            <a:off x="7507447" y="3798787"/>
            <a:ext cx="19714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C00000"/>
                </a:solidFill>
              </a:rPr>
              <a:t>Digital  Technologies</a:t>
            </a:r>
          </a:p>
          <a:p>
            <a:r>
              <a:rPr lang="en-US" sz="1400" i="1" dirty="0">
                <a:solidFill>
                  <a:srgbClr val="C00000"/>
                </a:solidFill>
              </a:rPr>
              <a:t>Inter–sector synergies</a:t>
            </a:r>
          </a:p>
          <a:p>
            <a:endParaRPr lang="en-ID" sz="1400" i="1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DF5593-405D-C9DD-5DE9-C9E729F8ED4E}"/>
              </a:ext>
            </a:extLst>
          </p:cNvPr>
          <p:cNvSpPr txBox="1"/>
          <p:nvPr/>
        </p:nvSpPr>
        <p:spPr>
          <a:xfrm>
            <a:off x="2197916" y="5239435"/>
            <a:ext cx="22141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Crowdfunding</a:t>
            </a:r>
          </a:p>
          <a:p>
            <a:r>
              <a:rPr lang="en-US" i="1" dirty="0">
                <a:solidFill>
                  <a:srgbClr val="C00000"/>
                </a:solidFill>
              </a:rPr>
              <a:t>Insurance mechanism</a:t>
            </a:r>
            <a:endParaRPr lang="en-ID" i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545D3F-F6DB-5C06-3CA2-5F3CC05DE4F7}"/>
              </a:ext>
            </a:extLst>
          </p:cNvPr>
          <p:cNvSpPr txBox="1"/>
          <p:nvPr/>
        </p:nvSpPr>
        <p:spPr>
          <a:xfrm>
            <a:off x="78049" y="3762345"/>
            <a:ext cx="25083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Targets &amp; KPI settings</a:t>
            </a:r>
          </a:p>
          <a:p>
            <a:r>
              <a:rPr lang="en-US" i="1" dirty="0">
                <a:solidFill>
                  <a:srgbClr val="C00000"/>
                </a:solidFill>
              </a:rPr>
              <a:t>Implementing Guidelines</a:t>
            </a:r>
            <a:endParaRPr lang="en-ID" i="1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5AF19F-C760-59BA-D9D4-594CCF67EF86}"/>
              </a:ext>
            </a:extLst>
          </p:cNvPr>
          <p:cNvSpPr txBox="1"/>
          <p:nvPr/>
        </p:nvSpPr>
        <p:spPr>
          <a:xfrm>
            <a:off x="494600" y="4352785"/>
            <a:ext cx="121675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337AA3-8D73-7038-DBC4-FFE1E4696915}"/>
              </a:ext>
            </a:extLst>
          </p:cNvPr>
          <p:cNvSpPr txBox="1"/>
          <p:nvPr/>
        </p:nvSpPr>
        <p:spPr>
          <a:xfrm>
            <a:off x="696127" y="4408676"/>
            <a:ext cx="813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G20</a:t>
            </a:r>
            <a:endParaRPr lang="en-ID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924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DF10DA5-7759-41EB-9DAB-9ACB7B20A8A0}" type="slidenum">
              <a:rPr kumimoji="0" lang="ja-JP" altLang="en-US" sz="1200">
                <a:solidFill>
                  <a:schemeClr val="tx1"/>
                </a:solidFill>
                <a:latin typeface="Arial" panose="020B0604020202020204" pitchFamily="34" charset="0"/>
              </a:rPr>
              <a:pPr/>
              <a:t>11</a:t>
            </a:fld>
            <a:endParaRPr kumimoji="0" lang="en-US" altLang="ja-JP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609600" y="3276600"/>
            <a:ext cx="815340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kumimoji="0" lang="en-GB" sz="1800" dirty="0">
                <a:solidFill>
                  <a:schemeClr val="tx1"/>
                </a:solidFill>
                <a:latin typeface="Corbel" panose="020B0503020204020204" pitchFamily="34" charset="0"/>
              </a:rPr>
              <a:t>Economic Research Institute for ASEAN and East Asia</a:t>
            </a:r>
          </a:p>
          <a:p>
            <a:pPr algn="l"/>
            <a:r>
              <a:rPr kumimoji="0" lang="en-GB" sz="1800" dirty="0" err="1">
                <a:solidFill>
                  <a:schemeClr val="tx1"/>
                </a:solidFill>
                <a:latin typeface="Corbel" panose="020B0503020204020204" pitchFamily="34" charset="0"/>
              </a:rPr>
              <a:t>Sentral</a:t>
            </a:r>
            <a:r>
              <a:rPr kumimoji="0" lang="en-GB" sz="1800" dirty="0">
                <a:solidFill>
                  <a:schemeClr val="tx1"/>
                </a:solidFill>
                <a:latin typeface="Corbel" panose="020B0503020204020204" pitchFamily="34" charset="0"/>
              </a:rPr>
              <a:t> </a:t>
            </a:r>
            <a:r>
              <a:rPr kumimoji="0" lang="en-GB" sz="1800" dirty="0" err="1">
                <a:solidFill>
                  <a:schemeClr val="tx1"/>
                </a:solidFill>
                <a:latin typeface="Corbel" panose="020B0503020204020204" pitchFamily="34" charset="0"/>
              </a:rPr>
              <a:t>Senayan</a:t>
            </a:r>
            <a:r>
              <a:rPr kumimoji="0" lang="en-GB" sz="1800" dirty="0">
                <a:solidFill>
                  <a:schemeClr val="tx1"/>
                </a:solidFill>
                <a:latin typeface="Corbel" panose="020B0503020204020204" pitchFamily="34" charset="0"/>
              </a:rPr>
              <a:t> II 6F</a:t>
            </a:r>
          </a:p>
          <a:p>
            <a:pPr algn="l"/>
            <a:r>
              <a:rPr kumimoji="0" lang="en-GB" sz="1800" dirty="0" err="1">
                <a:solidFill>
                  <a:schemeClr val="tx1"/>
                </a:solidFill>
                <a:latin typeface="Corbel" panose="020B0503020204020204" pitchFamily="34" charset="0"/>
              </a:rPr>
              <a:t>Gelora</a:t>
            </a:r>
            <a:r>
              <a:rPr kumimoji="0" lang="en-GB" sz="1800" dirty="0">
                <a:solidFill>
                  <a:schemeClr val="tx1"/>
                </a:solidFill>
                <a:latin typeface="Corbel" panose="020B0503020204020204" pitchFamily="34" charset="0"/>
              </a:rPr>
              <a:t> Bung </a:t>
            </a:r>
            <a:r>
              <a:rPr kumimoji="0" lang="en-GB" sz="1800" dirty="0" err="1">
                <a:solidFill>
                  <a:schemeClr val="tx1"/>
                </a:solidFill>
                <a:latin typeface="Corbel" panose="020B0503020204020204" pitchFamily="34" charset="0"/>
              </a:rPr>
              <a:t>karno</a:t>
            </a:r>
            <a:r>
              <a:rPr kumimoji="0" lang="en-GB" sz="1800" dirty="0">
                <a:solidFill>
                  <a:schemeClr val="tx1"/>
                </a:solidFill>
                <a:latin typeface="Corbel" panose="020B0503020204020204" pitchFamily="34" charset="0"/>
              </a:rPr>
              <a:t>, </a:t>
            </a:r>
            <a:r>
              <a:rPr kumimoji="0" lang="en-GB" sz="1800" dirty="0" err="1">
                <a:solidFill>
                  <a:schemeClr val="tx1"/>
                </a:solidFill>
                <a:latin typeface="Corbel" panose="020B0503020204020204" pitchFamily="34" charset="0"/>
              </a:rPr>
              <a:t>Senayan</a:t>
            </a:r>
            <a:endParaRPr kumimoji="0" lang="en-GB" sz="18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algn="l"/>
            <a:r>
              <a:rPr kumimoji="0" lang="en-GB" sz="1800" dirty="0">
                <a:solidFill>
                  <a:schemeClr val="tx1"/>
                </a:solidFill>
                <a:latin typeface="Corbel" panose="020B0503020204020204" pitchFamily="34" charset="0"/>
              </a:rPr>
              <a:t>Jakarta </a:t>
            </a:r>
            <a:r>
              <a:rPr kumimoji="0" lang="en-GB" sz="1800" dirty="0" err="1">
                <a:solidFill>
                  <a:schemeClr val="tx1"/>
                </a:solidFill>
                <a:latin typeface="Corbel" panose="020B0503020204020204" pitchFamily="34" charset="0"/>
              </a:rPr>
              <a:t>Pusat</a:t>
            </a:r>
            <a:r>
              <a:rPr kumimoji="0" lang="en-GB" sz="1800" dirty="0">
                <a:solidFill>
                  <a:schemeClr val="tx1"/>
                </a:solidFill>
                <a:latin typeface="Corbel" panose="020B0503020204020204" pitchFamily="34" charset="0"/>
              </a:rPr>
              <a:t> 10270, Indonesia</a:t>
            </a:r>
          </a:p>
          <a:p>
            <a:pPr algn="l"/>
            <a:endParaRPr kumimoji="0" lang="en-GB" sz="18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algn="l"/>
            <a:r>
              <a:rPr kumimoji="0" lang="en-GB" sz="1800" dirty="0">
                <a:solidFill>
                  <a:schemeClr val="tx1"/>
                </a:solidFill>
                <a:latin typeface="Corbel" panose="020B0503020204020204" pitchFamily="34" charset="0"/>
              </a:rPr>
              <a:t>Tel : 62-21-5797-4460    		 |       Fax : 62-21-5797-4464</a:t>
            </a:r>
          </a:p>
          <a:p>
            <a:pPr algn="l"/>
            <a:endParaRPr kumimoji="0" lang="en-GB" sz="1800" dirty="0">
              <a:solidFill>
                <a:schemeClr val="tx1"/>
              </a:solidFill>
              <a:latin typeface="Corbel" panose="020B0503020204020204" pitchFamily="34" charset="0"/>
            </a:endParaRPr>
          </a:p>
          <a:p>
            <a:pPr algn="l"/>
            <a:r>
              <a:rPr kumimoji="0" lang="en-GB" sz="1800" dirty="0">
                <a:solidFill>
                  <a:schemeClr val="tx1"/>
                </a:solidFill>
                <a:latin typeface="Corbel" panose="020B0503020204020204" pitchFamily="34" charset="0"/>
              </a:rPr>
              <a:t>Email : </a:t>
            </a:r>
            <a:r>
              <a:rPr kumimoji="0" lang="en-GB" sz="1800" dirty="0">
                <a:solidFill>
                  <a:schemeClr val="tx1"/>
                </a:solidFill>
                <a:latin typeface="Corbel" panose="020B0503020204020204" pitchFamily="34" charset="0"/>
                <a:hlinkClick r:id="rId2"/>
              </a:rPr>
              <a:t>v.anbumozhi@eria.org</a:t>
            </a:r>
            <a:r>
              <a:rPr kumimoji="0" lang="en-GB" sz="1800" dirty="0">
                <a:solidFill>
                  <a:schemeClr val="tx1"/>
                </a:solidFill>
                <a:latin typeface="Corbel" panose="020B0503020204020204" pitchFamily="34" charset="0"/>
              </a:rPr>
              <a:t>	 |        Website : www.eria.org</a:t>
            </a:r>
          </a:p>
          <a:p>
            <a:pPr algn="l"/>
            <a:endParaRPr kumimoji="0" lang="ja-JP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685800" y="2590800"/>
            <a:ext cx="2209800" cy="4572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FF00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kumimoji="0" lang="en-GB" sz="1800" dirty="0">
                <a:solidFill>
                  <a:srgbClr val="000000"/>
                </a:solidFill>
                <a:latin typeface="Corbel" panose="020B0503020204020204" pitchFamily="34" charset="0"/>
              </a:rPr>
              <a:t>Reach us at:</a:t>
            </a:r>
            <a:endParaRPr kumimoji="0" lang="en-US" altLang="ja-JP" sz="1800" b="0" dirty="0">
              <a:solidFill>
                <a:srgbClr val="000000"/>
              </a:solidFill>
              <a:latin typeface="Corbel" panose="020B0503020204020204" pitchFamily="34" charset="0"/>
            </a:endParaRPr>
          </a:p>
        </p:txBody>
      </p:sp>
      <p:sp>
        <p:nvSpPr>
          <p:cNvPr id="35845" name="WordArt 4"/>
          <p:cNvSpPr>
            <a:spLocks noChangeArrowheads="1" noChangeShapeType="1" noTextEdit="1"/>
          </p:cNvSpPr>
          <p:nvPr/>
        </p:nvSpPr>
        <p:spPr bwMode="auto">
          <a:xfrm>
            <a:off x="2743200" y="381000"/>
            <a:ext cx="3263900" cy="1225550"/>
          </a:xfrm>
          <a:prstGeom prst="rect">
            <a:avLst/>
          </a:prstGeom>
        </p:spPr>
        <p:txBody>
          <a:bodyPr wrap="none" fromWordArt="1">
            <a:prstTxWarp prst="textDoubleWave1">
              <a:avLst>
                <a:gd name="adj1" fmla="val 6500"/>
                <a:gd name="adj2" fmla="val 0"/>
              </a:avLst>
            </a:prstTxWarp>
          </a:bodyPr>
          <a:lstStyle/>
          <a:p>
            <a:r>
              <a:rPr lang="en-US" sz="3600" kern="10" spc="-360">
                <a:ln w="12700">
                  <a:solidFill>
                    <a:srgbClr val="000099"/>
                  </a:solidFill>
                  <a:round/>
                  <a:headEnd/>
                  <a:tailEnd/>
                </a:ln>
                <a:solidFill>
                  <a:srgbClr val="33CCFF"/>
                </a:solidFill>
                <a:effectLst>
                  <a:outerShdw dist="125724" dir="18900000" algn="ctr" rotWithShape="0">
                    <a:srgbClr val="000099"/>
                  </a:outerShdw>
                </a:effectLst>
                <a:latin typeface="Impact" panose="020B0806030902050204" pitchFamily="34" charset="0"/>
              </a:rPr>
              <a:t>Thank you</a:t>
            </a:r>
          </a:p>
        </p:txBody>
      </p:sp>
      <p:pic>
        <p:nvPicPr>
          <p:cNvPr id="1278981" name="Picture 5" descr="j0174012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752600"/>
            <a:ext cx="2389188" cy="238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5821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78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eme 1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ustomMKOP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KProdID">
    <vt:lpwstr>ZMOutlook</vt:lpwstr>
  </property>
  <property fmtid="{D5CDD505-2E9C-101B-9397-08002B2CF9AE}" pid="3" name="SizeBefore">
    <vt:lpwstr>3729149</vt:lpwstr>
  </property>
  <property fmtid="{D5CDD505-2E9C-101B-9397-08002B2CF9AE}" pid="4" name="OptimizationTime">
    <vt:lpwstr>20230214_1932</vt:lpwstr>
  </property>
</Properties>
</file>

<file path=docProps/app.xml><?xml version="1.0" encoding="utf-8"?>
<Properties xmlns="http://schemas.openxmlformats.org/officeDocument/2006/extended-properties" xmlns:vt="http://schemas.openxmlformats.org/officeDocument/2006/docPropsVTypes">
  <Template>Tittle theme 1</Template>
  <TotalTime>832</TotalTime>
  <Words>693</Words>
  <Application>Microsoft Office PowerPoint</Application>
  <PresentationFormat>On-screen Show (4:3)</PresentationFormat>
  <Paragraphs>254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Corbel</vt:lpstr>
      <vt:lpstr>Impact</vt:lpstr>
      <vt:lpstr>Nirmala UI</vt:lpstr>
      <vt:lpstr>Tahoma</vt:lpstr>
      <vt:lpstr>Times New Roman</vt:lpstr>
      <vt:lpstr>Wingdings</vt:lpstr>
      <vt:lpstr>Theme 1</vt:lpstr>
      <vt:lpstr>Climate-Smart Agriculture for Livelihoods  Protection and Opportunities</vt:lpstr>
      <vt:lpstr>PowerPoint Presentation</vt:lpstr>
      <vt:lpstr>With Climate Change by 2050 </vt:lpstr>
      <vt:lpstr>PowerPoint Presentation</vt:lpstr>
      <vt:lpstr>CSA  In South East Asia – A reality check?</vt:lpstr>
      <vt:lpstr>CSA Opportunity  and Livelihood Opportunity  – A continuum</vt:lpstr>
      <vt:lpstr>CSA and Livelihood Protection capacity Could be improved through Insurance Mechanisms</vt:lpstr>
      <vt:lpstr>PowerPoint Presentation</vt:lpstr>
      <vt:lpstr>Barriers to Mainstreaming CSA  for Livelihood Protection</vt:lpstr>
      <vt:lpstr>Improved CSA and Resilience is Built on Four Pillars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Change in the Asia-Pacific: How Countries Can Adapt?</dc:title>
  <dc:creator>Venkatachalam Anbumozhi</dc:creator>
  <cp:lastModifiedBy>V Anbumozhi</cp:lastModifiedBy>
  <cp:revision>32</cp:revision>
  <cp:lastPrinted>2023-02-04T15:13:30Z</cp:lastPrinted>
  <dcterms:created xsi:type="dcterms:W3CDTF">2018-03-11T15:19:29Z</dcterms:created>
  <dcterms:modified xsi:type="dcterms:W3CDTF">2023-02-04T16:39:46Z</dcterms:modified>
</cp:coreProperties>
</file>