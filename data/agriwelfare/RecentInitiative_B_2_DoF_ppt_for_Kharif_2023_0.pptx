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notesSlides/notesSlide3.xml" ContentType="application/vnd.openxmlformats-officedocument.presentationml.notesSlide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7" r:id="rId1"/>
  </p:sldMasterIdLst>
  <p:notesMasterIdLst>
    <p:notesMasterId r:id="rId24"/>
  </p:notesMasterIdLst>
  <p:handoutMasterIdLst>
    <p:handoutMasterId r:id="rId25"/>
  </p:handoutMasterIdLst>
  <p:sldIdLst>
    <p:sldId id="491" r:id="rId2"/>
    <p:sldId id="523" r:id="rId3"/>
    <p:sldId id="548" r:id="rId4"/>
    <p:sldId id="546" r:id="rId5"/>
    <p:sldId id="547" r:id="rId6"/>
    <p:sldId id="526" r:id="rId7"/>
    <p:sldId id="551" r:id="rId8"/>
    <p:sldId id="513" r:id="rId9"/>
    <p:sldId id="527" r:id="rId10"/>
    <p:sldId id="511" r:id="rId11"/>
    <p:sldId id="531" r:id="rId12"/>
    <p:sldId id="499" r:id="rId13"/>
    <p:sldId id="532" r:id="rId14"/>
    <p:sldId id="534" r:id="rId15"/>
    <p:sldId id="535" r:id="rId16"/>
    <p:sldId id="515" r:id="rId17"/>
    <p:sldId id="497" r:id="rId18"/>
    <p:sldId id="517" r:id="rId19"/>
    <p:sldId id="550" r:id="rId20"/>
    <p:sldId id="549" r:id="rId21"/>
    <p:sldId id="529" r:id="rId22"/>
    <p:sldId id="302" r:id="rId23"/>
  </p:sldIdLst>
  <p:sldSz cx="12192000" cy="6858000"/>
  <p:notesSz cx="6797675" cy="9926638"/>
  <p:defaultTextStyle>
    <a:defPPr>
      <a:defRPr lang="en-US"/>
    </a:defPPr>
    <a:lvl1pPr algn="l" defTabSz="45561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5613" indent="1588" algn="l" defTabSz="45561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2813" indent="1588" algn="l" defTabSz="45561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0013" indent="1588" algn="l" defTabSz="45561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7213" indent="1588" algn="l" defTabSz="455613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1939" autoAdjust="0"/>
    <p:restoredTop sz="94723" autoAdjust="0"/>
  </p:normalViewPr>
  <p:slideViewPr>
    <p:cSldViewPr snapToGrid="0">
      <p:cViewPr>
        <p:scale>
          <a:sx n="59" d="100"/>
          <a:sy n="59" d="100"/>
        </p:scale>
        <p:origin x="-642" y="-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535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EA7C66-C84C-4FA1-85F2-387136607E60}" type="doc">
      <dgm:prSet loTypeId="urn:microsoft.com/office/officeart/2005/8/layout/vList2" loCatId="list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EDC156C-1946-47B5-BED6-1EDF1A934566}">
      <dgm:prSet phldrT="[Text]" custT="1"/>
      <dgm:spPr/>
      <dgm:t>
        <a:bodyPr/>
        <a:lstStyle/>
        <a:p>
          <a:r>
            <a:rPr lang="en-IN" sz="2400" b="1" dirty="0" smtClean="0"/>
            <a:t>Movement plans as per requirement –cushion of 30% of total requirement ensured </a:t>
          </a:r>
        </a:p>
      </dgm:t>
    </dgm:pt>
    <dgm:pt modelId="{5B36BEDF-3745-45E7-9029-491C20958130}" type="parTrans" cxnId="{746FA551-FD2E-43CB-8471-B68C0BE40B7F}">
      <dgm:prSet/>
      <dgm:spPr/>
      <dgm:t>
        <a:bodyPr/>
        <a:lstStyle/>
        <a:p>
          <a:endParaRPr lang="en-US"/>
        </a:p>
      </dgm:t>
    </dgm:pt>
    <dgm:pt modelId="{43346CDD-2DEE-4BF5-8A84-CF2CFF5D9A67}" type="sibTrans" cxnId="{746FA551-FD2E-43CB-8471-B68C0BE40B7F}">
      <dgm:prSet/>
      <dgm:spPr/>
      <dgm:t>
        <a:bodyPr/>
        <a:lstStyle/>
        <a:p>
          <a:endParaRPr lang="en-US"/>
        </a:p>
      </dgm:t>
    </dgm:pt>
    <dgm:pt modelId="{EF7426C7-E00A-49AC-902D-BF38577C9170}">
      <dgm:prSet phldrT="[Text]" custT="1"/>
      <dgm:spPr/>
      <dgm:t>
        <a:bodyPr/>
        <a:lstStyle/>
        <a:p>
          <a:r>
            <a:rPr lang="en-IN" sz="2400" b="1" dirty="0" smtClean="0"/>
            <a:t>Lead Fertilizer Agencies (LFA)  to  look at internal supply deficit  </a:t>
          </a:r>
          <a:endParaRPr lang="en-US" sz="2400" b="1" dirty="0"/>
        </a:p>
      </dgm:t>
    </dgm:pt>
    <dgm:pt modelId="{D40AFEA9-0C9A-4810-A107-D42BFC36307D}" type="parTrans" cxnId="{2BE6BB2A-C91E-4089-B175-02613298B5EE}">
      <dgm:prSet/>
      <dgm:spPr/>
      <dgm:t>
        <a:bodyPr/>
        <a:lstStyle/>
        <a:p>
          <a:endParaRPr lang="en-US"/>
        </a:p>
      </dgm:t>
    </dgm:pt>
    <dgm:pt modelId="{DC1BFDA1-5D66-4993-81BE-B9E095260528}" type="sibTrans" cxnId="{2BE6BB2A-C91E-4089-B175-02613298B5EE}">
      <dgm:prSet/>
      <dgm:spPr/>
      <dgm:t>
        <a:bodyPr/>
        <a:lstStyle/>
        <a:p>
          <a:endParaRPr lang="en-US"/>
        </a:p>
      </dgm:t>
    </dgm:pt>
    <dgm:pt modelId="{2A7DD03D-8147-4CC0-BA94-A80349970804}">
      <dgm:prSet phldrT="[Text]" custT="1"/>
      <dgm:spPr/>
      <dgm:t>
        <a:bodyPr/>
        <a:lstStyle/>
        <a:p>
          <a:r>
            <a:rPr lang="en-IN" sz="2400" b="1" dirty="0" smtClean="0"/>
            <a:t>Control  Room &amp;Flying squad  at DoF level  </a:t>
          </a:r>
          <a:endParaRPr lang="en-US" sz="2400" b="1" dirty="0"/>
        </a:p>
      </dgm:t>
    </dgm:pt>
    <dgm:pt modelId="{78F6A103-0A4A-4DAB-A1B4-7CA3A37B7EB3}" type="parTrans" cxnId="{3133D9C4-DA36-40EB-B9DE-96C601B660B6}">
      <dgm:prSet/>
      <dgm:spPr/>
      <dgm:t>
        <a:bodyPr/>
        <a:lstStyle/>
        <a:p>
          <a:endParaRPr lang="en-US"/>
        </a:p>
      </dgm:t>
    </dgm:pt>
    <dgm:pt modelId="{E2081BA4-1FC5-401C-B767-68232C7131AE}" type="sibTrans" cxnId="{3133D9C4-DA36-40EB-B9DE-96C601B660B6}">
      <dgm:prSet/>
      <dgm:spPr/>
      <dgm:t>
        <a:bodyPr/>
        <a:lstStyle/>
        <a:p>
          <a:endParaRPr lang="en-US"/>
        </a:p>
      </dgm:t>
    </dgm:pt>
    <dgm:pt modelId="{009CC3D3-092F-489B-8BC5-F52AD0178D05}">
      <dgm:prSet custT="1"/>
      <dgm:spPr/>
      <dgm:t>
        <a:bodyPr/>
        <a:lstStyle/>
        <a:p>
          <a:r>
            <a:rPr lang="en-IN" sz="2400" b="1" dirty="0" smtClean="0">
              <a:solidFill>
                <a:schemeClr val="tx1"/>
              </a:solidFill>
            </a:rPr>
            <a:t>Nano urea supply plan- 1.78 Crore bottles issued  (4 LMT of conventional urea)    </a:t>
          </a:r>
          <a:endParaRPr lang="en-US" sz="2400" b="1" dirty="0">
            <a:solidFill>
              <a:schemeClr val="tx1"/>
            </a:solidFill>
          </a:endParaRPr>
        </a:p>
      </dgm:t>
    </dgm:pt>
    <dgm:pt modelId="{09F927C1-A23D-4C67-B06E-BCDCC8E6359F}" type="parTrans" cxnId="{E00B8619-F44B-40E1-BF9D-20ECA558C658}">
      <dgm:prSet/>
      <dgm:spPr/>
      <dgm:t>
        <a:bodyPr/>
        <a:lstStyle/>
        <a:p>
          <a:endParaRPr lang="en-US"/>
        </a:p>
      </dgm:t>
    </dgm:pt>
    <dgm:pt modelId="{8E62B0CE-D8F1-4687-9F11-87124E6DB998}" type="sibTrans" cxnId="{E00B8619-F44B-40E1-BF9D-20ECA558C658}">
      <dgm:prSet/>
      <dgm:spPr/>
      <dgm:t>
        <a:bodyPr/>
        <a:lstStyle/>
        <a:p>
          <a:endParaRPr lang="en-US"/>
        </a:p>
      </dgm:t>
    </dgm:pt>
    <dgm:pt modelId="{4BF64A2B-799B-4A0E-B1E2-D61041E50E05}">
      <dgm:prSet custT="1"/>
      <dgm:spPr/>
      <dgm:t>
        <a:bodyPr/>
        <a:lstStyle/>
        <a:p>
          <a:r>
            <a:rPr lang="en-IN" sz="2400" b="1" dirty="0" smtClean="0"/>
            <a:t>Weekly monitoring/ Whatsapp groups- states, railways  </a:t>
          </a:r>
          <a:endParaRPr lang="en-US" sz="2400" b="1" dirty="0"/>
        </a:p>
      </dgm:t>
    </dgm:pt>
    <dgm:pt modelId="{DCD0677D-6F3E-4BFE-B4BA-942FF5B63646}" type="parTrans" cxnId="{B09C3C25-2AD4-4E3D-B437-BB449F45E95C}">
      <dgm:prSet/>
      <dgm:spPr/>
      <dgm:t>
        <a:bodyPr/>
        <a:lstStyle/>
        <a:p>
          <a:endParaRPr lang="en-US"/>
        </a:p>
      </dgm:t>
    </dgm:pt>
    <dgm:pt modelId="{8E380EFF-640D-4C12-8C63-0BB82EDB25CA}" type="sibTrans" cxnId="{B09C3C25-2AD4-4E3D-B437-BB449F45E95C}">
      <dgm:prSet/>
      <dgm:spPr/>
      <dgm:t>
        <a:bodyPr/>
        <a:lstStyle/>
        <a:p>
          <a:endParaRPr lang="en-US"/>
        </a:p>
      </dgm:t>
    </dgm:pt>
    <dgm:pt modelId="{76F663DD-7C2F-450A-8C24-4AEFAD3B7D1A}">
      <dgm:prSet custT="1"/>
      <dgm:spPr/>
      <dgm:t>
        <a:bodyPr/>
        <a:lstStyle/>
        <a:p>
          <a:r>
            <a:rPr lang="en-IN" sz="2400" b="1" dirty="0" smtClean="0"/>
            <a:t>Additional rakes for quick movement in peak season </a:t>
          </a:r>
          <a:endParaRPr lang="en-US" sz="2400" b="1" dirty="0"/>
        </a:p>
      </dgm:t>
    </dgm:pt>
    <dgm:pt modelId="{10869F46-A6F5-4971-9726-0F2B76994B41}" type="parTrans" cxnId="{8EC76C2C-0ADB-4B09-AFBB-E3C185385176}">
      <dgm:prSet/>
      <dgm:spPr/>
      <dgm:t>
        <a:bodyPr/>
        <a:lstStyle/>
        <a:p>
          <a:endParaRPr lang="en-US"/>
        </a:p>
      </dgm:t>
    </dgm:pt>
    <dgm:pt modelId="{6EF0DE0E-3465-4F33-915A-7D51E88AB532}" type="sibTrans" cxnId="{8EC76C2C-0ADB-4B09-AFBB-E3C185385176}">
      <dgm:prSet/>
      <dgm:spPr/>
      <dgm:t>
        <a:bodyPr/>
        <a:lstStyle/>
        <a:p>
          <a:endParaRPr lang="en-US"/>
        </a:p>
      </dgm:t>
    </dgm:pt>
    <dgm:pt modelId="{5E600557-4AF0-4ECB-AD45-F4E0948A7365}" type="pres">
      <dgm:prSet presAssocID="{DEEA7C66-C84C-4FA1-85F2-387136607E6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4C8FF21-FBF7-46AC-BCB2-7920A041B621}" type="pres">
      <dgm:prSet presAssocID="{EEDC156C-1946-47B5-BED6-1EDF1A934566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BA114F-C94C-453C-8FE1-C5CD416CDA6F}" type="pres">
      <dgm:prSet presAssocID="{43346CDD-2DEE-4BF5-8A84-CF2CFF5D9A67}" presName="spacer" presStyleCnt="0"/>
      <dgm:spPr/>
    </dgm:pt>
    <dgm:pt modelId="{FC0626D5-6A72-4574-B854-CD78C7B8582A}" type="pres">
      <dgm:prSet presAssocID="{76F663DD-7C2F-450A-8C24-4AEFAD3B7D1A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B1EC85E-8F4D-4F39-9BCA-855105C576EB}" type="pres">
      <dgm:prSet presAssocID="{6EF0DE0E-3465-4F33-915A-7D51E88AB532}" presName="spacer" presStyleCnt="0"/>
      <dgm:spPr/>
    </dgm:pt>
    <dgm:pt modelId="{027281D7-9D93-45AF-A8DE-4E6535F2E5DF}" type="pres">
      <dgm:prSet presAssocID="{EF7426C7-E00A-49AC-902D-BF38577C9170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30A417-82AA-4A0E-976A-63AB4730C3A6}" type="pres">
      <dgm:prSet presAssocID="{DC1BFDA1-5D66-4993-81BE-B9E095260528}" presName="spacer" presStyleCnt="0"/>
      <dgm:spPr/>
    </dgm:pt>
    <dgm:pt modelId="{18715C3C-1B20-43FF-A06D-13512794349C}" type="pres">
      <dgm:prSet presAssocID="{2A7DD03D-8147-4CC0-BA94-A80349970804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032CD4-4DF2-45B3-9FB1-6C378DC63211}" type="pres">
      <dgm:prSet presAssocID="{E2081BA4-1FC5-401C-B767-68232C7131AE}" presName="spacer" presStyleCnt="0"/>
      <dgm:spPr/>
    </dgm:pt>
    <dgm:pt modelId="{F2EA0BA1-9A62-45DD-AC0E-2AAB558B24C3}" type="pres">
      <dgm:prSet presAssocID="{009CC3D3-092F-489B-8BC5-F52AD0178D05}" presName="parentText" presStyleLbl="node1" presStyleIdx="4" presStyleCnt="6" custLinFactNeighborX="-877" custLinFactNeighborY="-2531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FAA59A-675B-4C82-8C0F-B1918A42AFB8}" type="pres">
      <dgm:prSet presAssocID="{8E62B0CE-D8F1-4687-9F11-87124E6DB998}" presName="spacer" presStyleCnt="0"/>
      <dgm:spPr/>
    </dgm:pt>
    <dgm:pt modelId="{12C8EA7D-2D4F-4D28-8CA4-ECB6FAE887B2}" type="pres">
      <dgm:prSet presAssocID="{4BF64A2B-799B-4A0E-B1E2-D61041E50E05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09C3C25-2AD4-4E3D-B437-BB449F45E95C}" srcId="{DEEA7C66-C84C-4FA1-85F2-387136607E60}" destId="{4BF64A2B-799B-4A0E-B1E2-D61041E50E05}" srcOrd="5" destOrd="0" parTransId="{DCD0677D-6F3E-4BFE-B4BA-942FF5B63646}" sibTransId="{8E380EFF-640D-4C12-8C63-0BB82EDB25CA}"/>
    <dgm:cxn modelId="{3133D9C4-DA36-40EB-B9DE-96C601B660B6}" srcId="{DEEA7C66-C84C-4FA1-85F2-387136607E60}" destId="{2A7DD03D-8147-4CC0-BA94-A80349970804}" srcOrd="3" destOrd="0" parTransId="{78F6A103-0A4A-4DAB-A1B4-7CA3A37B7EB3}" sibTransId="{E2081BA4-1FC5-401C-B767-68232C7131AE}"/>
    <dgm:cxn modelId="{DD9C2FF7-93C6-4E63-9C8B-30498D8C9A8D}" type="presOf" srcId="{DEEA7C66-C84C-4FA1-85F2-387136607E60}" destId="{5E600557-4AF0-4ECB-AD45-F4E0948A7365}" srcOrd="0" destOrd="0" presId="urn:microsoft.com/office/officeart/2005/8/layout/vList2"/>
    <dgm:cxn modelId="{6EB81D69-8539-453C-9C56-834E1DFD1348}" type="presOf" srcId="{009CC3D3-092F-489B-8BC5-F52AD0178D05}" destId="{F2EA0BA1-9A62-45DD-AC0E-2AAB558B24C3}" srcOrd="0" destOrd="0" presId="urn:microsoft.com/office/officeart/2005/8/layout/vList2"/>
    <dgm:cxn modelId="{8EC76C2C-0ADB-4B09-AFBB-E3C185385176}" srcId="{DEEA7C66-C84C-4FA1-85F2-387136607E60}" destId="{76F663DD-7C2F-450A-8C24-4AEFAD3B7D1A}" srcOrd="1" destOrd="0" parTransId="{10869F46-A6F5-4971-9726-0F2B76994B41}" sibTransId="{6EF0DE0E-3465-4F33-915A-7D51E88AB532}"/>
    <dgm:cxn modelId="{98A765C7-E123-489D-B4DF-50404C6A41DA}" type="presOf" srcId="{2A7DD03D-8147-4CC0-BA94-A80349970804}" destId="{18715C3C-1B20-43FF-A06D-13512794349C}" srcOrd="0" destOrd="0" presId="urn:microsoft.com/office/officeart/2005/8/layout/vList2"/>
    <dgm:cxn modelId="{726A0A17-7CE6-414C-8B00-5E568A7B0943}" type="presOf" srcId="{EF7426C7-E00A-49AC-902D-BF38577C9170}" destId="{027281D7-9D93-45AF-A8DE-4E6535F2E5DF}" srcOrd="0" destOrd="0" presId="urn:microsoft.com/office/officeart/2005/8/layout/vList2"/>
    <dgm:cxn modelId="{746FA551-FD2E-43CB-8471-B68C0BE40B7F}" srcId="{DEEA7C66-C84C-4FA1-85F2-387136607E60}" destId="{EEDC156C-1946-47B5-BED6-1EDF1A934566}" srcOrd="0" destOrd="0" parTransId="{5B36BEDF-3745-45E7-9029-491C20958130}" sibTransId="{43346CDD-2DEE-4BF5-8A84-CF2CFF5D9A67}"/>
    <dgm:cxn modelId="{2BE6BB2A-C91E-4089-B175-02613298B5EE}" srcId="{DEEA7C66-C84C-4FA1-85F2-387136607E60}" destId="{EF7426C7-E00A-49AC-902D-BF38577C9170}" srcOrd="2" destOrd="0" parTransId="{D40AFEA9-0C9A-4810-A107-D42BFC36307D}" sibTransId="{DC1BFDA1-5D66-4993-81BE-B9E095260528}"/>
    <dgm:cxn modelId="{CBA6A880-8716-4852-9CE5-943CDE785007}" type="presOf" srcId="{EEDC156C-1946-47B5-BED6-1EDF1A934566}" destId="{14C8FF21-FBF7-46AC-BCB2-7920A041B621}" srcOrd="0" destOrd="0" presId="urn:microsoft.com/office/officeart/2005/8/layout/vList2"/>
    <dgm:cxn modelId="{BFEF9BF8-ACD6-42DF-877F-EDBAAD70A2C4}" type="presOf" srcId="{76F663DD-7C2F-450A-8C24-4AEFAD3B7D1A}" destId="{FC0626D5-6A72-4574-B854-CD78C7B8582A}" srcOrd="0" destOrd="0" presId="urn:microsoft.com/office/officeart/2005/8/layout/vList2"/>
    <dgm:cxn modelId="{E00B8619-F44B-40E1-BF9D-20ECA558C658}" srcId="{DEEA7C66-C84C-4FA1-85F2-387136607E60}" destId="{009CC3D3-092F-489B-8BC5-F52AD0178D05}" srcOrd="4" destOrd="0" parTransId="{09F927C1-A23D-4C67-B06E-BCDCC8E6359F}" sibTransId="{8E62B0CE-D8F1-4687-9F11-87124E6DB998}"/>
    <dgm:cxn modelId="{FAE925D7-E610-4BD8-918D-FBBDC38190BB}" type="presOf" srcId="{4BF64A2B-799B-4A0E-B1E2-D61041E50E05}" destId="{12C8EA7D-2D4F-4D28-8CA4-ECB6FAE887B2}" srcOrd="0" destOrd="0" presId="urn:microsoft.com/office/officeart/2005/8/layout/vList2"/>
    <dgm:cxn modelId="{9A4EBC0C-0FA9-4F94-8ACB-AD4AA61B531A}" type="presParOf" srcId="{5E600557-4AF0-4ECB-AD45-F4E0948A7365}" destId="{14C8FF21-FBF7-46AC-BCB2-7920A041B621}" srcOrd="0" destOrd="0" presId="urn:microsoft.com/office/officeart/2005/8/layout/vList2"/>
    <dgm:cxn modelId="{ECCAFD81-490D-4FA4-8242-5B3098B9EC77}" type="presParOf" srcId="{5E600557-4AF0-4ECB-AD45-F4E0948A7365}" destId="{7BBA114F-C94C-453C-8FE1-C5CD416CDA6F}" srcOrd="1" destOrd="0" presId="urn:microsoft.com/office/officeart/2005/8/layout/vList2"/>
    <dgm:cxn modelId="{8CD09659-3DE9-499F-AE1B-0D549B77721B}" type="presParOf" srcId="{5E600557-4AF0-4ECB-AD45-F4E0948A7365}" destId="{FC0626D5-6A72-4574-B854-CD78C7B8582A}" srcOrd="2" destOrd="0" presId="urn:microsoft.com/office/officeart/2005/8/layout/vList2"/>
    <dgm:cxn modelId="{37979896-0CB6-47FF-90AD-6CDE8AAD875F}" type="presParOf" srcId="{5E600557-4AF0-4ECB-AD45-F4E0948A7365}" destId="{9B1EC85E-8F4D-4F39-9BCA-855105C576EB}" srcOrd="3" destOrd="0" presId="urn:microsoft.com/office/officeart/2005/8/layout/vList2"/>
    <dgm:cxn modelId="{5F1AC7BD-94F5-4FA9-8936-A0B0FF57E3E4}" type="presParOf" srcId="{5E600557-4AF0-4ECB-AD45-F4E0948A7365}" destId="{027281D7-9D93-45AF-A8DE-4E6535F2E5DF}" srcOrd="4" destOrd="0" presId="urn:microsoft.com/office/officeart/2005/8/layout/vList2"/>
    <dgm:cxn modelId="{280BAE9F-0EDB-49CB-AED1-B94282236C77}" type="presParOf" srcId="{5E600557-4AF0-4ECB-AD45-F4E0948A7365}" destId="{C230A417-82AA-4A0E-976A-63AB4730C3A6}" srcOrd="5" destOrd="0" presId="urn:microsoft.com/office/officeart/2005/8/layout/vList2"/>
    <dgm:cxn modelId="{1D7C98F1-21DF-4384-8C81-069A36D43A67}" type="presParOf" srcId="{5E600557-4AF0-4ECB-AD45-F4E0948A7365}" destId="{18715C3C-1B20-43FF-A06D-13512794349C}" srcOrd="6" destOrd="0" presId="urn:microsoft.com/office/officeart/2005/8/layout/vList2"/>
    <dgm:cxn modelId="{06555262-7839-4652-9354-51416D80B4FC}" type="presParOf" srcId="{5E600557-4AF0-4ECB-AD45-F4E0948A7365}" destId="{43032CD4-4DF2-45B3-9FB1-6C378DC63211}" srcOrd="7" destOrd="0" presId="urn:microsoft.com/office/officeart/2005/8/layout/vList2"/>
    <dgm:cxn modelId="{16DBB231-CE13-43FB-8F9B-EB702CA9EA10}" type="presParOf" srcId="{5E600557-4AF0-4ECB-AD45-F4E0948A7365}" destId="{F2EA0BA1-9A62-45DD-AC0E-2AAB558B24C3}" srcOrd="8" destOrd="0" presId="urn:microsoft.com/office/officeart/2005/8/layout/vList2"/>
    <dgm:cxn modelId="{D49C7CFD-FBE6-4A25-BE5E-46B5BA62E5AB}" type="presParOf" srcId="{5E600557-4AF0-4ECB-AD45-F4E0948A7365}" destId="{2EFAA59A-675B-4C82-8C0F-B1918A42AFB8}" srcOrd="9" destOrd="0" presId="urn:microsoft.com/office/officeart/2005/8/layout/vList2"/>
    <dgm:cxn modelId="{7DD1B676-026D-4FFD-9F65-9FDBD1617706}" type="presParOf" srcId="{5E600557-4AF0-4ECB-AD45-F4E0948A7365}" destId="{12C8EA7D-2D4F-4D28-8CA4-ECB6FAE887B2}" srcOrd="10" destOrd="0" presId="urn:microsoft.com/office/officeart/2005/8/layout/vList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9A40F4-622F-469F-B211-4BA74A89D578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DEACB49-46BF-4620-91D5-AB8BC562D659}">
      <dgm:prSet phldrT="[Text]"/>
      <dgm:spPr>
        <a:solidFill>
          <a:schemeClr val="accent4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US" b="0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Higher Crop Yield </a:t>
          </a:r>
          <a:endParaRPr lang="en-IN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FF36D81-4316-4DB9-BBB1-9A89C1BFADB0}" type="parTrans" cxnId="{04B45467-59EE-4E63-A9C1-D6E48963A3EE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F09E6CA6-7196-4A1C-818A-C0BE19F01566}" type="sibTrans" cxnId="{04B45467-59EE-4E63-A9C1-D6E48963A3EE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E6395E2-8752-4065-941C-4402605DAF18}">
      <dgm:prSet phldrT="[Text]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Increase in range of 3% to 16%  (Average 8%)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00DB755E-647C-4C86-83E2-219DFE543926}" type="parTrans" cxnId="{355C05EF-C1DB-43F1-A028-19B587CDF3BA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05241A8-BCD3-4638-B13B-7C072F292BF1}" type="sibTrans" cxnId="{355C05EF-C1DB-43F1-A028-19B587CDF3BA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6001DF49-D9DF-44F0-ABA5-2916347817E6}">
      <dgm:prSet phldrT="[Text]"/>
      <dgm:spPr>
        <a:solidFill>
          <a:schemeClr val="accent4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Use Efficiency</a:t>
          </a:r>
          <a:endParaRPr lang="en-IN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D2A7990A-731F-43EA-9D15-103165DF205B}" type="parTrans" cxnId="{1CFA2665-97D1-4773-8B83-3231D7DBA342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CD83A11-5136-4F08-8BD7-1775E4BC09B2}" type="sibTrans" cxnId="{1CFA2665-97D1-4773-8B83-3231D7DBA342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90D657C4-99B1-4170-8B58-0C18B6173CBB}">
      <dgm:prSet phldrT="[Text]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Nano Urea               :   More than 80%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3AC8D08A-F531-441E-A374-5B14D69C62E0}" type="parTrans" cxnId="{1BF2746E-884A-49DD-91F9-50CAE2C9CA7D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14944BA-F75A-4BBB-86D3-20AEA45862AD}" type="sibTrans" cxnId="{1BF2746E-884A-49DD-91F9-50CAE2C9CA7D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2DF6F44-94D9-4DFF-9A5C-4FCDC7D525DB}">
      <dgm:prSet phldrT="[Text]"/>
      <dgm:spPr>
        <a:solidFill>
          <a:schemeClr val="accent4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Easy Transportation </a:t>
          </a:r>
          <a:endParaRPr lang="en-IN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0B13C8F-B491-47A1-9D13-BA2DAAEED996}" type="parTrans" cxnId="{11FDBAB5-E3D5-4519-BC9E-410DED58CE68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25F76F4-78D8-4038-8957-D982186B3262}" type="sibTrans" cxnId="{11FDBAB5-E3D5-4519-BC9E-410DED58CE68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44F14324-0609-48BC-B125-42E6E47F72D3}">
      <dgm:prSet phldrT="[Text]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Nano Bottles can be carried easily to Field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7B71909C-6ED4-47C8-8A7F-9F2F857B7D63}" type="parTrans" cxnId="{DA1C61D0-B487-44EA-9282-C669F52A1342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C6CAA7E-4441-4048-9179-84AA2BCE25A5}" type="sibTrans" cxnId="{DA1C61D0-B487-44EA-9282-C669F52A1342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544921B-5C62-41BB-84BC-49EE26CE91DD}">
      <dgm:prSet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 Additional Income : Rs 2400 to 5700 Per Acre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4A08792-888F-4E43-A643-C7E8B25D16A7}" type="parTrans" cxnId="{A6F03187-7AB0-44CF-87AB-EBCD7ABE1AF5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55DF619-2325-4843-834A-45143E2A6E0B}" type="sibTrans" cxnId="{A6F03187-7AB0-44CF-87AB-EBCD7ABE1AF5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343520D-41CB-4743-BA5D-F3A72C96381C}">
      <dgm:prSet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Conventional Urea   :  30 to 40%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A785459-5271-4D58-8674-1EA4D5E86224}" type="parTrans" cxnId="{C5E79D6A-A563-4BF0-B2DA-318A457A6808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D5317F3-C046-4EBB-A6A9-2A2AE1D80E9C}" type="sibTrans" cxnId="{C5E79D6A-A563-4BF0-B2DA-318A457A6808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EA3FC6BE-CD8D-4574-A88F-F05E1609ACC7}">
      <dgm:prSet/>
      <dgm:spPr>
        <a:solidFill>
          <a:schemeClr val="accent4">
            <a:lumMod val="20000"/>
            <a:lumOff val="80000"/>
          </a:schemeClr>
        </a:solidFill>
        <a:ln>
          <a:solidFill>
            <a:schemeClr val="accent1">
              <a:lumMod val="20000"/>
              <a:lumOff val="80000"/>
            </a:schemeClr>
          </a:solidFill>
        </a:ln>
      </dgm:spPr>
      <dgm:t>
        <a:bodyPr/>
        <a:lstStyle/>
        <a:p>
          <a:r>
            <a:rPr lang="en-IN" dirty="0" smtClean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rPr>
            <a:t>Replacement of Top Dressing</a:t>
          </a:r>
          <a:endParaRPr lang="en-IN" dirty="0">
            <a:solidFill>
              <a:schemeClr val="tx1"/>
            </a:solidFill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61BA0ED-6E2C-422D-8BFF-2E7C0B42C58A}" type="parTrans" cxnId="{B7894B85-734F-4D81-B9EA-9D64120CFA44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20832945-97D6-451A-921D-D9B75CDF1BE3}" type="sibTrans" cxnId="{B7894B85-734F-4D81-B9EA-9D64120CFA44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210C1F8-B382-4C7F-A268-1B448E3C1142}">
      <dgm:prSet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dirty="0" smtClean="0">
              <a:latin typeface="Calibri" panose="020F0502020204030204" pitchFamily="34" charset="0"/>
              <a:cs typeface="Calibri" panose="020F0502020204030204" pitchFamily="34" charset="0"/>
            </a:rPr>
            <a:t>Nano Urea replaces Conventional Urea by 50% </a:t>
          </a:r>
          <a:r>
            <a:rPr lang="en-IN" dirty="0" smtClean="0">
              <a:latin typeface="Calibri" panose="020F0502020204030204" pitchFamily="34" charset="0"/>
              <a:cs typeface="Calibri" panose="020F0502020204030204" pitchFamily="34" charset="0"/>
            </a:rPr>
            <a:t> 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596D47D1-4782-4BC6-B8DC-7FA4E8F6DC14}" type="parTrans" cxnId="{9DB35722-DBAA-4DAB-A9F0-603CE6F8631F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C8E242E2-70E4-4DCF-8EC5-596DA2DC2E9E}" type="sibTrans" cxnId="{9DB35722-DBAA-4DAB-A9F0-603CE6F8631F}">
      <dgm:prSet/>
      <dgm:spPr/>
      <dgm:t>
        <a:bodyPr/>
        <a:lstStyle/>
        <a:p>
          <a:endParaRPr lang="en-IN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BE6E9390-4AC4-4956-8872-D3FAD2530CCF}">
      <dgm:prSet phldrT="[Text]"/>
      <dgm:spPr>
        <a:solidFill>
          <a:schemeClr val="accent3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IN" dirty="0" smtClean="0">
              <a:latin typeface="Calibri" panose="020F0502020204030204" pitchFamily="34" charset="0"/>
              <a:cs typeface="Calibri" panose="020F0502020204030204" pitchFamily="34" charset="0"/>
            </a:rPr>
            <a:t>Conventional Urea Bags require a Tractor  </a:t>
          </a:r>
          <a:endParaRPr lang="en-IN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A7238397-2A69-4579-9AD7-F5863533327A}" type="parTrans" cxnId="{84C6DD4E-49A6-4213-8013-611D33D4A93F}">
      <dgm:prSet/>
      <dgm:spPr/>
      <dgm:t>
        <a:bodyPr/>
        <a:lstStyle/>
        <a:p>
          <a:endParaRPr lang="en-US"/>
        </a:p>
      </dgm:t>
    </dgm:pt>
    <dgm:pt modelId="{97BDF1F8-C017-4EF0-B67F-108E8C8AFF17}" type="sibTrans" cxnId="{84C6DD4E-49A6-4213-8013-611D33D4A93F}">
      <dgm:prSet/>
      <dgm:spPr/>
      <dgm:t>
        <a:bodyPr/>
        <a:lstStyle/>
        <a:p>
          <a:endParaRPr lang="en-US"/>
        </a:p>
      </dgm:t>
    </dgm:pt>
    <dgm:pt modelId="{A46AA0D2-A4CB-43C2-A9AF-C947E3E95513}" type="pres">
      <dgm:prSet presAssocID="{CA9A40F4-622F-469F-B211-4BA74A89D57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6C37332-F27D-46D9-B236-91F139974989}" type="pres">
      <dgm:prSet presAssocID="{FDEACB49-46BF-4620-91D5-AB8BC562D659}" presName="linNode" presStyleCnt="0"/>
      <dgm:spPr/>
    </dgm:pt>
    <dgm:pt modelId="{6C03F8D7-5DDE-404C-83B8-C7D7BC82C60C}" type="pres">
      <dgm:prSet presAssocID="{FDEACB49-46BF-4620-91D5-AB8BC562D659}" presName="parentText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489A43C2-D729-4263-8E96-EEE534A9420A}" type="pres">
      <dgm:prSet presAssocID="{FDEACB49-46BF-4620-91D5-AB8BC562D659}" presName="descendantText" presStyleLbl="align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4970C0C-7EC9-4299-959F-1B4100A5939C}" type="pres">
      <dgm:prSet presAssocID="{F09E6CA6-7196-4A1C-818A-C0BE19F01566}" presName="sp" presStyleCnt="0"/>
      <dgm:spPr/>
    </dgm:pt>
    <dgm:pt modelId="{E9755756-D5C8-4BA8-AA67-76CC4C0BBFFF}" type="pres">
      <dgm:prSet presAssocID="{6001DF49-D9DF-44F0-ABA5-2916347817E6}" presName="linNode" presStyleCnt="0"/>
      <dgm:spPr/>
    </dgm:pt>
    <dgm:pt modelId="{28B230EE-BB32-4641-978A-13559B5A452D}" type="pres">
      <dgm:prSet presAssocID="{6001DF49-D9DF-44F0-ABA5-2916347817E6}" presName="parentText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897C2EF-88D6-40E4-A2D9-C4A4491AE4F2}" type="pres">
      <dgm:prSet presAssocID="{6001DF49-D9DF-44F0-ABA5-2916347817E6}" presName="descendantText" presStyleLbl="align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B65EDE2-A1A9-4A79-9AE1-7B31C581620C}" type="pres">
      <dgm:prSet presAssocID="{ACD83A11-5136-4F08-8BD7-1775E4BC09B2}" presName="sp" presStyleCnt="0"/>
      <dgm:spPr/>
    </dgm:pt>
    <dgm:pt modelId="{36634E63-1572-4CC1-8A09-27F26342DB8D}" type="pres">
      <dgm:prSet presAssocID="{E2DF6F44-94D9-4DFF-9A5C-4FCDC7D525DB}" presName="linNode" presStyleCnt="0"/>
      <dgm:spPr/>
    </dgm:pt>
    <dgm:pt modelId="{4D0A4B1B-7540-4ABD-95DD-309A48CFBC29}" type="pres">
      <dgm:prSet presAssocID="{E2DF6F44-94D9-4DFF-9A5C-4FCDC7D525DB}" presName="parentText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32120530-4FB5-4D0B-B136-C03F73357D4C}" type="pres">
      <dgm:prSet presAssocID="{E2DF6F44-94D9-4DFF-9A5C-4FCDC7D525DB}" presName="descendantText" presStyleLbl="align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FCF390D-A72D-4FEA-AC85-A7968E93E21B}" type="pres">
      <dgm:prSet presAssocID="{B25F76F4-78D8-4038-8957-D982186B3262}" presName="sp" presStyleCnt="0"/>
      <dgm:spPr/>
    </dgm:pt>
    <dgm:pt modelId="{300AAC20-E8E9-4DEA-9CB6-FA71A0295B62}" type="pres">
      <dgm:prSet presAssocID="{EA3FC6BE-CD8D-4574-A88F-F05E1609ACC7}" presName="linNode" presStyleCnt="0"/>
      <dgm:spPr/>
    </dgm:pt>
    <dgm:pt modelId="{F48D917C-CDFE-4CDB-9771-FCF203502CC4}" type="pres">
      <dgm:prSet presAssocID="{EA3FC6BE-CD8D-4574-A88F-F05E1609ACC7}" presName="parentText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0FE09D4-1E0F-4F22-8276-6B367E371096}" type="pres">
      <dgm:prSet presAssocID="{EA3FC6BE-CD8D-4574-A88F-F05E1609ACC7}" presName="descendantText" presStyleLbl="align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7894B85-734F-4D81-B9EA-9D64120CFA44}" srcId="{CA9A40F4-622F-469F-B211-4BA74A89D578}" destId="{EA3FC6BE-CD8D-4574-A88F-F05E1609ACC7}" srcOrd="3" destOrd="0" parTransId="{A61BA0ED-6E2C-422D-8BFF-2E7C0B42C58A}" sibTransId="{20832945-97D6-451A-921D-D9B75CDF1BE3}"/>
    <dgm:cxn modelId="{DA1C61D0-B487-44EA-9282-C669F52A1342}" srcId="{E2DF6F44-94D9-4DFF-9A5C-4FCDC7D525DB}" destId="{44F14324-0609-48BC-B125-42E6E47F72D3}" srcOrd="0" destOrd="0" parTransId="{7B71909C-6ED4-47C8-8A7F-9F2F857B7D63}" sibTransId="{8C6CAA7E-4441-4048-9179-84AA2BCE25A5}"/>
    <dgm:cxn modelId="{355C05EF-C1DB-43F1-A028-19B587CDF3BA}" srcId="{FDEACB49-46BF-4620-91D5-AB8BC562D659}" destId="{2E6395E2-8752-4065-941C-4402605DAF18}" srcOrd="0" destOrd="0" parTransId="{00DB755E-647C-4C86-83E2-219DFE543926}" sibTransId="{C05241A8-BCD3-4638-B13B-7C072F292BF1}"/>
    <dgm:cxn modelId="{C5E79D6A-A563-4BF0-B2DA-318A457A6808}" srcId="{6001DF49-D9DF-44F0-ABA5-2916347817E6}" destId="{8343520D-41CB-4743-BA5D-F3A72C96381C}" srcOrd="1" destOrd="0" parTransId="{CA785459-5271-4D58-8674-1EA4D5E86224}" sibTransId="{CD5317F3-C046-4EBB-A6A9-2A2AE1D80E9C}"/>
    <dgm:cxn modelId="{84C6DD4E-49A6-4213-8013-611D33D4A93F}" srcId="{E2DF6F44-94D9-4DFF-9A5C-4FCDC7D525DB}" destId="{BE6E9390-4AC4-4956-8872-D3FAD2530CCF}" srcOrd="1" destOrd="0" parTransId="{A7238397-2A69-4579-9AD7-F5863533327A}" sibTransId="{97BDF1F8-C017-4EF0-B67F-108E8C8AFF17}"/>
    <dgm:cxn modelId="{075E3EFD-8014-4246-B6CE-49C7B1704714}" type="presOf" srcId="{E2DF6F44-94D9-4DFF-9A5C-4FCDC7D525DB}" destId="{4D0A4B1B-7540-4ABD-95DD-309A48CFBC29}" srcOrd="0" destOrd="0" presId="urn:microsoft.com/office/officeart/2005/8/layout/vList5"/>
    <dgm:cxn modelId="{A6F03187-7AB0-44CF-87AB-EBCD7ABE1AF5}" srcId="{FDEACB49-46BF-4620-91D5-AB8BC562D659}" destId="{A544921B-5C62-41BB-84BC-49EE26CE91DD}" srcOrd="1" destOrd="0" parTransId="{84A08792-888F-4E43-A643-C7E8B25D16A7}" sibTransId="{255DF619-2325-4843-834A-45143E2A6E0B}"/>
    <dgm:cxn modelId="{0151EF58-7455-4609-A95E-6E4F9A093C18}" type="presOf" srcId="{FDEACB49-46BF-4620-91D5-AB8BC562D659}" destId="{6C03F8D7-5DDE-404C-83B8-C7D7BC82C60C}" srcOrd="0" destOrd="0" presId="urn:microsoft.com/office/officeart/2005/8/layout/vList5"/>
    <dgm:cxn modelId="{1CFA2665-97D1-4773-8B83-3231D7DBA342}" srcId="{CA9A40F4-622F-469F-B211-4BA74A89D578}" destId="{6001DF49-D9DF-44F0-ABA5-2916347817E6}" srcOrd="1" destOrd="0" parTransId="{D2A7990A-731F-43EA-9D15-103165DF205B}" sibTransId="{ACD83A11-5136-4F08-8BD7-1775E4BC09B2}"/>
    <dgm:cxn modelId="{11FDBAB5-E3D5-4519-BC9E-410DED58CE68}" srcId="{CA9A40F4-622F-469F-B211-4BA74A89D578}" destId="{E2DF6F44-94D9-4DFF-9A5C-4FCDC7D525DB}" srcOrd="2" destOrd="0" parTransId="{70B13C8F-B491-47A1-9D13-BA2DAAEED996}" sibTransId="{B25F76F4-78D8-4038-8957-D982186B3262}"/>
    <dgm:cxn modelId="{232BFE7B-6B14-4189-8D0D-0695AF2746EF}" type="presOf" srcId="{6001DF49-D9DF-44F0-ABA5-2916347817E6}" destId="{28B230EE-BB32-4641-978A-13559B5A452D}" srcOrd="0" destOrd="0" presId="urn:microsoft.com/office/officeart/2005/8/layout/vList5"/>
    <dgm:cxn modelId="{5086B67E-EE17-47F7-B716-3CD43DF1B546}" type="presOf" srcId="{2E6395E2-8752-4065-941C-4402605DAF18}" destId="{489A43C2-D729-4263-8E96-EEE534A9420A}" srcOrd="0" destOrd="0" presId="urn:microsoft.com/office/officeart/2005/8/layout/vList5"/>
    <dgm:cxn modelId="{1EB5FD1D-1A02-414E-8A5E-74280A6B9802}" type="presOf" srcId="{1210C1F8-B382-4C7F-A268-1B448E3C1142}" destId="{10FE09D4-1E0F-4F22-8276-6B367E371096}" srcOrd="0" destOrd="0" presId="urn:microsoft.com/office/officeart/2005/8/layout/vList5"/>
    <dgm:cxn modelId="{04B45467-59EE-4E63-A9C1-D6E48963A3EE}" srcId="{CA9A40F4-622F-469F-B211-4BA74A89D578}" destId="{FDEACB49-46BF-4620-91D5-AB8BC562D659}" srcOrd="0" destOrd="0" parTransId="{1FF36D81-4316-4DB9-BBB1-9A89C1BFADB0}" sibTransId="{F09E6CA6-7196-4A1C-818A-C0BE19F01566}"/>
    <dgm:cxn modelId="{EF828BB3-BE20-4042-B5E9-983651A85111}" type="presOf" srcId="{BE6E9390-4AC4-4956-8872-D3FAD2530CCF}" destId="{32120530-4FB5-4D0B-B136-C03F73357D4C}" srcOrd="0" destOrd="1" presId="urn:microsoft.com/office/officeart/2005/8/layout/vList5"/>
    <dgm:cxn modelId="{6FEB6780-F5AB-49A9-8778-EF2F3E0F1AB5}" type="presOf" srcId="{EA3FC6BE-CD8D-4574-A88F-F05E1609ACC7}" destId="{F48D917C-CDFE-4CDB-9771-FCF203502CC4}" srcOrd="0" destOrd="0" presId="urn:microsoft.com/office/officeart/2005/8/layout/vList5"/>
    <dgm:cxn modelId="{C5734E60-E424-4220-A1A7-B26061AA2B20}" type="presOf" srcId="{90D657C4-99B1-4170-8B58-0C18B6173CBB}" destId="{2897C2EF-88D6-40E4-A2D9-C4A4491AE4F2}" srcOrd="0" destOrd="0" presId="urn:microsoft.com/office/officeart/2005/8/layout/vList5"/>
    <dgm:cxn modelId="{1BF2746E-884A-49DD-91F9-50CAE2C9CA7D}" srcId="{6001DF49-D9DF-44F0-ABA5-2916347817E6}" destId="{90D657C4-99B1-4170-8B58-0C18B6173CBB}" srcOrd="0" destOrd="0" parTransId="{3AC8D08A-F531-441E-A374-5B14D69C62E0}" sibTransId="{814944BA-F75A-4BBB-86D3-20AEA45862AD}"/>
    <dgm:cxn modelId="{A5258599-EAAC-4FD0-8D81-B12F19BB8AF4}" type="presOf" srcId="{A544921B-5C62-41BB-84BC-49EE26CE91DD}" destId="{489A43C2-D729-4263-8E96-EEE534A9420A}" srcOrd="0" destOrd="1" presId="urn:microsoft.com/office/officeart/2005/8/layout/vList5"/>
    <dgm:cxn modelId="{4CC67FDA-81F6-493F-8246-ED8895DDDEA5}" type="presOf" srcId="{CA9A40F4-622F-469F-B211-4BA74A89D578}" destId="{A46AA0D2-A4CB-43C2-A9AF-C947E3E95513}" srcOrd="0" destOrd="0" presId="urn:microsoft.com/office/officeart/2005/8/layout/vList5"/>
    <dgm:cxn modelId="{9DB35722-DBAA-4DAB-A9F0-603CE6F8631F}" srcId="{EA3FC6BE-CD8D-4574-A88F-F05E1609ACC7}" destId="{1210C1F8-B382-4C7F-A268-1B448E3C1142}" srcOrd="0" destOrd="0" parTransId="{596D47D1-4782-4BC6-B8DC-7FA4E8F6DC14}" sibTransId="{C8E242E2-70E4-4DCF-8EC5-596DA2DC2E9E}"/>
    <dgm:cxn modelId="{2395C267-E0B6-4915-9F59-5BE3172C2821}" type="presOf" srcId="{44F14324-0609-48BC-B125-42E6E47F72D3}" destId="{32120530-4FB5-4D0B-B136-C03F73357D4C}" srcOrd="0" destOrd="0" presId="urn:microsoft.com/office/officeart/2005/8/layout/vList5"/>
    <dgm:cxn modelId="{6B43B96E-9DC2-4AA1-87EE-32680DE88170}" type="presOf" srcId="{8343520D-41CB-4743-BA5D-F3A72C96381C}" destId="{2897C2EF-88D6-40E4-A2D9-C4A4491AE4F2}" srcOrd="0" destOrd="1" presId="urn:microsoft.com/office/officeart/2005/8/layout/vList5"/>
    <dgm:cxn modelId="{8A9F4095-5A23-43F2-B11D-06EE772E144A}" type="presParOf" srcId="{A46AA0D2-A4CB-43C2-A9AF-C947E3E95513}" destId="{D6C37332-F27D-46D9-B236-91F139974989}" srcOrd="0" destOrd="0" presId="urn:microsoft.com/office/officeart/2005/8/layout/vList5"/>
    <dgm:cxn modelId="{76A408C5-1E54-4B6A-91A6-16E458941EB7}" type="presParOf" srcId="{D6C37332-F27D-46D9-B236-91F139974989}" destId="{6C03F8D7-5DDE-404C-83B8-C7D7BC82C60C}" srcOrd="0" destOrd="0" presId="urn:microsoft.com/office/officeart/2005/8/layout/vList5"/>
    <dgm:cxn modelId="{9126A30B-2E1A-41BA-BA99-65D6E388CBE1}" type="presParOf" srcId="{D6C37332-F27D-46D9-B236-91F139974989}" destId="{489A43C2-D729-4263-8E96-EEE534A9420A}" srcOrd="1" destOrd="0" presId="urn:microsoft.com/office/officeart/2005/8/layout/vList5"/>
    <dgm:cxn modelId="{673FAD2C-EF6F-42AE-94E6-DF587DBA1907}" type="presParOf" srcId="{A46AA0D2-A4CB-43C2-A9AF-C947E3E95513}" destId="{F4970C0C-7EC9-4299-959F-1B4100A5939C}" srcOrd="1" destOrd="0" presId="urn:microsoft.com/office/officeart/2005/8/layout/vList5"/>
    <dgm:cxn modelId="{60D5AE98-FE2F-4CA4-A3E2-AFD48D749A79}" type="presParOf" srcId="{A46AA0D2-A4CB-43C2-A9AF-C947E3E95513}" destId="{E9755756-D5C8-4BA8-AA67-76CC4C0BBFFF}" srcOrd="2" destOrd="0" presId="urn:microsoft.com/office/officeart/2005/8/layout/vList5"/>
    <dgm:cxn modelId="{59E9414E-3AB7-4674-ADFB-DA678A2DD95E}" type="presParOf" srcId="{E9755756-D5C8-4BA8-AA67-76CC4C0BBFFF}" destId="{28B230EE-BB32-4641-978A-13559B5A452D}" srcOrd="0" destOrd="0" presId="urn:microsoft.com/office/officeart/2005/8/layout/vList5"/>
    <dgm:cxn modelId="{0970886B-5FC0-4F83-B0BC-E6B5E6C2F82A}" type="presParOf" srcId="{E9755756-D5C8-4BA8-AA67-76CC4C0BBFFF}" destId="{2897C2EF-88D6-40E4-A2D9-C4A4491AE4F2}" srcOrd="1" destOrd="0" presId="urn:microsoft.com/office/officeart/2005/8/layout/vList5"/>
    <dgm:cxn modelId="{6E2B80F9-8A06-475D-9B39-BB9E089899CD}" type="presParOf" srcId="{A46AA0D2-A4CB-43C2-A9AF-C947E3E95513}" destId="{3B65EDE2-A1A9-4A79-9AE1-7B31C581620C}" srcOrd="3" destOrd="0" presId="urn:microsoft.com/office/officeart/2005/8/layout/vList5"/>
    <dgm:cxn modelId="{6F638C59-3D5D-44BE-BA59-162B2F8D915D}" type="presParOf" srcId="{A46AA0D2-A4CB-43C2-A9AF-C947E3E95513}" destId="{36634E63-1572-4CC1-8A09-27F26342DB8D}" srcOrd="4" destOrd="0" presId="urn:microsoft.com/office/officeart/2005/8/layout/vList5"/>
    <dgm:cxn modelId="{720F48FC-395A-4FC8-A435-354AF75D9CE9}" type="presParOf" srcId="{36634E63-1572-4CC1-8A09-27F26342DB8D}" destId="{4D0A4B1B-7540-4ABD-95DD-309A48CFBC29}" srcOrd="0" destOrd="0" presId="urn:microsoft.com/office/officeart/2005/8/layout/vList5"/>
    <dgm:cxn modelId="{6294B759-31B4-4171-A7BB-E364144AB497}" type="presParOf" srcId="{36634E63-1572-4CC1-8A09-27F26342DB8D}" destId="{32120530-4FB5-4D0B-B136-C03F73357D4C}" srcOrd="1" destOrd="0" presId="urn:microsoft.com/office/officeart/2005/8/layout/vList5"/>
    <dgm:cxn modelId="{CC32135C-691B-440D-98A3-92651F170330}" type="presParOf" srcId="{A46AA0D2-A4CB-43C2-A9AF-C947E3E95513}" destId="{8FCF390D-A72D-4FEA-AC85-A7968E93E21B}" srcOrd="5" destOrd="0" presId="urn:microsoft.com/office/officeart/2005/8/layout/vList5"/>
    <dgm:cxn modelId="{AA754F79-1C32-4605-A4D1-667DF219F0F2}" type="presParOf" srcId="{A46AA0D2-A4CB-43C2-A9AF-C947E3E95513}" destId="{300AAC20-E8E9-4DEA-9CB6-FA71A0295B62}" srcOrd="6" destOrd="0" presId="urn:microsoft.com/office/officeart/2005/8/layout/vList5"/>
    <dgm:cxn modelId="{DCE40ECA-C7BE-4495-8FD8-8A53F232360C}" type="presParOf" srcId="{300AAC20-E8E9-4DEA-9CB6-FA71A0295B62}" destId="{F48D917C-CDFE-4CDB-9771-FCF203502CC4}" srcOrd="0" destOrd="0" presId="urn:microsoft.com/office/officeart/2005/8/layout/vList5"/>
    <dgm:cxn modelId="{F3A64C04-9A81-43F1-9735-2A911600E572}" type="presParOf" srcId="{300AAC20-E8E9-4DEA-9CB6-FA71A0295B62}" destId="{10FE09D4-1E0F-4F22-8276-6B367E371096}" srcOrd="1" destOrd="0" presId="urn:microsoft.com/office/officeart/2005/8/layout/vList5"/>
  </dgm:cxnLst>
  <dgm:bg/>
  <dgm:whole/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2326B7-921E-42FE-AE90-116B506F6C5B}" type="doc">
      <dgm:prSet loTypeId="urn:microsoft.com/office/officeart/2005/8/layout/hierarchy2" loCatId="hierarchy" qsTypeId="urn:microsoft.com/office/officeart/2005/8/quickstyle/simple3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F56EC80-AC8E-4773-8660-1FAA04D44EC4}">
      <dgm:prSet phldrT="[Text]" custT="1"/>
      <dgm:spPr/>
      <dgm:t>
        <a:bodyPr/>
        <a:lstStyle/>
        <a:p>
          <a:r>
            <a:rPr lang="en-US" sz="2000" dirty="0" smtClean="0"/>
            <a:t>Grant</a:t>
          </a:r>
          <a:endParaRPr lang="en-US" sz="2800" dirty="0"/>
        </a:p>
      </dgm:t>
    </dgm:pt>
    <dgm:pt modelId="{29B1F6FE-9FFC-42FF-8010-2179DF15E840}" type="parTrans" cxnId="{1E41B6B6-142E-4D46-8704-3E1A0DF12B32}">
      <dgm:prSet/>
      <dgm:spPr/>
      <dgm:t>
        <a:bodyPr/>
        <a:lstStyle/>
        <a:p>
          <a:endParaRPr lang="en-US"/>
        </a:p>
      </dgm:t>
    </dgm:pt>
    <dgm:pt modelId="{3913F0C6-E408-409D-A871-B0DB42ED3B2E}" type="sibTrans" cxnId="{1E41B6B6-142E-4D46-8704-3E1A0DF12B32}">
      <dgm:prSet/>
      <dgm:spPr/>
      <dgm:t>
        <a:bodyPr/>
        <a:lstStyle/>
        <a:p>
          <a:endParaRPr lang="en-US"/>
        </a:p>
      </dgm:t>
    </dgm:pt>
    <dgm:pt modelId="{2C640975-1C40-4B20-BB87-DAFA6AABC8EC}">
      <dgm:prSet phldrT="[Text]" custT="1"/>
      <dgm:spPr/>
      <dgm:t>
        <a:bodyPr/>
        <a:lstStyle/>
        <a:p>
          <a:pPr algn="ctr"/>
          <a:endParaRPr lang="en-US" dirty="0" smtClean="0"/>
        </a:p>
        <a:p>
          <a:pPr algn="ctr"/>
          <a:r>
            <a:rPr lang="en-US" sz="2400" b="1" dirty="0" smtClean="0"/>
            <a:t>95% -States</a:t>
          </a:r>
        </a:p>
        <a:p>
          <a:pPr algn="ctr"/>
          <a:endParaRPr lang="en-US" sz="2800" dirty="0" smtClean="0"/>
        </a:p>
      </dgm:t>
    </dgm:pt>
    <dgm:pt modelId="{6609BB42-58A0-417F-887C-1C1DE459AECF}" type="parTrans" cxnId="{47F0EEE1-B172-4A99-878F-C60F450E17DB}">
      <dgm:prSet/>
      <dgm:spPr/>
      <dgm:t>
        <a:bodyPr/>
        <a:lstStyle/>
        <a:p>
          <a:endParaRPr lang="en-US"/>
        </a:p>
      </dgm:t>
    </dgm:pt>
    <dgm:pt modelId="{7CB01398-2F52-4E6E-BF93-245199924D52}" type="sibTrans" cxnId="{47F0EEE1-B172-4A99-878F-C60F450E17DB}">
      <dgm:prSet/>
      <dgm:spPr/>
      <dgm:t>
        <a:bodyPr/>
        <a:lstStyle/>
        <a:p>
          <a:endParaRPr lang="en-US"/>
        </a:p>
      </dgm:t>
    </dgm:pt>
    <dgm:pt modelId="{84741F37-2C20-4A11-81AA-BCB518D08E75}">
      <dgm:prSet phldrT="[Text]" custT="1"/>
      <dgm:spPr/>
      <dgm:t>
        <a:bodyPr/>
        <a:lstStyle/>
        <a:p>
          <a:r>
            <a:rPr lang="en-US" sz="2400" b="1" dirty="0" smtClean="0"/>
            <a:t>5 % Government of India</a:t>
          </a:r>
          <a:endParaRPr lang="en-US" sz="2400" b="1" dirty="0"/>
        </a:p>
      </dgm:t>
    </dgm:pt>
    <dgm:pt modelId="{7C65C36A-D3DD-4ADE-864B-D392D3C1B826}" type="parTrans" cxnId="{7A8D4D85-ACAF-4DDD-BBE7-93F0B006DE96}">
      <dgm:prSet/>
      <dgm:spPr/>
      <dgm:t>
        <a:bodyPr/>
        <a:lstStyle/>
        <a:p>
          <a:endParaRPr lang="en-US"/>
        </a:p>
      </dgm:t>
    </dgm:pt>
    <dgm:pt modelId="{5716F17F-DB80-47B2-9319-2D2187699246}" type="sibTrans" cxnId="{7A8D4D85-ACAF-4DDD-BBE7-93F0B006DE96}">
      <dgm:prSet/>
      <dgm:spPr/>
      <dgm:t>
        <a:bodyPr/>
        <a:lstStyle/>
        <a:p>
          <a:endParaRPr lang="en-US"/>
        </a:p>
      </dgm:t>
    </dgm:pt>
    <dgm:pt modelId="{8893F6C9-F161-4BF1-8799-18786E3FB086}">
      <dgm:prSet phldrT="[Text]"/>
      <dgm:spPr/>
      <dgm:t>
        <a:bodyPr/>
        <a:lstStyle/>
        <a:p>
          <a:r>
            <a:rPr lang="en-US" b="1" dirty="0" smtClean="0"/>
            <a:t>Information, Education &amp; Communication activities that promote health of soil &amp; alternate fertilizers </a:t>
          </a:r>
          <a:endParaRPr lang="en-US" b="1" dirty="0"/>
        </a:p>
      </dgm:t>
    </dgm:pt>
    <dgm:pt modelId="{9CF2A557-E403-456C-8CF3-54C273ED88DA}" type="parTrans" cxnId="{7555A524-00F4-4867-968D-A28FF7EEE51B}">
      <dgm:prSet/>
      <dgm:spPr/>
      <dgm:t>
        <a:bodyPr/>
        <a:lstStyle/>
        <a:p>
          <a:endParaRPr lang="en-US"/>
        </a:p>
      </dgm:t>
    </dgm:pt>
    <dgm:pt modelId="{1C4953FA-669E-45F7-8993-AF7B7CE4ACDD}" type="sibTrans" cxnId="{7555A524-00F4-4867-968D-A28FF7EEE51B}">
      <dgm:prSet/>
      <dgm:spPr/>
      <dgm:t>
        <a:bodyPr/>
        <a:lstStyle/>
        <a:p>
          <a:endParaRPr lang="en-US"/>
        </a:p>
      </dgm:t>
    </dgm:pt>
    <dgm:pt modelId="{3E51AEE5-045F-45EA-B0AB-88B0EAD2FE1F}">
      <dgm:prSet custT="1"/>
      <dgm:spPr/>
      <dgm:t>
        <a:bodyPr/>
        <a:lstStyle/>
        <a:p>
          <a:r>
            <a:rPr lang="en-IN" sz="2400" b="1" dirty="0" smtClean="0"/>
            <a:t>65% </a:t>
          </a:r>
          <a:r>
            <a:rPr lang="en-US" sz="2400" b="1" dirty="0" smtClean="0"/>
            <a:t>Capex projects</a:t>
          </a:r>
          <a:endParaRPr lang="en-US" sz="2400" b="1" dirty="0"/>
        </a:p>
      </dgm:t>
    </dgm:pt>
    <dgm:pt modelId="{39BC18D1-353E-4D4F-A2BD-1943B526F1F0}" type="parTrans" cxnId="{3BC6CEBD-97BC-409B-8A51-B047CA840DC7}">
      <dgm:prSet/>
      <dgm:spPr/>
      <dgm:t>
        <a:bodyPr/>
        <a:lstStyle/>
        <a:p>
          <a:endParaRPr lang="en-US"/>
        </a:p>
      </dgm:t>
    </dgm:pt>
    <dgm:pt modelId="{AFCA98F4-BA5D-43BB-BA6C-D184E26BEC5C}" type="sibTrans" cxnId="{3BC6CEBD-97BC-409B-8A51-B047CA840DC7}">
      <dgm:prSet/>
      <dgm:spPr/>
      <dgm:t>
        <a:bodyPr/>
        <a:lstStyle/>
        <a:p>
          <a:endParaRPr lang="en-US"/>
        </a:p>
      </dgm:t>
    </dgm:pt>
    <dgm:pt modelId="{26C55C52-9AE0-4EB3-AFB9-1A40EDFED11C}">
      <dgm:prSet/>
      <dgm:spPr/>
      <dgm:t>
        <a:bodyPr/>
        <a:lstStyle/>
        <a:p>
          <a:r>
            <a:rPr lang="en-IN" b="1" dirty="0" smtClean="0"/>
            <a:t>30% untied funds for  state specific activities </a:t>
          </a:r>
          <a:endParaRPr lang="en-US" b="1" dirty="0"/>
        </a:p>
      </dgm:t>
    </dgm:pt>
    <dgm:pt modelId="{47FBC158-56B4-4051-91F3-A625DB7958FC}" type="parTrans" cxnId="{BECAE50A-DFC4-4CA2-B0E4-99B27756680B}">
      <dgm:prSet/>
      <dgm:spPr/>
      <dgm:t>
        <a:bodyPr/>
        <a:lstStyle/>
        <a:p>
          <a:endParaRPr lang="en-US"/>
        </a:p>
      </dgm:t>
    </dgm:pt>
    <dgm:pt modelId="{467A0086-D27E-444C-8804-09425383E016}" type="sibTrans" cxnId="{BECAE50A-DFC4-4CA2-B0E4-99B27756680B}">
      <dgm:prSet/>
      <dgm:spPr/>
      <dgm:t>
        <a:bodyPr/>
        <a:lstStyle/>
        <a:p>
          <a:endParaRPr lang="en-US"/>
        </a:p>
      </dgm:t>
    </dgm:pt>
    <dgm:pt modelId="{983EABF6-3225-43CB-B496-5EB7AD25E064}" type="pres">
      <dgm:prSet presAssocID="{542326B7-921E-42FE-AE90-116B506F6C5B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7D21F65-8B4D-4E32-8645-DFCCC0A6F671}" type="pres">
      <dgm:prSet presAssocID="{5F56EC80-AC8E-4773-8660-1FAA04D44EC4}" presName="root1" presStyleCnt="0"/>
      <dgm:spPr/>
      <dgm:t>
        <a:bodyPr/>
        <a:lstStyle/>
        <a:p>
          <a:endParaRPr lang="en-US"/>
        </a:p>
      </dgm:t>
    </dgm:pt>
    <dgm:pt modelId="{B4473207-1569-4BD3-8EE2-2960158DD3D5}" type="pres">
      <dgm:prSet presAssocID="{5F56EC80-AC8E-4773-8660-1FAA04D44EC4}" presName="LevelOneTextNode" presStyleLbl="node0" presStyleIdx="0" presStyleCnt="1" custLinFactNeighborX="-6440" custLinFactNeighborY="-21156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BF58AE19-C7BC-4E6B-B4E3-85EFD1258209}" type="pres">
      <dgm:prSet presAssocID="{5F56EC80-AC8E-4773-8660-1FAA04D44EC4}" presName="level2hierChild" presStyleCnt="0"/>
      <dgm:spPr/>
      <dgm:t>
        <a:bodyPr/>
        <a:lstStyle/>
        <a:p>
          <a:endParaRPr lang="en-US"/>
        </a:p>
      </dgm:t>
    </dgm:pt>
    <dgm:pt modelId="{D2161E64-EE8E-4E47-A80F-2E95EFC8F376}" type="pres">
      <dgm:prSet presAssocID="{6609BB42-58A0-417F-887C-1C1DE459AECF}" presName="conn2-1" presStyleLbl="parChTrans1D2" presStyleIdx="0" presStyleCnt="2"/>
      <dgm:spPr/>
      <dgm:t>
        <a:bodyPr/>
        <a:lstStyle/>
        <a:p>
          <a:endParaRPr lang="en-US"/>
        </a:p>
      </dgm:t>
    </dgm:pt>
    <dgm:pt modelId="{649D8D40-C71F-4265-A461-38B7949DC740}" type="pres">
      <dgm:prSet presAssocID="{6609BB42-58A0-417F-887C-1C1DE459AECF}" presName="connTx" presStyleLbl="parChTrans1D2" presStyleIdx="0" presStyleCnt="2"/>
      <dgm:spPr/>
      <dgm:t>
        <a:bodyPr/>
        <a:lstStyle/>
        <a:p>
          <a:endParaRPr lang="en-US"/>
        </a:p>
      </dgm:t>
    </dgm:pt>
    <dgm:pt modelId="{8E98709A-0560-4245-BE4F-4BD48B2D8224}" type="pres">
      <dgm:prSet presAssocID="{2C640975-1C40-4B20-BB87-DAFA6AABC8EC}" presName="root2" presStyleCnt="0"/>
      <dgm:spPr/>
      <dgm:t>
        <a:bodyPr/>
        <a:lstStyle/>
        <a:p>
          <a:endParaRPr lang="en-US"/>
        </a:p>
      </dgm:t>
    </dgm:pt>
    <dgm:pt modelId="{04B53237-9788-4024-AC74-5794D1C492F2}" type="pres">
      <dgm:prSet presAssocID="{2C640975-1C40-4B20-BB87-DAFA6AABC8EC}" presName="LevelTwoTextNode" presStyleLbl="node2" presStyleIdx="0" presStyleCnt="2" custScaleX="80502" custLinFactNeighborX="-5978" custLinFactNeighborY="-513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A7EFE790-5936-4DC3-9642-79ED4D8D9A96}" type="pres">
      <dgm:prSet presAssocID="{2C640975-1C40-4B20-BB87-DAFA6AABC8EC}" presName="level3hierChild" presStyleCnt="0"/>
      <dgm:spPr/>
      <dgm:t>
        <a:bodyPr/>
        <a:lstStyle/>
        <a:p>
          <a:endParaRPr lang="en-US"/>
        </a:p>
      </dgm:t>
    </dgm:pt>
    <dgm:pt modelId="{28684BB7-C69A-4944-92A9-0EBC90162014}" type="pres">
      <dgm:prSet presAssocID="{39BC18D1-353E-4D4F-A2BD-1943B526F1F0}" presName="conn2-1" presStyleLbl="parChTrans1D3" presStyleIdx="0" presStyleCnt="3"/>
      <dgm:spPr/>
      <dgm:t>
        <a:bodyPr/>
        <a:lstStyle/>
        <a:p>
          <a:endParaRPr lang="en-US"/>
        </a:p>
      </dgm:t>
    </dgm:pt>
    <dgm:pt modelId="{00DDD6A8-5EDE-4C85-8814-53EF799725DD}" type="pres">
      <dgm:prSet presAssocID="{39BC18D1-353E-4D4F-A2BD-1943B526F1F0}" presName="connTx" presStyleLbl="parChTrans1D3" presStyleIdx="0" presStyleCnt="3"/>
      <dgm:spPr/>
      <dgm:t>
        <a:bodyPr/>
        <a:lstStyle/>
        <a:p>
          <a:endParaRPr lang="en-US"/>
        </a:p>
      </dgm:t>
    </dgm:pt>
    <dgm:pt modelId="{A4372C6B-F5EA-49C0-93FC-DC6D3D34F52F}" type="pres">
      <dgm:prSet presAssocID="{3E51AEE5-045F-45EA-B0AB-88B0EAD2FE1F}" presName="root2" presStyleCnt="0"/>
      <dgm:spPr/>
      <dgm:t>
        <a:bodyPr/>
        <a:lstStyle/>
        <a:p>
          <a:endParaRPr lang="en-US"/>
        </a:p>
      </dgm:t>
    </dgm:pt>
    <dgm:pt modelId="{386BE3E1-D08E-4262-8FAC-2CD224C15D72}" type="pres">
      <dgm:prSet presAssocID="{3E51AEE5-045F-45EA-B0AB-88B0EAD2FE1F}" presName="LevelTwoTextNode" presStyleLbl="node3" presStyleIdx="0" presStyleCnt="3" custScaleX="16129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230D2CE-E565-4D50-AE96-A99B9AAB77B0}" type="pres">
      <dgm:prSet presAssocID="{3E51AEE5-045F-45EA-B0AB-88B0EAD2FE1F}" presName="level3hierChild" presStyleCnt="0"/>
      <dgm:spPr/>
      <dgm:t>
        <a:bodyPr/>
        <a:lstStyle/>
        <a:p>
          <a:endParaRPr lang="en-US"/>
        </a:p>
      </dgm:t>
    </dgm:pt>
    <dgm:pt modelId="{1B4EF180-ED4C-4D19-AA90-6CF4BB022443}" type="pres">
      <dgm:prSet presAssocID="{47FBC158-56B4-4051-91F3-A625DB7958FC}" presName="conn2-1" presStyleLbl="parChTrans1D3" presStyleIdx="1" presStyleCnt="3"/>
      <dgm:spPr/>
      <dgm:t>
        <a:bodyPr/>
        <a:lstStyle/>
        <a:p>
          <a:endParaRPr lang="en-US"/>
        </a:p>
      </dgm:t>
    </dgm:pt>
    <dgm:pt modelId="{606C52E8-CFA9-469A-BEA8-1E5566A2B878}" type="pres">
      <dgm:prSet presAssocID="{47FBC158-56B4-4051-91F3-A625DB7958FC}" presName="connTx" presStyleLbl="parChTrans1D3" presStyleIdx="1" presStyleCnt="3"/>
      <dgm:spPr/>
      <dgm:t>
        <a:bodyPr/>
        <a:lstStyle/>
        <a:p>
          <a:endParaRPr lang="en-US"/>
        </a:p>
      </dgm:t>
    </dgm:pt>
    <dgm:pt modelId="{8EEA9949-119C-4606-8226-5AEDAB9B8E3B}" type="pres">
      <dgm:prSet presAssocID="{26C55C52-9AE0-4EB3-AFB9-1A40EDFED11C}" presName="root2" presStyleCnt="0"/>
      <dgm:spPr/>
      <dgm:t>
        <a:bodyPr/>
        <a:lstStyle/>
        <a:p>
          <a:endParaRPr lang="en-US"/>
        </a:p>
      </dgm:t>
    </dgm:pt>
    <dgm:pt modelId="{2855AEB9-5589-4CC8-9F8A-419F4D3DF8EC}" type="pres">
      <dgm:prSet presAssocID="{26C55C52-9AE0-4EB3-AFB9-1A40EDFED11C}" presName="LevelTwoTextNode" presStyleLbl="node3" presStyleIdx="1" presStyleCnt="3" custScaleX="154190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399CA36-EACC-4662-A744-C7AD9BB402DA}" type="pres">
      <dgm:prSet presAssocID="{26C55C52-9AE0-4EB3-AFB9-1A40EDFED11C}" presName="level3hierChild" presStyleCnt="0"/>
      <dgm:spPr/>
      <dgm:t>
        <a:bodyPr/>
        <a:lstStyle/>
        <a:p>
          <a:endParaRPr lang="en-US"/>
        </a:p>
      </dgm:t>
    </dgm:pt>
    <dgm:pt modelId="{2558E2A7-996E-4D77-8964-C858FFBA0496}" type="pres">
      <dgm:prSet presAssocID="{7C65C36A-D3DD-4ADE-864B-D392D3C1B826}" presName="conn2-1" presStyleLbl="parChTrans1D2" presStyleIdx="1" presStyleCnt="2"/>
      <dgm:spPr/>
      <dgm:t>
        <a:bodyPr/>
        <a:lstStyle/>
        <a:p>
          <a:endParaRPr lang="en-US"/>
        </a:p>
      </dgm:t>
    </dgm:pt>
    <dgm:pt modelId="{F40A11F0-324B-4C07-A7A1-E1A0C8501CAA}" type="pres">
      <dgm:prSet presAssocID="{7C65C36A-D3DD-4ADE-864B-D392D3C1B826}" presName="connTx" presStyleLbl="parChTrans1D2" presStyleIdx="1" presStyleCnt="2"/>
      <dgm:spPr/>
      <dgm:t>
        <a:bodyPr/>
        <a:lstStyle/>
        <a:p>
          <a:endParaRPr lang="en-US"/>
        </a:p>
      </dgm:t>
    </dgm:pt>
    <dgm:pt modelId="{9F0315A3-3651-4D02-B44B-31AFBD890E41}" type="pres">
      <dgm:prSet presAssocID="{84741F37-2C20-4A11-81AA-BCB518D08E75}" presName="root2" presStyleCnt="0"/>
      <dgm:spPr/>
      <dgm:t>
        <a:bodyPr/>
        <a:lstStyle/>
        <a:p>
          <a:endParaRPr lang="en-US"/>
        </a:p>
      </dgm:t>
    </dgm:pt>
    <dgm:pt modelId="{0D26A91A-1D15-48C6-8CB5-AA9DD5E55423}" type="pres">
      <dgm:prSet presAssocID="{84741F37-2C20-4A11-81AA-BCB518D08E75}" presName="LevelTwoTextNode" presStyleLbl="node2" presStyleIdx="1" presStyleCnt="2" custScaleX="83144" custLinFactNeighborX="-5978" custLinFactNeighborY="-2059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23DFB60-F488-496B-8946-499FB49110AC}" type="pres">
      <dgm:prSet presAssocID="{84741F37-2C20-4A11-81AA-BCB518D08E75}" presName="level3hierChild" presStyleCnt="0"/>
      <dgm:spPr/>
      <dgm:t>
        <a:bodyPr/>
        <a:lstStyle/>
        <a:p>
          <a:endParaRPr lang="en-US"/>
        </a:p>
      </dgm:t>
    </dgm:pt>
    <dgm:pt modelId="{7FAD937E-A578-45E4-B0D2-19ECF48D5082}" type="pres">
      <dgm:prSet presAssocID="{9CF2A557-E403-456C-8CF3-54C273ED88DA}" presName="conn2-1" presStyleLbl="parChTrans1D3" presStyleIdx="2" presStyleCnt="3"/>
      <dgm:spPr/>
      <dgm:t>
        <a:bodyPr/>
        <a:lstStyle/>
        <a:p>
          <a:endParaRPr lang="en-US"/>
        </a:p>
      </dgm:t>
    </dgm:pt>
    <dgm:pt modelId="{AEB606D7-0642-4CE2-8828-4CD3CE2FD2E0}" type="pres">
      <dgm:prSet presAssocID="{9CF2A557-E403-456C-8CF3-54C273ED88DA}" presName="connTx" presStyleLbl="parChTrans1D3" presStyleIdx="2" presStyleCnt="3"/>
      <dgm:spPr/>
      <dgm:t>
        <a:bodyPr/>
        <a:lstStyle/>
        <a:p>
          <a:endParaRPr lang="en-US"/>
        </a:p>
      </dgm:t>
    </dgm:pt>
    <dgm:pt modelId="{F24C9F94-C87B-476B-8368-669F7584BE1B}" type="pres">
      <dgm:prSet presAssocID="{8893F6C9-F161-4BF1-8799-18786E3FB086}" presName="root2" presStyleCnt="0"/>
      <dgm:spPr/>
      <dgm:t>
        <a:bodyPr/>
        <a:lstStyle/>
        <a:p>
          <a:endParaRPr lang="en-US"/>
        </a:p>
      </dgm:t>
    </dgm:pt>
    <dgm:pt modelId="{0ED3E76C-5E5A-44A4-9DF9-5552A78A39E3}" type="pres">
      <dgm:prSet presAssocID="{8893F6C9-F161-4BF1-8799-18786E3FB086}" presName="LevelTwoTextNode" presStyleLbl="node3" presStyleIdx="2" presStyleCnt="3" custScaleX="139727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2C05AEF-B508-4F2D-87F5-65389586ADDB}" type="pres">
      <dgm:prSet presAssocID="{8893F6C9-F161-4BF1-8799-18786E3FB086}" presName="level3hierChild" presStyleCnt="0"/>
      <dgm:spPr/>
      <dgm:t>
        <a:bodyPr/>
        <a:lstStyle/>
        <a:p>
          <a:endParaRPr lang="en-US"/>
        </a:p>
      </dgm:t>
    </dgm:pt>
  </dgm:ptLst>
  <dgm:cxnLst>
    <dgm:cxn modelId="{BECAE50A-DFC4-4CA2-B0E4-99B27756680B}" srcId="{2C640975-1C40-4B20-BB87-DAFA6AABC8EC}" destId="{26C55C52-9AE0-4EB3-AFB9-1A40EDFED11C}" srcOrd="1" destOrd="0" parTransId="{47FBC158-56B4-4051-91F3-A625DB7958FC}" sibTransId="{467A0086-D27E-444C-8804-09425383E016}"/>
    <dgm:cxn modelId="{6D8F6916-284E-419E-8AE7-095AD3CE9BBB}" type="presOf" srcId="{26C55C52-9AE0-4EB3-AFB9-1A40EDFED11C}" destId="{2855AEB9-5589-4CC8-9F8A-419F4D3DF8EC}" srcOrd="0" destOrd="0" presId="urn:microsoft.com/office/officeart/2005/8/layout/hierarchy2"/>
    <dgm:cxn modelId="{7555A524-00F4-4867-968D-A28FF7EEE51B}" srcId="{84741F37-2C20-4A11-81AA-BCB518D08E75}" destId="{8893F6C9-F161-4BF1-8799-18786E3FB086}" srcOrd="0" destOrd="0" parTransId="{9CF2A557-E403-456C-8CF3-54C273ED88DA}" sibTransId="{1C4953FA-669E-45F7-8993-AF7B7CE4ACDD}"/>
    <dgm:cxn modelId="{F5996464-B277-4EB2-8801-7F55C54CCF81}" type="presOf" srcId="{6609BB42-58A0-417F-887C-1C1DE459AECF}" destId="{D2161E64-EE8E-4E47-A80F-2E95EFC8F376}" srcOrd="0" destOrd="0" presId="urn:microsoft.com/office/officeart/2005/8/layout/hierarchy2"/>
    <dgm:cxn modelId="{1E41B6B6-142E-4D46-8704-3E1A0DF12B32}" srcId="{542326B7-921E-42FE-AE90-116B506F6C5B}" destId="{5F56EC80-AC8E-4773-8660-1FAA04D44EC4}" srcOrd="0" destOrd="0" parTransId="{29B1F6FE-9FFC-42FF-8010-2179DF15E840}" sibTransId="{3913F0C6-E408-409D-A871-B0DB42ED3B2E}"/>
    <dgm:cxn modelId="{17D6D011-DCBD-4F45-A265-5FBF13B47317}" type="presOf" srcId="{7C65C36A-D3DD-4ADE-864B-D392D3C1B826}" destId="{2558E2A7-996E-4D77-8964-C858FFBA0496}" srcOrd="0" destOrd="0" presId="urn:microsoft.com/office/officeart/2005/8/layout/hierarchy2"/>
    <dgm:cxn modelId="{6F7C9675-45F2-4D4C-ABDC-F93D5C6ED4AC}" type="presOf" srcId="{5F56EC80-AC8E-4773-8660-1FAA04D44EC4}" destId="{B4473207-1569-4BD3-8EE2-2960158DD3D5}" srcOrd="0" destOrd="0" presId="urn:microsoft.com/office/officeart/2005/8/layout/hierarchy2"/>
    <dgm:cxn modelId="{3BC6CEBD-97BC-409B-8A51-B047CA840DC7}" srcId="{2C640975-1C40-4B20-BB87-DAFA6AABC8EC}" destId="{3E51AEE5-045F-45EA-B0AB-88B0EAD2FE1F}" srcOrd="0" destOrd="0" parTransId="{39BC18D1-353E-4D4F-A2BD-1943B526F1F0}" sibTransId="{AFCA98F4-BA5D-43BB-BA6C-D184E26BEC5C}"/>
    <dgm:cxn modelId="{2D9B64EA-A6F2-43BF-9EAC-BE7C6D92AD4E}" type="presOf" srcId="{9CF2A557-E403-456C-8CF3-54C273ED88DA}" destId="{7FAD937E-A578-45E4-B0D2-19ECF48D5082}" srcOrd="0" destOrd="0" presId="urn:microsoft.com/office/officeart/2005/8/layout/hierarchy2"/>
    <dgm:cxn modelId="{88BFACD6-C7C0-4671-B829-8E689A1E940A}" type="presOf" srcId="{2C640975-1C40-4B20-BB87-DAFA6AABC8EC}" destId="{04B53237-9788-4024-AC74-5794D1C492F2}" srcOrd="0" destOrd="0" presId="urn:microsoft.com/office/officeart/2005/8/layout/hierarchy2"/>
    <dgm:cxn modelId="{C3DD18D0-4F74-4C1C-962A-1715A9F8FD0F}" type="presOf" srcId="{84741F37-2C20-4A11-81AA-BCB518D08E75}" destId="{0D26A91A-1D15-48C6-8CB5-AA9DD5E55423}" srcOrd="0" destOrd="0" presId="urn:microsoft.com/office/officeart/2005/8/layout/hierarchy2"/>
    <dgm:cxn modelId="{F2DE23F5-283F-4709-B62A-A757556BA344}" type="presOf" srcId="{3E51AEE5-045F-45EA-B0AB-88B0EAD2FE1F}" destId="{386BE3E1-D08E-4262-8FAC-2CD224C15D72}" srcOrd="0" destOrd="0" presId="urn:microsoft.com/office/officeart/2005/8/layout/hierarchy2"/>
    <dgm:cxn modelId="{7A8D4D85-ACAF-4DDD-BBE7-93F0B006DE96}" srcId="{5F56EC80-AC8E-4773-8660-1FAA04D44EC4}" destId="{84741F37-2C20-4A11-81AA-BCB518D08E75}" srcOrd="1" destOrd="0" parTransId="{7C65C36A-D3DD-4ADE-864B-D392D3C1B826}" sibTransId="{5716F17F-DB80-47B2-9319-2D2187699246}"/>
    <dgm:cxn modelId="{47F0EEE1-B172-4A99-878F-C60F450E17DB}" srcId="{5F56EC80-AC8E-4773-8660-1FAA04D44EC4}" destId="{2C640975-1C40-4B20-BB87-DAFA6AABC8EC}" srcOrd="0" destOrd="0" parTransId="{6609BB42-58A0-417F-887C-1C1DE459AECF}" sibTransId="{7CB01398-2F52-4E6E-BF93-245199924D52}"/>
    <dgm:cxn modelId="{3353E36C-F349-416A-BEA6-C0765EBFABC0}" type="presOf" srcId="{47FBC158-56B4-4051-91F3-A625DB7958FC}" destId="{1B4EF180-ED4C-4D19-AA90-6CF4BB022443}" srcOrd="0" destOrd="0" presId="urn:microsoft.com/office/officeart/2005/8/layout/hierarchy2"/>
    <dgm:cxn modelId="{924FF731-A4A9-4261-AAEB-1AB2460A1C31}" type="presOf" srcId="{47FBC158-56B4-4051-91F3-A625DB7958FC}" destId="{606C52E8-CFA9-469A-BEA8-1E5566A2B878}" srcOrd="1" destOrd="0" presId="urn:microsoft.com/office/officeart/2005/8/layout/hierarchy2"/>
    <dgm:cxn modelId="{FFA100B0-CE16-45E0-81F5-9E6FEE11D81C}" type="presOf" srcId="{542326B7-921E-42FE-AE90-116B506F6C5B}" destId="{983EABF6-3225-43CB-B496-5EB7AD25E064}" srcOrd="0" destOrd="0" presId="urn:microsoft.com/office/officeart/2005/8/layout/hierarchy2"/>
    <dgm:cxn modelId="{EC59CE23-E99E-4578-85EC-DF0D2B1E39AC}" type="presOf" srcId="{39BC18D1-353E-4D4F-A2BD-1943B526F1F0}" destId="{00DDD6A8-5EDE-4C85-8814-53EF799725DD}" srcOrd="1" destOrd="0" presId="urn:microsoft.com/office/officeart/2005/8/layout/hierarchy2"/>
    <dgm:cxn modelId="{F15331D0-A002-4754-A4CC-60BB566BBA71}" type="presOf" srcId="{8893F6C9-F161-4BF1-8799-18786E3FB086}" destId="{0ED3E76C-5E5A-44A4-9DF9-5552A78A39E3}" srcOrd="0" destOrd="0" presId="urn:microsoft.com/office/officeart/2005/8/layout/hierarchy2"/>
    <dgm:cxn modelId="{64F78920-7867-4046-B70A-E25690EA01AC}" type="presOf" srcId="{9CF2A557-E403-456C-8CF3-54C273ED88DA}" destId="{AEB606D7-0642-4CE2-8828-4CD3CE2FD2E0}" srcOrd="1" destOrd="0" presId="urn:microsoft.com/office/officeart/2005/8/layout/hierarchy2"/>
    <dgm:cxn modelId="{2CD1ADBC-74E3-4B26-86C5-84BF94D6213A}" type="presOf" srcId="{7C65C36A-D3DD-4ADE-864B-D392D3C1B826}" destId="{F40A11F0-324B-4C07-A7A1-E1A0C8501CAA}" srcOrd="1" destOrd="0" presId="urn:microsoft.com/office/officeart/2005/8/layout/hierarchy2"/>
    <dgm:cxn modelId="{F8CF0AB3-B16E-4C9F-A250-C44EA8F32F51}" type="presOf" srcId="{39BC18D1-353E-4D4F-A2BD-1943B526F1F0}" destId="{28684BB7-C69A-4944-92A9-0EBC90162014}" srcOrd="0" destOrd="0" presId="urn:microsoft.com/office/officeart/2005/8/layout/hierarchy2"/>
    <dgm:cxn modelId="{5808ACBF-C1A9-477E-9DA6-72F7C5788D84}" type="presOf" srcId="{6609BB42-58A0-417F-887C-1C1DE459AECF}" destId="{649D8D40-C71F-4265-A461-38B7949DC740}" srcOrd="1" destOrd="0" presId="urn:microsoft.com/office/officeart/2005/8/layout/hierarchy2"/>
    <dgm:cxn modelId="{2FF12522-F35E-48C6-82ED-5089B89271D4}" type="presParOf" srcId="{983EABF6-3225-43CB-B496-5EB7AD25E064}" destId="{B7D21F65-8B4D-4E32-8645-DFCCC0A6F671}" srcOrd="0" destOrd="0" presId="urn:microsoft.com/office/officeart/2005/8/layout/hierarchy2"/>
    <dgm:cxn modelId="{73970514-E8BF-40A3-ACBF-FF471866BF7B}" type="presParOf" srcId="{B7D21F65-8B4D-4E32-8645-DFCCC0A6F671}" destId="{B4473207-1569-4BD3-8EE2-2960158DD3D5}" srcOrd="0" destOrd="0" presId="urn:microsoft.com/office/officeart/2005/8/layout/hierarchy2"/>
    <dgm:cxn modelId="{22353A7B-8649-4E05-B379-C76F2E689995}" type="presParOf" srcId="{B7D21F65-8B4D-4E32-8645-DFCCC0A6F671}" destId="{BF58AE19-C7BC-4E6B-B4E3-85EFD1258209}" srcOrd="1" destOrd="0" presId="urn:microsoft.com/office/officeart/2005/8/layout/hierarchy2"/>
    <dgm:cxn modelId="{4D8B8CCE-9B16-4B24-97A0-D8969145BA4B}" type="presParOf" srcId="{BF58AE19-C7BC-4E6B-B4E3-85EFD1258209}" destId="{D2161E64-EE8E-4E47-A80F-2E95EFC8F376}" srcOrd="0" destOrd="0" presId="urn:microsoft.com/office/officeart/2005/8/layout/hierarchy2"/>
    <dgm:cxn modelId="{30053CC1-96EF-4219-9E2E-E4A2EADF3517}" type="presParOf" srcId="{D2161E64-EE8E-4E47-A80F-2E95EFC8F376}" destId="{649D8D40-C71F-4265-A461-38B7949DC740}" srcOrd="0" destOrd="0" presId="urn:microsoft.com/office/officeart/2005/8/layout/hierarchy2"/>
    <dgm:cxn modelId="{838E23AB-80D2-4F0A-BF84-A50DF0CD358A}" type="presParOf" srcId="{BF58AE19-C7BC-4E6B-B4E3-85EFD1258209}" destId="{8E98709A-0560-4245-BE4F-4BD48B2D8224}" srcOrd="1" destOrd="0" presId="urn:microsoft.com/office/officeart/2005/8/layout/hierarchy2"/>
    <dgm:cxn modelId="{E1CDD037-A586-4F92-A9BF-89C781ABA362}" type="presParOf" srcId="{8E98709A-0560-4245-BE4F-4BD48B2D8224}" destId="{04B53237-9788-4024-AC74-5794D1C492F2}" srcOrd="0" destOrd="0" presId="urn:microsoft.com/office/officeart/2005/8/layout/hierarchy2"/>
    <dgm:cxn modelId="{DC3A6E97-A1B3-4370-BAD9-8152ECBD6D05}" type="presParOf" srcId="{8E98709A-0560-4245-BE4F-4BD48B2D8224}" destId="{A7EFE790-5936-4DC3-9642-79ED4D8D9A96}" srcOrd="1" destOrd="0" presId="urn:microsoft.com/office/officeart/2005/8/layout/hierarchy2"/>
    <dgm:cxn modelId="{F0DE7F04-5CB3-40E1-BBDD-18CD595EF207}" type="presParOf" srcId="{A7EFE790-5936-4DC3-9642-79ED4D8D9A96}" destId="{28684BB7-C69A-4944-92A9-0EBC90162014}" srcOrd="0" destOrd="0" presId="urn:microsoft.com/office/officeart/2005/8/layout/hierarchy2"/>
    <dgm:cxn modelId="{C2C122AD-6E4C-4EC6-B587-6815F4DA52EE}" type="presParOf" srcId="{28684BB7-C69A-4944-92A9-0EBC90162014}" destId="{00DDD6A8-5EDE-4C85-8814-53EF799725DD}" srcOrd="0" destOrd="0" presId="urn:microsoft.com/office/officeart/2005/8/layout/hierarchy2"/>
    <dgm:cxn modelId="{07C6F298-B334-44EC-8B5C-2E353B5E4530}" type="presParOf" srcId="{A7EFE790-5936-4DC3-9642-79ED4D8D9A96}" destId="{A4372C6B-F5EA-49C0-93FC-DC6D3D34F52F}" srcOrd="1" destOrd="0" presId="urn:microsoft.com/office/officeart/2005/8/layout/hierarchy2"/>
    <dgm:cxn modelId="{53813492-D452-43DE-9A2F-FB2886718079}" type="presParOf" srcId="{A4372C6B-F5EA-49C0-93FC-DC6D3D34F52F}" destId="{386BE3E1-D08E-4262-8FAC-2CD224C15D72}" srcOrd="0" destOrd="0" presId="urn:microsoft.com/office/officeart/2005/8/layout/hierarchy2"/>
    <dgm:cxn modelId="{54B86E13-DF9E-46D5-BCEE-FB0241BC0588}" type="presParOf" srcId="{A4372C6B-F5EA-49C0-93FC-DC6D3D34F52F}" destId="{C230D2CE-E565-4D50-AE96-A99B9AAB77B0}" srcOrd="1" destOrd="0" presId="urn:microsoft.com/office/officeart/2005/8/layout/hierarchy2"/>
    <dgm:cxn modelId="{254A96AC-AD42-46B8-B5FC-776AC96ACFF4}" type="presParOf" srcId="{A7EFE790-5936-4DC3-9642-79ED4D8D9A96}" destId="{1B4EF180-ED4C-4D19-AA90-6CF4BB022443}" srcOrd="2" destOrd="0" presId="urn:microsoft.com/office/officeart/2005/8/layout/hierarchy2"/>
    <dgm:cxn modelId="{7608F7CB-868C-4B0F-98CE-1DC709E9088E}" type="presParOf" srcId="{1B4EF180-ED4C-4D19-AA90-6CF4BB022443}" destId="{606C52E8-CFA9-469A-BEA8-1E5566A2B878}" srcOrd="0" destOrd="0" presId="urn:microsoft.com/office/officeart/2005/8/layout/hierarchy2"/>
    <dgm:cxn modelId="{C0097415-C799-4328-8A4B-EB551851CC14}" type="presParOf" srcId="{A7EFE790-5936-4DC3-9642-79ED4D8D9A96}" destId="{8EEA9949-119C-4606-8226-5AEDAB9B8E3B}" srcOrd="3" destOrd="0" presId="urn:microsoft.com/office/officeart/2005/8/layout/hierarchy2"/>
    <dgm:cxn modelId="{63B25FD1-0B2D-40B5-A92A-4E2D42A153F2}" type="presParOf" srcId="{8EEA9949-119C-4606-8226-5AEDAB9B8E3B}" destId="{2855AEB9-5589-4CC8-9F8A-419F4D3DF8EC}" srcOrd="0" destOrd="0" presId="urn:microsoft.com/office/officeart/2005/8/layout/hierarchy2"/>
    <dgm:cxn modelId="{F6319B01-27CC-41D6-A2A3-CBBDBD2958FF}" type="presParOf" srcId="{8EEA9949-119C-4606-8226-5AEDAB9B8E3B}" destId="{2399CA36-EACC-4662-A744-C7AD9BB402DA}" srcOrd="1" destOrd="0" presId="urn:microsoft.com/office/officeart/2005/8/layout/hierarchy2"/>
    <dgm:cxn modelId="{C49D71CE-34C7-49D7-AD0B-F8931918B326}" type="presParOf" srcId="{BF58AE19-C7BC-4E6B-B4E3-85EFD1258209}" destId="{2558E2A7-996E-4D77-8964-C858FFBA0496}" srcOrd="2" destOrd="0" presId="urn:microsoft.com/office/officeart/2005/8/layout/hierarchy2"/>
    <dgm:cxn modelId="{2EDA9172-D855-4C73-85D6-5FFC49219086}" type="presParOf" srcId="{2558E2A7-996E-4D77-8964-C858FFBA0496}" destId="{F40A11F0-324B-4C07-A7A1-E1A0C8501CAA}" srcOrd="0" destOrd="0" presId="urn:microsoft.com/office/officeart/2005/8/layout/hierarchy2"/>
    <dgm:cxn modelId="{C6A1551F-C7EF-4DDC-A171-2668D38A432B}" type="presParOf" srcId="{BF58AE19-C7BC-4E6B-B4E3-85EFD1258209}" destId="{9F0315A3-3651-4D02-B44B-31AFBD890E41}" srcOrd="3" destOrd="0" presId="urn:microsoft.com/office/officeart/2005/8/layout/hierarchy2"/>
    <dgm:cxn modelId="{8A296500-DB48-4792-9275-0D579547984B}" type="presParOf" srcId="{9F0315A3-3651-4D02-B44B-31AFBD890E41}" destId="{0D26A91A-1D15-48C6-8CB5-AA9DD5E55423}" srcOrd="0" destOrd="0" presId="urn:microsoft.com/office/officeart/2005/8/layout/hierarchy2"/>
    <dgm:cxn modelId="{FD0A37A7-305B-4655-9B06-98D24B0E7D26}" type="presParOf" srcId="{9F0315A3-3651-4D02-B44B-31AFBD890E41}" destId="{923DFB60-F488-496B-8946-499FB49110AC}" srcOrd="1" destOrd="0" presId="urn:microsoft.com/office/officeart/2005/8/layout/hierarchy2"/>
    <dgm:cxn modelId="{F3738044-5F66-48F6-8C5B-D736081480AE}" type="presParOf" srcId="{923DFB60-F488-496B-8946-499FB49110AC}" destId="{7FAD937E-A578-45E4-B0D2-19ECF48D5082}" srcOrd="0" destOrd="0" presId="urn:microsoft.com/office/officeart/2005/8/layout/hierarchy2"/>
    <dgm:cxn modelId="{AECDD807-05DB-4722-B22A-216B06A32133}" type="presParOf" srcId="{7FAD937E-A578-45E4-B0D2-19ECF48D5082}" destId="{AEB606D7-0642-4CE2-8828-4CD3CE2FD2E0}" srcOrd="0" destOrd="0" presId="urn:microsoft.com/office/officeart/2005/8/layout/hierarchy2"/>
    <dgm:cxn modelId="{728D0924-A734-4CD7-BEAA-06BF491AA17B}" type="presParOf" srcId="{923DFB60-F488-496B-8946-499FB49110AC}" destId="{F24C9F94-C87B-476B-8368-669F7584BE1B}" srcOrd="1" destOrd="0" presId="urn:microsoft.com/office/officeart/2005/8/layout/hierarchy2"/>
    <dgm:cxn modelId="{8FDBA836-D4A9-49E8-9A26-BB089CFFEBDD}" type="presParOf" srcId="{F24C9F94-C87B-476B-8368-669F7584BE1B}" destId="{0ED3E76C-5E5A-44A4-9DF9-5552A78A39E3}" srcOrd="0" destOrd="0" presId="urn:microsoft.com/office/officeart/2005/8/layout/hierarchy2"/>
    <dgm:cxn modelId="{B7A7BA71-A9FC-4BF9-83A2-A30E2B6445AD}" type="presParOf" srcId="{F24C9F94-C87B-476B-8368-669F7584BE1B}" destId="{92C05AEF-B508-4F2D-87F5-65389586ADDB}" srcOrd="1" destOrd="0" presId="urn:microsoft.com/office/officeart/2005/8/layout/hierarchy2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AAFDA1-D7B3-4A7D-BD59-D2CD769A6B70}" type="doc">
      <dgm:prSet loTypeId="urn:microsoft.com/office/officeart/2005/8/layout/process2" loCatId="process" qsTypeId="urn:microsoft.com/office/officeart/2005/8/quickstyle/simple3" qsCatId="simple" csTypeId="urn:microsoft.com/office/officeart/2005/8/colors/colorful3" csCatId="colorful" phldr="1"/>
      <dgm:spPr/>
    </dgm:pt>
    <dgm:pt modelId="{EF5B670D-B232-42E0-8C05-B0A595F928D8}">
      <dgm:prSet phldrT="[Text]"/>
      <dgm:spPr/>
      <dgm:t>
        <a:bodyPr/>
        <a:lstStyle/>
        <a:p>
          <a:r>
            <a:rPr lang="en-IN" dirty="0" smtClean="0"/>
            <a:t>Brand preference inspite of same nutrient content </a:t>
          </a:r>
          <a:endParaRPr lang="en-US" dirty="0"/>
        </a:p>
      </dgm:t>
    </dgm:pt>
    <dgm:pt modelId="{58936AFA-1117-4452-8B02-0C9555FE483C}" type="parTrans" cxnId="{D4891F6A-BACC-4DFD-BC20-E21E89430504}">
      <dgm:prSet/>
      <dgm:spPr/>
      <dgm:t>
        <a:bodyPr/>
        <a:lstStyle/>
        <a:p>
          <a:endParaRPr lang="en-US"/>
        </a:p>
      </dgm:t>
    </dgm:pt>
    <dgm:pt modelId="{803CB97D-490A-4B0D-94FF-373D590A208C}" type="sibTrans" cxnId="{D4891F6A-BACC-4DFD-BC20-E21E89430504}">
      <dgm:prSet/>
      <dgm:spPr/>
      <dgm:t>
        <a:bodyPr/>
        <a:lstStyle/>
        <a:p>
          <a:endParaRPr lang="en-US"/>
        </a:p>
      </dgm:t>
    </dgm:pt>
    <dgm:pt modelId="{6EDFA668-F625-4845-8F11-7445843CCEC1}">
      <dgm:prSet phldrT="[Text]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IN" dirty="0" smtClean="0"/>
            <a:t>Criss cross movement </a:t>
          </a:r>
          <a:endParaRPr lang="en-US" dirty="0"/>
        </a:p>
      </dgm:t>
    </dgm:pt>
    <dgm:pt modelId="{68F50048-8CBA-487B-B25A-4136DADE7E8A}" type="parTrans" cxnId="{49EB0F55-8D68-42C2-8B1D-58F31214FF54}">
      <dgm:prSet/>
      <dgm:spPr/>
      <dgm:t>
        <a:bodyPr/>
        <a:lstStyle/>
        <a:p>
          <a:endParaRPr lang="en-US"/>
        </a:p>
      </dgm:t>
    </dgm:pt>
    <dgm:pt modelId="{18F99496-AFC7-4244-B5CE-C0915B38D0DD}" type="sibTrans" cxnId="{49EB0F55-8D68-42C2-8B1D-58F31214FF54}">
      <dgm:prSet/>
      <dgm:spPr/>
      <dgm:t>
        <a:bodyPr/>
        <a:lstStyle/>
        <a:p>
          <a:endParaRPr lang="en-US"/>
        </a:p>
      </dgm:t>
    </dgm:pt>
    <dgm:pt modelId="{AC70092F-EBE2-4E6B-8556-F2E7E928A58B}">
      <dgm:prSet phldrT="[Text]"/>
      <dgm:spPr/>
      <dgm:t>
        <a:bodyPr/>
        <a:lstStyle/>
        <a:p>
          <a:r>
            <a:rPr lang="en-IN" dirty="0" smtClean="0"/>
            <a:t>More freight subsidy </a:t>
          </a:r>
          <a:endParaRPr lang="en-US" dirty="0"/>
        </a:p>
      </dgm:t>
    </dgm:pt>
    <dgm:pt modelId="{D97AF400-F67C-4F19-88CD-7E344A0BE047}" type="parTrans" cxnId="{48FD088D-5680-443F-9A93-A5B08067020F}">
      <dgm:prSet/>
      <dgm:spPr/>
      <dgm:t>
        <a:bodyPr/>
        <a:lstStyle/>
        <a:p>
          <a:endParaRPr lang="en-US"/>
        </a:p>
      </dgm:t>
    </dgm:pt>
    <dgm:pt modelId="{C059B642-36F6-47A2-9557-F42555AC5409}" type="sibTrans" cxnId="{48FD088D-5680-443F-9A93-A5B08067020F}">
      <dgm:prSet/>
      <dgm:spPr/>
      <dgm:t>
        <a:bodyPr/>
        <a:lstStyle/>
        <a:p>
          <a:endParaRPr lang="en-US"/>
        </a:p>
      </dgm:t>
    </dgm:pt>
    <dgm:pt modelId="{6FD8C70E-C7EA-4656-9DD1-D6D97F4C96BB}" type="pres">
      <dgm:prSet presAssocID="{B0AAFDA1-D7B3-4A7D-BD59-D2CD769A6B70}" presName="linearFlow" presStyleCnt="0">
        <dgm:presLayoutVars>
          <dgm:resizeHandles val="exact"/>
        </dgm:presLayoutVars>
      </dgm:prSet>
      <dgm:spPr/>
    </dgm:pt>
    <dgm:pt modelId="{BA7F6CFE-6EC7-4238-AACE-C1B394703152}" type="pres">
      <dgm:prSet presAssocID="{EF5B670D-B232-42E0-8C05-B0A595F928D8}" presName="node" presStyleLbl="node1" presStyleIdx="0" presStyleCnt="3" custLinFactNeighborX="-4250" custLinFactNeighborY="-1346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6BB4EF-27D2-4F7C-9246-F58ABA007F6F}" type="pres">
      <dgm:prSet presAssocID="{803CB97D-490A-4B0D-94FF-373D590A208C}" presName="sibTrans" presStyleLbl="sibTrans2D1" presStyleIdx="0" presStyleCnt="2"/>
      <dgm:spPr/>
      <dgm:t>
        <a:bodyPr/>
        <a:lstStyle/>
        <a:p>
          <a:endParaRPr lang="en-US"/>
        </a:p>
      </dgm:t>
    </dgm:pt>
    <dgm:pt modelId="{4A700E80-5C00-4B13-AC70-6E7B682A96EA}" type="pres">
      <dgm:prSet presAssocID="{803CB97D-490A-4B0D-94FF-373D590A208C}" presName="connectorText" presStyleLbl="sibTrans2D1" presStyleIdx="0" presStyleCnt="2"/>
      <dgm:spPr/>
      <dgm:t>
        <a:bodyPr/>
        <a:lstStyle/>
        <a:p>
          <a:endParaRPr lang="en-US"/>
        </a:p>
      </dgm:t>
    </dgm:pt>
    <dgm:pt modelId="{70ED5364-E1E4-444C-807B-04FD3616E2E5}" type="pres">
      <dgm:prSet presAssocID="{6EDFA668-F625-4845-8F11-7445843CCEC1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BF92EC8-9651-4BCB-8EB7-69D9EC3D0EC8}" type="pres">
      <dgm:prSet presAssocID="{18F99496-AFC7-4244-B5CE-C0915B38D0DD}" presName="sibTrans" presStyleLbl="sibTrans2D1" presStyleIdx="1" presStyleCnt="2"/>
      <dgm:spPr/>
      <dgm:t>
        <a:bodyPr/>
        <a:lstStyle/>
        <a:p>
          <a:endParaRPr lang="en-US"/>
        </a:p>
      </dgm:t>
    </dgm:pt>
    <dgm:pt modelId="{453C3021-222F-4D8F-A855-BB9D1588AD51}" type="pres">
      <dgm:prSet presAssocID="{18F99496-AFC7-4244-B5CE-C0915B38D0DD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BCAF6A77-BEA8-44E2-87FD-CCAB149045CA}" type="pres">
      <dgm:prSet presAssocID="{AC70092F-EBE2-4E6B-8556-F2E7E928A58B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4891F6A-BACC-4DFD-BC20-E21E89430504}" srcId="{B0AAFDA1-D7B3-4A7D-BD59-D2CD769A6B70}" destId="{EF5B670D-B232-42E0-8C05-B0A595F928D8}" srcOrd="0" destOrd="0" parTransId="{58936AFA-1117-4452-8B02-0C9555FE483C}" sibTransId="{803CB97D-490A-4B0D-94FF-373D590A208C}"/>
    <dgm:cxn modelId="{49EB0F55-8D68-42C2-8B1D-58F31214FF54}" srcId="{B0AAFDA1-D7B3-4A7D-BD59-D2CD769A6B70}" destId="{6EDFA668-F625-4845-8F11-7445843CCEC1}" srcOrd="1" destOrd="0" parTransId="{68F50048-8CBA-487B-B25A-4136DADE7E8A}" sibTransId="{18F99496-AFC7-4244-B5CE-C0915B38D0DD}"/>
    <dgm:cxn modelId="{F7745C45-220B-4DAA-9855-9255A0D19ECB}" type="presOf" srcId="{B0AAFDA1-D7B3-4A7D-BD59-D2CD769A6B70}" destId="{6FD8C70E-C7EA-4656-9DD1-D6D97F4C96BB}" srcOrd="0" destOrd="0" presId="urn:microsoft.com/office/officeart/2005/8/layout/process2"/>
    <dgm:cxn modelId="{1C9F6059-2028-43E7-B652-4BBF5226F2E6}" type="presOf" srcId="{803CB97D-490A-4B0D-94FF-373D590A208C}" destId="{E36BB4EF-27D2-4F7C-9246-F58ABA007F6F}" srcOrd="0" destOrd="0" presId="urn:microsoft.com/office/officeart/2005/8/layout/process2"/>
    <dgm:cxn modelId="{C81A68B7-6689-4250-90B7-C59FF1DD99D0}" type="presOf" srcId="{803CB97D-490A-4B0D-94FF-373D590A208C}" destId="{4A700E80-5C00-4B13-AC70-6E7B682A96EA}" srcOrd="1" destOrd="0" presId="urn:microsoft.com/office/officeart/2005/8/layout/process2"/>
    <dgm:cxn modelId="{97E6C22C-921E-4B84-9FF1-6AB6C2520872}" type="presOf" srcId="{6EDFA668-F625-4845-8F11-7445843CCEC1}" destId="{70ED5364-E1E4-444C-807B-04FD3616E2E5}" srcOrd="0" destOrd="0" presId="urn:microsoft.com/office/officeart/2005/8/layout/process2"/>
    <dgm:cxn modelId="{EA87510D-B53B-48FF-AFE9-F7E190F382EE}" type="presOf" srcId="{18F99496-AFC7-4244-B5CE-C0915B38D0DD}" destId="{453C3021-222F-4D8F-A855-BB9D1588AD51}" srcOrd="1" destOrd="0" presId="urn:microsoft.com/office/officeart/2005/8/layout/process2"/>
    <dgm:cxn modelId="{48FD088D-5680-443F-9A93-A5B08067020F}" srcId="{B0AAFDA1-D7B3-4A7D-BD59-D2CD769A6B70}" destId="{AC70092F-EBE2-4E6B-8556-F2E7E928A58B}" srcOrd="2" destOrd="0" parTransId="{D97AF400-F67C-4F19-88CD-7E344A0BE047}" sibTransId="{C059B642-36F6-47A2-9557-F42555AC5409}"/>
    <dgm:cxn modelId="{01281E19-0D60-4D30-BC83-BEA2B38953FC}" type="presOf" srcId="{18F99496-AFC7-4244-B5CE-C0915B38D0DD}" destId="{DBF92EC8-9651-4BCB-8EB7-69D9EC3D0EC8}" srcOrd="0" destOrd="0" presId="urn:microsoft.com/office/officeart/2005/8/layout/process2"/>
    <dgm:cxn modelId="{819FE61D-44D8-4FDF-8A6B-E5D8CD24B13F}" type="presOf" srcId="{EF5B670D-B232-42E0-8C05-B0A595F928D8}" destId="{BA7F6CFE-6EC7-4238-AACE-C1B394703152}" srcOrd="0" destOrd="0" presId="urn:microsoft.com/office/officeart/2005/8/layout/process2"/>
    <dgm:cxn modelId="{3B3B78CD-75D8-464D-8EB9-C89A308EC83E}" type="presOf" srcId="{AC70092F-EBE2-4E6B-8556-F2E7E928A58B}" destId="{BCAF6A77-BEA8-44E2-87FD-CCAB149045CA}" srcOrd="0" destOrd="0" presId="urn:microsoft.com/office/officeart/2005/8/layout/process2"/>
    <dgm:cxn modelId="{F89BAA4E-7289-408B-AF38-25B5BA1371A9}" type="presParOf" srcId="{6FD8C70E-C7EA-4656-9DD1-D6D97F4C96BB}" destId="{BA7F6CFE-6EC7-4238-AACE-C1B394703152}" srcOrd="0" destOrd="0" presId="urn:microsoft.com/office/officeart/2005/8/layout/process2"/>
    <dgm:cxn modelId="{C786A411-4CEC-487E-93B8-D406264E06F7}" type="presParOf" srcId="{6FD8C70E-C7EA-4656-9DD1-D6D97F4C96BB}" destId="{E36BB4EF-27D2-4F7C-9246-F58ABA007F6F}" srcOrd="1" destOrd="0" presId="urn:microsoft.com/office/officeart/2005/8/layout/process2"/>
    <dgm:cxn modelId="{C62441FD-DE16-486E-B221-12A3235201B5}" type="presParOf" srcId="{E36BB4EF-27D2-4F7C-9246-F58ABA007F6F}" destId="{4A700E80-5C00-4B13-AC70-6E7B682A96EA}" srcOrd="0" destOrd="0" presId="urn:microsoft.com/office/officeart/2005/8/layout/process2"/>
    <dgm:cxn modelId="{C2949B84-8E48-44DF-86F3-EF7D587875CF}" type="presParOf" srcId="{6FD8C70E-C7EA-4656-9DD1-D6D97F4C96BB}" destId="{70ED5364-E1E4-444C-807B-04FD3616E2E5}" srcOrd="2" destOrd="0" presId="urn:microsoft.com/office/officeart/2005/8/layout/process2"/>
    <dgm:cxn modelId="{3F8A8786-895F-4B50-890E-93D38FCCAD5E}" type="presParOf" srcId="{6FD8C70E-C7EA-4656-9DD1-D6D97F4C96BB}" destId="{DBF92EC8-9651-4BCB-8EB7-69D9EC3D0EC8}" srcOrd="3" destOrd="0" presId="urn:microsoft.com/office/officeart/2005/8/layout/process2"/>
    <dgm:cxn modelId="{2A2334D7-C26B-4840-8120-D5A36F2A82FD}" type="presParOf" srcId="{DBF92EC8-9651-4BCB-8EB7-69D9EC3D0EC8}" destId="{453C3021-222F-4D8F-A855-BB9D1588AD51}" srcOrd="0" destOrd="0" presId="urn:microsoft.com/office/officeart/2005/8/layout/process2"/>
    <dgm:cxn modelId="{845A67EC-C09E-41B0-B84A-F1D3F0B546C3}" type="presParOf" srcId="{6FD8C70E-C7EA-4656-9DD1-D6D97F4C96BB}" destId="{BCAF6A77-BEA8-44E2-87FD-CCAB149045CA}" srcOrd="4" destOrd="0" presId="urn:microsoft.com/office/officeart/2005/8/layout/process2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9BE83BE-E323-43BD-81E0-35358EA2982D}" type="doc">
      <dgm:prSet loTypeId="urn:microsoft.com/office/officeart/2005/8/layout/equation2" loCatId="relationship" qsTypeId="urn:microsoft.com/office/officeart/2005/8/quickstyle/3d1" qsCatId="3D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3FB6B218-9CA0-49EF-B426-17F827690D85}">
      <dgm:prSet phldrT="[Text]" custT="1"/>
      <dgm:spPr/>
      <dgm:t>
        <a:bodyPr/>
        <a:lstStyle/>
        <a:p>
          <a:r>
            <a:rPr lang="en-IN" sz="2400" b="1" dirty="0" smtClean="0"/>
            <a:t>Objective: </a:t>
          </a:r>
          <a:r>
            <a:rPr lang="en-IN" sz="2400" b="0" dirty="0" smtClean="0"/>
            <a:t>L</a:t>
          </a:r>
          <a:r>
            <a:rPr lang="en-IN" sz="2400" dirty="0" smtClean="0"/>
            <a:t>evel playing field for organic  fertilizers&amp;  popularising </a:t>
          </a:r>
          <a:endParaRPr lang="en-US" sz="2400" dirty="0"/>
        </a:p>
      </dgm:t>
    </dgm:pt>
    <dgm:pt modelId="{281AB248-952E-42F4-B03E-EF52545F522A}" type="parTrans" cxnId="{11521AB6-2CC0-419D-91D3-0FED91DD7A7D}">
      <dgm:prSet/>
      <dgm:spPr/>
      <dgm:t>
        <a:bodyPr/>
        <a:lstStyle/>
        <a:p>
          <a:endParaRPr lang="en-US"/>
        </a:p>
      </dgm:t>
    </dgm:pt>
    <dgm:pt modelId="{1630F935-7EEA-464E-8A83-1E2729991297}" type="sibTrans" cxnId="{11521AB6-2CC0-419D-91D3-0FED91DD7A7D}">
      <dgm:prSet/>
      <dgm:spPr/>
      <dgm:t>
        <a:bodyPr/>
        <a:lstStyle/>
        <a:p>
          <a:endParaRPr lang="en-US"/>
        </a:p>
      </dgm:t>
    </dgm:pt>
    <dgm:pt modelId="{727341BE-6845-430F-BC34-75F9FD1DDD29}">
      <dgm:prSet phldrT="[Text]" custT="1"/>
      <dgm:spPr/>
      <dgm:t>
        <a:bodyPr/>
        <a:lstStyle/>
        <a:p>
          <a:r>
            <a:rPr lang="en-IN" sz="2400" b="1" dirty="0" smtClean="0"/>
            <a:t>Proposal:</a:t>
          </a:r>
        </a:p>
        <a:p>
          <a:r>
            <a:rPr lang="en-IN" sz="2400" dirty="0" smtClean="0"/>
            <a:t>Rs.1500/MT MDA for FOM/PROM </a:t>
          </a:r>
          <a:endParaRPr lang="en-US" sz="2400" dirty="0"/>
        </a:p>
      </dgm:t>
    </dgm:pt>
    <dgm:pt modelId="{74E80907-0AB7-4B6A-90AC-7E1B472CE542}" type="parTrans" cxnId="{F635F3A3-F310-4EEC-B5C3-F18A12704207}">
      <dgm:prSet/>
      <dgm:spPr/>
      <dgm:t>
        <a:bodyPr/>
        <a:lstStyle/>
        <a:p>
          <a:endParaRPr lang="en-US"/>
        </a:p>
      </dgm:t>
    </dgm:pt>
    <dgm:pt modelId="{68BD40F5-E9B3-4160-B584-A3161A2E0CB6}" type="sibTrans" cxnId="{F635F3A3-F310-4EEC-B5C3-F18A12704207}">
      <dgm:prSet/>
      <dgm:spPr/>
      <dgm:t>
        <a:bodyPr/>
        <a:lstStyle/>
        <a:p>
          <a:endParaRPr lang="en-US"/>
        </a:p>
      </dgm:t>
    </dgm:pt>
    <dgm:pt modelId="{C931497F-E0F5-4404-98A9-1A71DE035CAA}">
      <dgm:prSet phldrT="[Text]" custT="1"/>
      <dgm:spPr/>
      <dgm:t>
        <a:bodyPr/>
        <a:lstStyle/>
        <a:p>
          <a:r>
            <a:rPr lang="en-IN" sz="1800" b="1" dirty="0" smtClean="0"/>
            <a:t>New MDA Scheme </a:t>
          </a:r>
          <a:endParaRPr lang="en-US" sz="1800" b="1" dirty="0"/>
        </a:p>
      </dgm:t>
    </dgm:pt>
    <dgm:pt modelId="{BB857CEE-5D09-4066-8251-91EF91AE5598}" type="parTrans" cxnId="{DE4BA6AA-52E7-4AA8-96A0-29D36D0ED448}">
      <dgm:prSet/>
      <dgm:spPr/>
      <dgm:t>
        <a:bodyPr/>
        <a:lstStyle/>
        <a:p>
          <a:endParaRPr lang="en-US"/>
        </a:p>
      </dgm:t>
    </dgm:pt>
    <dgm:pt modelId="{D9DB3F82-DF75-48C9-9B13-C650D2FFDCD4}" type="sibTrans" cxnId="{DE4BA6AA-52E7-4AA8-96A0-29D36D0ED448}">
      <dgm:prSet/>
      <dgm:spPr/>
      <dgm:t>
        <a:bodyPr/>
        <a:lstStyle/>
        <a:p>
          <a:endParaRPr lang="en-US"/>
        </a:p>
      </dgm:t>
    </dgm:pt>
    <dgm:pt modelId="{18742132-DE40-4130-A40D-7936C10DD70A}" type="pres">
      <dgm:prSet presAssocID="{89BE83BE-E323-43BD-81E0-35358EA2982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E80E89-7B81-4E78-9770-2127883B4B0E}" type="pres">
      <dgm:prSet presAssocID="{89BE83BE-E323-43BD-81E0-35358EA2982D}" presName="vNodes" presStyleCnt="0"/>
      <dgm:spPr/>
    </dgm:pt>
    <dgm:pt modelId="{74EDCA81-2AE2-476A-8451-303C751EA516}" type="pres">
      <dgm:prSet presAssocID="{3FB6B218-9CA0-49EF-B426-17F827690D85}" presName="node" presStyleLbl="node1" presStyleIdx="0" presStyleCnt="3" custAng="0" custScaleX="415721" custScaleY="1952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68D9DE2-CF92-412C-96BF-2EF80D8707DA}" type="pres">
      <dgm:prSet presAssocID="{1630F935-7EEA-464E-8A83-1E2729991297}" presName="spacerT" presStyleCnt="0"/>
      <dgm:spPr/>
    </dgm:pt>
    <dgm:pt modelId="{EA4C4769-477A-4DB3-843E-B3ED43B3243F}" type="pres">
      <dgm:prSet presAssocID="{1630F935-7EEA-464E-8A83-1E2729991297}" presName="sibTrans" presStyleLbl="sibTrans2D1" presStyleIdx="0" presStyleCnt="2"/>
      <dgm:spPr/>
      <dgm:t>
        <a:bodyPr/>
        <a:lstStyle/>
        <a:p>
          <a:endParaRPr lang="en-US"/>
        </a:p>
      </dgm:t>
    </dgm:pt>
    <dgm:pt modelId="{9EFF9486-BCE2-48F8-98C6-445C307B3534}" type="pres">
      <dgm:prSet presAssocID="{1630F935-7EEA-464E-8A83-1E2729991297}" presName="spacerB" presStyleCnt="0"/>
      <dgm:spPr/>
    </dgm:pt>
    <dgm:pt modelId="{36213471-4939-4F75-9014-58C86942D1D9}" type="pres">
      <dgm:prSet presAssocID="{727341BE-6845-430F-BC34-75F9FD1DDD29}" presName="node" presStyleLbl="node1" presStyleIdx="1" presStyleCnt="3" custScaleX="403175" custScaleY="262096" custLinFactNeighborX="-391" custLinFactNeighborY="2383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F7E36C-7466-4E8B-867B-834470742DBC}" type="pres">
      <dgm:prSet presAssocID="{89BE83BE-E323-43BD-81E0-35358EA2982D}" presName="sibTransLast" presStyleLbl="sibTrans2D1" presStyleIdx="1" presStyleCnt="2" custLinFactX="-91675" custLinFactNeighborX="-100000" custLinFactNeighborY="16300"/>
      <dgm:spPr/>
      <dgm:t>
        <a:bodyPr/>
        <a:lstStyle/>
        <a:p>
          <a:endParaRPr lang="en-US"/>
        </a:p>
      </dgm:t>
    </dgm:pt>
    <dgm:pt modelId="{F29235FA-7494-4342-9BC1-D56244A6B512}" type="pres">
      <dgm:prSet presAssocID="{89BE83BE-E323-43BD-81E0-35358EA2982D}" presName="connectorText" presStyleLbl="sibTrans2D1" presStyleIdx="1" presStyleCnt="2"/>
      <dgm:spPr/>
      <dgm:t>
        <a:bodyPr/>
        <a:lstStyle/>
        <a:p>
          <a:endParaRPr lang="en-US"/>
        </a:p>
      </dgm:t>
    </dgm:pt>
    <dgm:pt modelId="{5C22176B-A3B4-405C-A057-4D48BB1ED118}" type="pres">
      <dgm:prSet presAssocID="{89BE83BE-E323-43BD-81E0-35358EA2982D}" presName="lastNode" presStyleLbl="node1" presStyleIdx="2" presStyleCnt="3" custScaleX="92736" custScaleY="11242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E4BA6AA-52E7-4AA8-96A0-29D36D0ED448}" srcId="{89BE83BE-E323-43BD-81E0-35358EA2982D}" destId="{C931497F-E0F5-4404-98A9-1A71DE035CAA}" srcOrd="2" destOrd="0" parTransId="{BB857CEE-5D09-4066-8251-91EF91AE5598}" sibTransId="{D9DB3F82-DF75-48C9-9B13-C650D2FFDCD4}"/>
    <dgm:cxn modelId="{98CD6A3B-17E3-451F-8E2D-589AE6CDFC63}" type="presOf" srcId="{3FB6B218-9CA0-49EF-B426-17F827690D85}" destId="{74EDCA81-2AE2-476A-8451-303C751EA516}" srcOrd="0" destOrd="0" presId="urn:microsoft.com/office/officeart/2005/8/layout/equation2"/>
    <dgm:cxn modelId="{BD7BC800-BA5B-4E41-846F-BD85A55FBDEA}" type="presOf" srcId="{68BD40F5-E9B3-4160-B584-A3161A2E0CB6}" destId="{B9F7E36C-7466-4E8B-867B-834470742DBC}" srcOrd="0" destOrd="0" presId="urn:microsoft.com/office/officeart/2005/8/layout/equation2"/>
    <dgm:cxn modelId="{81FC96C6-87AC-486D-B244-5DAB0DC28519}" type="presOf" srcId="{C931497F-E0F5-4404-98A9-1A71DE035CAA}" destId="{5C22176B-A3B4-405C-A057-4D48BB1ED118}" srcOrd="0" destOrd="0" presId="urn:microsoft.com/office/officeart/2005/8/layout/equation2"/>
    <dgm:cxn modelId="{F635F3A3-F310-4EEC-B5C3-F18A12704207}" srcId="{89BE83BE-E323-43BD-81E0-35358EA2982D}" destId="{727341BE-6845-430F-BC34-75F9FD1DDD29}" srcOrd="1" destOrd="0" parTransId="{74E80907-0AB7-4B6A-90AC-7E1B472CE542}" sibTransId="{68BD40F5-E9B3-4160-B584-A3161A2E0CB6}"/>
    <dgm:cxn modelId="{C2E30A4F-7512-4135-AFB1-9F918758BF79}" type="presOf" srcId="{727341BE-6845-430F-BC34-75F9FD1DDD29}" destId="{36213471-4939-4F75-9014-58C86942D1D9}" srcOrd="0" destOrd="0" presId="urn:microsoft.com/office/officeart/2005/8/layout/equation2"/>
    <dgm:cxn modelId="{11521AB6-2CC0-419D-91D3-0FED91DD7A7D}" srcId="{89BE83BE-E323-43BD-81E0-35358EA2982D}" destId="{3FB6B218-9CA0-49EF-B426-17F827690D85}" srcOrd="0" destOrd="0" parTransId="{281AB248-952E-42F4-B03E-EF52545F522A}" sibTransId="{1630F935-7EEA-464E-8A83-1E2729991297}"/>
    <dgm:cxn modelId="{0F75FB20-36C2-4DFB-BCE4-5B1E98BE013D}" type="presOf" srcId="{68BD40F5-E9B3-4160-B584-A3161A2E0CB6}" destId="{F29235FA-7494-4342-9BC1-D56244A6B512}" srcOrd="1" destOrd="0" presId="urn:microsoft.com/office/officeart/2005/8/layout/equation2"/>
    <dgm:cxn modelId="{09E16ADA-E215-454E-9370-502AB13FB53E}" type="presOf" srcId="{1630F935-7EEA-464E-8A83-1E2729991297}" destId="{EA4C4769-477A-4DB3-843E-B3ED43B3243F}" srcOrd="0" destOrd="0" presId="urn:microsoft.com/office/officeart/2005/8/layout/equation2"/>
    <dgm:cxn modelId="{254AD38B-DFFC-45BF-A33A-42FD63DCAAA2}" type="presOf" srcId="{89BE83BE-E323-43BD-81E0-35358EA2982D}" destId="{18742132-DE40-4130-A40D-7936C10DD70A}" srcOrd="0" destOrd="0" presId="urn:microsoft.com/office/officeart/2005/8/layout/equation2"/>
    <dgm:cxn modelId="{AB841EBD-F7F0-461E-923A-F4436FD4C740}" type="presParOf" srcId="{18742132-DE40-4130-A40D-7936C10DD70A}" destId="{FBE80E89-7B81-4E78-9770-2127883B4B0E}" srcOrd="0" destOrd="0" presId="urn:microsoft.com/office/officeart/2005/8/layout/equation2"/>
    <dgm:cxn modelId="{FAE16BA8-B13A-4626-BF05-F3963200A6C3}" type="presParOf" srcId="{FBE80E89-7B81-4E78-9770-2127883B4B0E}" destId="{74EDCA81-2AE2-476A-8451-303C751EA516}" srcOrd="0" destOrd="0" presId="urn:microsoft.com/office/officeart/2005/8/layout/equation2"/>
    <dgm:cxn modelId="{CE30B7E8-C7E4-4CD2-A777-09EFDB455B7E}" type="presParOf" srcId="{FBE80E89-7B81-4E78-9770-2127883B4B0E}" destId="{B68D9DE2-CF92-412C-96BF-2EF80D8707DA}" srcOrd="1" destOrd="0" presId="urn:microsoft.com/office/officeart/2005/8/layout/equation2"/>
    <dgm:cxn modelId="{DACBE952-429A-4FE1-A483-A92A3C6E654E}" type="presParOf" srcId="{FBE80E89-7B81-4E78-9770-2127883B4B0E}" destId="{EA4C4769-477A-4DB3-843E-B3ED43B3243F}" srcOrd="2" destOrd="0" presId="urn:microsoft.com/office/officeart/2005/8/layout/equation2"/>
    <dgm:cxn modelId="{9DC0474F-DB2D-4AFB-8FC8-2384F76CE197}" type="presParOf" srcId="{FBE80E89-7B81-4E78-9770-2127883B4B0E}" destId="{9EFF9486-BCE2-48F8-98C6-445C307B3534}" srcOrd="3" destOrd="0" presId="urn:microsoft.com/office/officeart/2005/8/layout/equation2"/>
    <dgm:cxn modelId="{2EF355DF-B4AE-4C1A-A951-AE8A56A6641D}" type="presParOf" srcId="{FBE80E89-7B81-4E78-9770-2127883B4B0E}" destId="{36213471-4939-4F75-9014-58C86942D1D9}" srcOrd="4" destOrd="0" presId="urn:microsoft.com/office/officeart/2005/8/layout/equation2"/>
    <dgm:cxn modelId="{DE705260-6A68-4F2B-BDA3-043D55EB8BFF}" type="presParOf" srcId="{18742132-DE40-4130-A40D-7936C10DD70A}" destId="{B9F7E36C-7466-4E8B-867B-834470742DBC}" srcOrd="1" destOrd="0" presId="urn:microsoft.com/office/officeart/2005/8/layout/equation2"/>
    <dgm:cxn modelId="{5FCED580-B272-4843-AD3A-5DACBCF79FB0}" type="presParOf" srcId="{B9F7E36C-7466-4E8B-867B-834470742DBC}" destId="{F29235FA-7494-4342-9BC1-D56244A6B512}" srcOrd="0" destOrd="0" presId="urn:microsoft.com/office/officeart/2005/8/layout/equation2"/>
    <dgm:cxn modelId="{9C10A526-D5FD-4F36-81F0-62B9741890DF}" type="presParOf" srcId="{18742132-DE40-4130-A40D-7936C10DD70A}" destId="{5C22176B-A3B4-405C-A057-4D48BB1ED118}" srcOrd="2" destOrd="0" presId="urn:microsoft.com/office/officeart/2005/8/layout/equation2"/>
  </dgm:cxnLst>
  <dgm:bg>
    <a:solidFill>
      <a:schemeClr val="bg2"/>
    </a:solidFill>
  </dgm:bg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equation2">
  <dgm:title val=""/>
  <dgm:desc val=""/>
  <dgm:catLst>
    <dgm:cat type="relationship" pri="18000"/>
    <dgm:cat type="process" pri="2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linDir" val="fromL"/>
          <dgm:param type="fallback" val="2D"/>
        </dgm:alg>
      </dgm:if>
      <dgm:else name="Name3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ch" ptType="node" func="cnt" op="gte" val="3">
        <dgm:constrLst>
          <dgm:constr type="h" for="des" forName="node" refType="w" fact="0.5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ch" forName="lastNode" op="equ" val="65"/>
          <dgm:constr type="primFontSz" for="des" forName="node" op="equ" val="65"/>
          <dgm:constr type="primFontSz" for="des" forName="sibTrans" val="55"/>
          <dgm:constr type="primFontSz" for="des" forName="sibTrans" refType="primFontSz" refFor="des" refForName="node" op="lte" fact="0.8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if>
      <dgm:else name="Name6">
        <dgm:constrLst>
          <dgm:constr type="h" for="des" forName="node" refType="w"/>
          <dgm:constr type="w" for="ch" forName="lastNode" refType="w"/>
          <dgm:constr type="w" for="des" forName="node" refType="h" refFor="des" refForName="node"/>
          <dgm:constr type="w" for="ch" forName="sibTransLast" refType="h" refFor="des" refForName="node" fact="0.6"/>
          <dgm:constr type="h" for="des" forName="sibTrans" refType="h" refFor="des" refForName="node" op="equ" fact="0.58"/>
          <dgm:constr type="w" for="des" forName="sibTrans" refType="h" refFor="des" refForName="sibTrans" op="equ"/>
          <dgm:constr type="primFontSz" for="des" forName="node" val="65"/>
          <dgm:constr type="primFontSz" for="ch" forName="lastNode" refType="primFontSz" refFor="des" refForName="node" op="equ"/>
          <dgm:constr type="primFontSz" for="des" forName="sibTrans" val="55"/>
          <dgm:constr type="primFontSz" for="des" forName="connectorText" refType="primFontSz" refFor="des" refForName="node" op="lte" fact="0.8"/>
          <dgm:constr type="primFontSz" for="des" forName="connectorText" refType="primFontSz" refFor="des" refForName="sibTrans" op="equ"/>
          <dgm:constr type="h" for="des" forName="spacerT" refType="h" refFor="des" refForName="sibTrans" fact="0.14"/>
          <dgm:constr type="h" for="des" forName="spacerB" refType="h" refFor="des" refForName="sibTrans" fact="0.14"/>
        </dgm:constrLst>
      </dgm:else>
    </dgm:choose>
    <dgm:ruleLst/>
    <dgm:choose name="Name7">
      <dgm:if name="Name8" axis="ch" ptType="node" func="cnt" op="gte" val="1">
        <dgm:layoutNode name="vNodes">
          <dgm:alg type="lin">
            <dgm:param type="linDir" val="fromT"/>
            <dgm:param type="fallback" val="2D"/>
          </dgm:alg>
          <dgm:shape xmlns:r="http://schemas.openxmlformats.org/officeDocument/2006/relationships" r:blip="">
            <dgm:adjLst/>
          </dgm:shape>
          <dgm:presOf/>
          <dgm:constrLst/>
          <dgm:ruleLst/>
          <dgm:forEach name="Name9" axis="ch" ptType="node">
            <dgm:choose name="Name10">
              <dgm:if name="Name11" axis="self" func="revPos" op="neq" val="1">
                <dgm:layoutNode name="node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  <dgm:choose name="Name12">
                  <dgm:if name="Name13" axis="self" ptType="node" func="revPos" op="gt" val="2">
                    <dgm:forEach name="sibTransForEach" axis="followSib" ptType="sibTrans" cnt="1">
                      <dgm:layoutNode name="spacerT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  <dgm:layoutNode name="sibTrans">
                        <dgm:alg type="tx"/>
                        <dgm:shape xmlns:r="http://schemas.openxmlformats.org/officeDocument/2006/relationships" type="mathPlus" r:blip="">
                          <dgm:adjLst/>
                        </dgm:shape>
                        <dgm:presOf axis="self"/>
                        <dgm:constrLst>
                          <dgm:constr type="h" refType="w"/>
                          <dgm:constr type="lMarg"/>
                          <dgm:constr type="rMarg"/>
                          <dgm:constr type="tMarg"/>
                          <dgm:constr type="bMarg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spacerB">
                        <dgm:alg type="sp"/>
                        <dgm:shape xmlns:r="http://schemas.openxmlformats.org/officeDocument/2006/relationships" r:blip="">
                          <dgm:adjLst/>
                        </dgm:shape>
                        <dgm:presOf axis="self"/>
                        <dgm:constrLst/>
                        <dgm:ruleLst/>
                      </dgm:layoutNode>
                    </dgm:forEach>
                  </dgm:if>
                  <dgm:else name="Name14"/>
                </dgm:choose>
              </dgm:if>
              <dgm:else name="Name15"/>
            </dgm:choose>
          </dgm:forEach>
        </dgm:layoutNode>
        <dgm:choose name="Name16">
          <dgm:if name="Name17" axis="ch" ptType="node" func="cnt" op="gt" val="1">
            <dgm:layoutNode name="sibTransLast">
              <dgm:alg type="conn">
                <dgm:param type="begPts" val="auto"/>
                <dgm:param type="endPts" val="auto"/>
                <dgm:param type="srcNode" val="vNodes"/>
                <dgm:param type="dstNode" val="lastNode"/>
              </dgm:alg>
              <dgm:shape xmlns:r="http://schemas.openxmlformats.org/officeDocument/2006/relationships" type="conn" r:blip="">
                <dgm:adjLst/>
              </dgm:shape>
              <dgm:presOf axis="ch" ptType="sibTrans" st="-1" cnt="1"/>
              <dgm:constrLst>
                <dgm:constr type="h" refType="w" fact="0.62"/>
                <dgm:constr type="connDist"/>
                <dgm:constr type="begPad" refType="connDist" fact="0.25"/>
                <dgm:constr type="endPad" refType="connDist" fact="0.22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ch desOrSelf" ptType="sibTrans sibTrans" st="-1 1" cnt="1 0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if>
          <dgm:else name="Name18"/>
        </dgm:choose>
        <dgm:layoutNode name="lastNode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ellipse" r:blip="">
            <dgm:adjLst/>
          </dgm:shape>
          <dgm:presOf axis="ch desOrSelf" ptType="node node" st="-1 1" cnt="1 0"/>
          <dgm:constrLst>
            <dgm:constr type="h" refType="w"/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</dgm:if>
      <dgm:else name="Name19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AB3DEC2-9EEC-4160-9624-7B220988DD94}" type="datetimeFigureOut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wrap="square" lIns="91001" tIns="45501" rIns="91001" bIns="45501" numCol="1" anchor="b" anchorCtr="0" compatLnSpc="1">
            <a:prstTxWarp prst="textNoShape">
              <a:avLst/>
            </a:prstTxWarp>
          </a:bodyPr>
          <a:lstStyle>
            <a:lvl1pPr algn="r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fld id="{B2B7E62F-BC2E-454C-BA21-B8AF258F611E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l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/>
          <a:lstStyle>
            <a:lvl1pPr algn="r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4237F4A-D961-4441-865D-5E00F0EE29AE}" type="datetimeFigureOut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001" tIns="45501" rIns="91001" bIns="45501" rtlCol="0" anchor="ctr"/>
          <a:lstStyle/>
          <a:p>
            <a:pPr lvl="0"/>
            <a:endParaRPr lang="en-IN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6838"/>
          </a:xfrm>
          <a:prstGeom prst="rect">
            <a:avLst/>
          </a:prstGeom>
        </p:spPr>
        <p:txBody>
          <a:bodyPr vert="horz" lIns="91001" tIns="45501" rIns="91001" bIns="45501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6400" cy="498475"/>
          </a:xfrm>
          <a:prstGeom prst="rect">
            <a:avLst/>
          </a:prstGeom>
        </p:spPr>
        <p:txBody>
          <a:bodyPr vert="horz" lIns="91001" tIns="45501" rIns="91001" bIns="45501" rtlCol="0" anchor="b"/>
          <a:lstStyle>
            <a:lvl1pPr algn="l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6400" cy="498475"/>
          </a:xfrm>
          <a:prstGeom prst="rect">
            <a:avLst/>
          </a:prstGeom>
        </p:spPr>
        <p:txBody>
          <a:bodyPr vert="horz" wrap="square" lIns="91001" tIns="45501" rIns="91001" bIns="45501" numCol="1" anchor="b" anchorCtr="0" compatLnSpc="1">
            <a:prstTxWarp prst="textNoShape">
              <a:avLst/>
            </a:prstTxWarp>
          </a:bodyPr>
          <a:lstStyle>
            <a:lvl1pPr algn="r" defTabSz="457178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Calibri" pitchFamily="34" charset="0"/>
                <a:cs typeface="+mn-cs"/>
              </a:defRPr>
            </a:lvl1pPr>
          </a:lstStyle>
          <a:p>
            <a:pPr>
              <a:defRPr/>
            </a:pPr>
            <a:fld id="{5FF049D3-C450-456E-AFD3-6BE888976C34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6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8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0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213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B11DD4F-2584-47E6-A35D-4EEA2C04EA4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3584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lIns="91440" tIns="45720" rIns="91440" bIns="45720"/>
          <a:lstStyle/>
          <a:p>
            <a:pPr defTabSz="455613" fontAlgn="base">
              <a:spcBef>
                <a:spcPct val="0"/>
              </a:spcBef>
              <a:spcAft>
                <a:spcPct val="0"/>
              </a:spcAft>
              <a:defRPr/>
            </a:pPr>
            <a:fld id="{7F7708F9-1B17-4EB8-A3C8-4F3E2286D7D9}" type="slidenum">
              <a:rPr lang="en-IN" altLang="en-US" smtClean="0"/>
              <a:pPr defTabSz="455613"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I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5" name="Rectangle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defTabSz="455613" fontAlgn="base">
              <a:spcBef>
                <a:spcPct val="0"/>
              </a:spcBef>
              <a:spcAft>
                <a:spcPct val="0"/>
              </a:spcAft>
            </a:pPr>
            <a:fld id="{9E2E598F-BCF2-4181-B931-1CB5C1FDCE29}" type="slidenum">
              <a:rPr lang="en-US" altLang="en-US" smtClean="0">
                <a:cs typeface="Arial" pitchFamily="34" charset="0"/>
              </a:rPr>
              <a:pPr defTabSz="455613"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 altLang="en-US" smtClean="0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139;p1:notes"/>
          <p:cNvSpPr>
            <a:spLocks noGrp="1"/>
          </p:cNvSpPr>
          <p:nvPr>
            <p:ph type="body" idx="1"/>
          </p:nvPr>
        </p:nvSpPr>
        <p:spPr bwMode="auto">
          <a:xfrm>
            <a:off x="679450" y="4716463"/>
            <a:ext cx="5438775" cy="4465637"/>
          </a:xfrm>
          <a:noFill/>
        </p:spPr>
        <p:txBody>
          <a:bodyPr wrap="square" lIns="91425" tIns="45700" rIns="91425" bIns="4570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9699" name="Google Shape;140;p1:notes"/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90488" y="744538"/>
            <a:ext cx="6616700" cy="3722687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4096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 defTabSz="455613" fontAlgn="base">
              <a:spcBef>
                <a:spcPct val="0"/>
              </a:spcBef>
              <a:spcAft>
                <a:spcPct val="0"/>
              </a:spcAft>
              <a:defRPr/>
            </a:pPr>
            <a:fld id="{FC34D56C-F565-4E0C-9EF0-168C1034B2D0}" type="slidenum">
              <a:rPr lang="en-IN" altLang="en-US" smtClean="0"/>
              <a:pPr defTabSz="455613" fontAlgn="base">
                <a:spcBef>
                  <a:spcPct val="0"/>
                </a:spcBef>
                <a:spcAft>
                  <a:spcPct val="0"/>
                </a:spcAft>
                <a:defRPr/>
              </a:pPr>
              <a:t>22</a:t>
            </a:fld>
            <a:endParaRPr lang="en-I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4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4BF5C7-16AD-41FF-A044-2FEB4074C3E9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D6B9AE-574D-4664-9ADE-84635891370A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63328-BCD4-4216-8F1F-9A67C2952554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8A96C-8EA3-4A15-8AB2-ADE4D8DCC7B4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9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7DE1F-EA14-4420-87DF-1849371DD18F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30097-ACFE-4E1F-A99A-D8C3A151BB9B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6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A7A448-ACD1-45AD-8595-FE6FFFD2224F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77EEA-E8A5-4A11-A45E-BE2F47EE8CBA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7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7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9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0AE919-30CF-4CB3-870E-CAE68C7CBFB5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759C1-2467-4B14-9184-2D6E953DC71A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D4804-1887-4B38-91BB-4F382CBA70F2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770AC-CAB9-49EC-AF62-11263CEF3535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FD5101-21C3-44D3-96BA-79B83A742CC9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77D42-B177-44FD-A32F-0E8571A96043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3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4"/>
            <a:ext cx="4011084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9D77D-881A-4610-89F6-7FE4D3804043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AB248F-1E78-4C9D-83C8-313533145A8E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5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3"/>
            <a:ext cx="7315200" cy="804863"/>
          </a:xfrm>
        </p:spPr>
        <p:txBody>
          <a:bodyPr/>
          <a:lstStyle>
            <a:lvl1pPr marL="0" indent="0">
              <a:buNone/>
              <a:defRPr sz="1500"/>
            </a:lvl1pPr>
            <a:lvl2pPr marL="457178" indent="0">
              <a:buNone/>
              <a:defRPr sz="1200"/>
            </a:lvl2pPr>
            <a:lvl3pPr marL="914354" indent="0">
              <a:buNone/>
              <a:defRPr sz="1100"/>
            </a:lvl3pPr>
            <a:lvl4pPr marL="1371532" indent="0">
              <a:buNone/>
              <a:defRPr sz="900"/>
            </a:lvl4pPr>
            <a:lvl5pPr marL="1828709" indent="0">
              <a:buNone/>
              <a:defRPr sz="900"/>
            </a:lvl5pPr>
            <a:lvl6pPr marL="2285886" indent="0">
              <a:buNone/>
              <a:defRPr sz="900"/>
            </a:lvl6pPr>
            <a:lvl7pPr marL="2743062" indent="0">
              <a:buNone/>
              <a:defRPr sz="900"/>
            </a:lvl7pPr>
            <a:lvl8pPr marL="3200240" indent="0">
              <a:buNone/>
              <a:defRPr sz="900"/>
            </a:lvl8pPr>
            <a:lvl9pPr marL="3657418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9B7C8-8741-4D0A-912E-AB60C115BC29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2375E-8855-441D-A2B6-F14EAD968087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693C5-9030-4E2D-B940-D1252A2C135A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0F1942-2B9D-4477-863D-9E0C87672031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7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7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F2FE7-3119-46C9-9897-617B223724BC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60365-BD6C-4CF3-81C4-771EED22FA66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5"/>
            <a:ext cx="8596668" cy="1570963"/>
          </a:xfrm>
        </p:spPr>
        <p:txBody>
          <a:bodyPr anchor="ctr">
            <a:normAutofit/>
          </a:bodyPr>
          <a:lstStyle>
            <a:lvl1pPr marL="0" indent="0" algn="l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7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EA160-5335-4F28-AEEC-C936E81CBACD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71061-8053-4028-808B-99065322EE77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 userDrawn="1"/>
        </p:nvSpPr>
        <p:spPr>
          <a:xfrm>
            <a:off x="1890713" y="203200"/>
            <a:ext cx="9917112" cy="346075"/>
          </a:xfrm>
          <a:prstGeom prst="rect">
            <a:avLst/>
          </a:prstGeom>
        </p:spPr>
        <p:txBody>
          <a:bodyPr lIns="0" tIns="0" rIns="0" bIns="0"/>
          <a:lstStyle>
            <a:lvl1pPr algn="l" defTabSz="913943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2399" b="0" kern="1200">
                <a:solidFill>
                  <a:schemeClr val="bg1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/>
                </a:solidFill>
                <a:latin typeface="+mj-lt"/>
              </a:rPr>
              <a:t>Pre-Vibrant Gujarat Summit 2021 : AGRO and FOOD PROCESSING </a:t>
            </a:r>
            <a:r>
              <a:rPr lang="en-IN" sz="1600" b="1" dirty="0">
                <a:solidFill>
                  <a:schemeClr val="tx1"/>
                </a:solidFill>
                <a:latin typeface="+mj-lt"/>
              </a:rPr>
              <a:t>– Entering a new era of co-operation</a:t>
            </a:r>
          </a:p>
        </p:txBody>
      </p:sp>
      <p:grpSp>
        <p:nvGrpSpPr>
          <p:cNvPr id="3" name="Group 13"/>
          <p:cNvGrpSpPr>
            <a:grpSpLocks/>
          </p:cNvGrpSpPr>
          <p:nvPr userDrawn="1"/>
        </p:nvGrpSpPr>
        <p:grpSpPr bwMode="auto">
          <a:xfrm>
            <a:off x="557213" y="581025"/>
            <a:ext cx="11322050" cy="144463"/>
            <a:chOff x="556591" y="481733"/>
            <a:chExt cx="11323096" cy="144000"/>
          </a:xfrm>
        </p:grpSpPr>
        <p:cxnSp>
          <p:nvCxnSpPr>
            <p:cNvPr id="4" name="Straight Connector 3"/>
            <p:cNvCxnSpPr/>
            <p:nvPr userDrawn="1"/>
          </p:nvCxnSpPr>
          <p:spPr>
            <a:xfrm>
              <a:off x="556591" y="554524"/>
              <a:ext cx="11251651" cy="0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Flowchart: Connector 4"/>
            <p:cNvSpPr/>
            <p:nvPr userDrawn="1"/>
          </p:nvSpPr>
          <p:spPr>
            <a:xfrm>
              <a:off x="556591" y="481733"/>
              <a:ext cx="144475" cy="144000"/>
            </a:xfrm>
            <a:prstGeom prst="flowChart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78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IN" dirty="0"/>
            </a:p>
          </p:txBody>
        </p:sp>
        <p:sp>
          <p:nvSpPr>
            <p:cNvPr id="6" name="Flowchart: Connector 5"/>
            <p:cNvSpPr/>
            <p:nvPr userDrawn="1"/>
          </p:nvSpPr>
          <p:spPr>
            <a:xfrm>
              <a:off x="11735211" y="481733"/>
              <a:ext cx="144476" cy="144000"/>
            </a:xfrm>
            <a:prstGeom prst="flowChartConnector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78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IN" dirty="0"/>
            </a:p>
          </p:txBody>
        </p:sp>
      </p:grpSp>
      <p:pic>
        <p:nvPicPr>
          <p:cNvPr id="7" name="Picture 2" descr="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573088" y="136525"/>
            <a:ext cx="1095375" cy="404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D9B7DE-B70D-4C25-BF41-8CA3E090F5E0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4CC598-9489-4FB8-888D-8A24499F7816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36" tIns="45718" rIns="91436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l" defTabSz="457178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7DF52A7-33EA-47FD-B697-90D2065F9E33}" type="datetime1">
              <a:rPr lang="en-IN"/>
              <a:pPr>
                <a:defRPr/>
              </a:pPr>
              <a:t>02-05-2023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ctr" defTabSz="457178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36" tIns="45718" rIns="91436" bIns="45718" rtlCol="0" anchor="ctr"/>
          <a:lstStyle>
            <a:lvl1pPr algn="r" defTabSz="457178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0AD2F05-B06A-4271-9C8B-6CA1101BADEC}" type="slidenum">
              <a:rPr lang="en-IN" altLang="en-US"/>
              <a:pPr>
                <a:defRPr/>
              </a:pPr>
              <a:t>‹#›</a:t>
            </a:fld>
            <a:endParaRPr lang="en-I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2" r:id="rId2"/>
    <p:sldLayoutId id="2147484083" r:id="rId3"/>
    <p:sldLayoutId id="2147484084" r:id="rId4"/>
    <p:sldLayoutId id="2147484085" r:id="rId5"/>
    <p:sldLayoutId id="2147484086" r:id="rId6"/>
    <p:sldLayoutId id="2147484087" r:id="rId7"/>
    <p:sldLayoutId id="2147484088" r:id="rId8"/>
    <p:sldLayoutId id="2147484089" r:id="rId9"/>
    <p:sldLayoutId id="2147484090" r:id="rId10"/>
    <p:sldLayoutId id="2147484091" r:id="rId11"/>
    <p:sldLayoutId id="2147484092" r:id="rId12"/>
    <p:sldLayoutId id="2147484093" r:id="rId13"/>
  </p:sldLayoutIdLst>
  <p:hf hdr="0" ftr="0" dt="0"/>
  <p:txStyles>
    <p:titleStyle>
      <a:lvl1pPr algn="ctr" defTabSz="912813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912813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defTabSz="912813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defTabSz="912813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defTabSz="912813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defTabSz="9128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defTabSz="9128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defTabSz="9128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defTabSz="912813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1313" indent="-341313" algn="l" defTabSz="91281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14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86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813" indent="-227013" algn="l" defTabSz="912813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4.xml"/><Relationship Id="rId7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11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8" y="63500"/>
            <a:ext cx="12192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2" descr="logo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399713" y="192088"/>
            <a:ext cx="1636712" cy="887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6">
            <a:extLst>
              <a:ext uri="{FF2B5EF4-FFF2-40B4-BE49-F238E27FC236}"/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863" y="1020763"/>
            <a:ext cx="9648825" cy="2093912"/>
          </a:xfrm>
        </p:spPr>
        <p:txBody>
          <a:bodyPr rtlCol="0">
            <a:normAutofit fontScale="90000"/>
          </a:bodyPr>
          <a:lstStyle/>
          <a:p>
            <a:pPr algn="ctr" defTabSz="914354" eaLnBrk="1" fontAlgn="auto" hangingPunct="1">
              <a:spcAft>
                <a:spcPts val="0"/>
              </a:spcAft>
              <a:defRPr/>
            </a:pPr>
            <a:r>
              <a:rPr lang="en-IN" altLang="en-US" sz="5400" b="1" dirty="0" smtClean="0">
                <a:solidFill>
                  <a:srgbClr val="0070C0"/>
                </a:solidFill>
                <a:ea typeface="Times New Roman" pitchFamily="18" charset="0"/>
                <a:cs typeface="AKSHARUNI"/>
              </a:rPr>
              <a:t/>
            </a:r>
            <a:br>
              <a:rPr lang="en-IN" altLang="en-US" sz="5400" b="1" dirty="0" smtClean="0">
                <a:solidFill>
                  <a:srgbClr val="0070C0"/>
                </a:solidFill>
                <a:ea typeface="Times New Roman" pitchFamily="18" charset="0"/>
                <a:cs typeface="AKSHARUNI"/>
              </a:rPr>
            </a:br>
            <a:r>
              <a:rPr lang="en-IN" altLang="en-US" sz="5400" b="1" dirty="0" smtClean="0">
                <a:solidFill>
                  <a:srgbClr val="0070C0"/>
                </a:solidFill>
                <a:ea typeface="Times New Roman" pitchFamily="18" charset="0"/>
                <a:cs typeface="AKSHARUNI"/>
              </a:rPr>
              <a:t/>
            </a:r>
            <a:br>
              <a:rPr lang="en-IN" altLang="en-US" sz="5400" b="1" dirty="0" smtClean="0">
                <a:solidFill>
                  <a:srgbClr val="0070C0"/>
                </a:solidFill>
                <a:ea typeface="Times New Roman" pitchFamily="18" charset="0"/>
                <a:cs typeface="AKSHARUNI"/>
              </a:rPr>
            </a:br>
            <a:r>
              <a:rPr lang="en-IN" altLang="en-US" sz="5400" b="1" dirty="0" smtClean="0">
                <a:solidFill>
                  <a:srgbClr val="0070C0"/>
                </a:solidFill>
                <a:ea typeface="Times New Roman" pitchFamily="18" charset="0"/>
                <a:cs typeface="AKSHARUNI"/>
              </a:rPr>
              <a:t>               Issues related to Fertilizers </a:t>
            </a:r>
            <a:r>
              <a:rPr lang="en-IN" altLang="en-US" sz="5400" b="1" dirty="0">
                <a:solidFill>
                  <a:srgbClr val="0070C0"/>
                </a:solidFill>
                <a:ea typeface="Times New Roman" pitchFamily="18" charset="0"/>
                <a:cs typeface="AKSHARUNI"/>
              </a:rPr>
              <a:t/>
            </a:r>
            <a:br>
              <a:rPr lang="en-IN" altLang="en-US" sz="5400" b="1" dirty="0">
                <a:solidFill>
                  <a:srgbClr val="0070C0"/>
                </a:solidFill>
                <a:ea typeface="Times New Roman" pitchFamily="18" charset="0"/>
                <a:cs typeface="AKSHARUNI"/>
              </a:rPr>
            </a:br>
            <a:endParaRPr lang="en-US" sz="5400" dirty="0"/>
          </a:p>
        </p:txBody>
      </p:sp>
      <p:sp>
        <p:nvSpPr>
          <p:cNvPr id="8" name="Text Placeholder 7">
            <a:extLst>
              <a:ext uri="{FF2B5EF4-FFF2-40B4-BE49-F238E27FC236}"/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863" y="3221038"/>
            <a:ext cx="10056812" cy="2325687"/>
          </a:xfrm>
        </p:spPr>
        <p:txBody>
          <a:bodyPr rtlCol="0"/>
          <a:lstStyle/>
          <a:p>
            <a:pPr algn="ctr" defTabSz="914354" eaLnBrk="1" fontAlgn="auto" hangingPunct="1">
              <a:spcAft>
                <a:spcPts val="0"/>
              </a:spcAft>
              <a:defRPr/>
            </a:pPr>
            <a:r>
              <a:rPr lang="en-US" sz="3200" b="1" dirty="0" smtClean="0">
                <a:solidFill>
                  <a:srgbClr val="FF0000"/>
                </a:solidFill>
              </a:rPr>
              <a:t>Kharif Conference -2023</a:t>
            </a:r>
          </a:p>
          <a:p>
            <a:pPr algn="ctr" defTabSz="914354" eaLnBrk="1" fontAlgn="auto" hangingPunct="1">
              <a:spcAft>
                <a:spcPts val="0"/>
              </a:spcAft>
              <a:defRPr/>
            </a:pPr>
            <a:r>
              <a:rPr lang="en-IN" sz="3200" b="1" dirty="0" smtClean="0">
                <a:solidFill>
                  <a:srgbClr val="FF0000"/>
                </a:solidFill>
              </a:rPr>
              <a:t>Department of Fertilizers </a:t>
            </a:r>
            <a:endParaRPr lang="en-US" sz="3200" b="1" dirty="0">
              <a:solidFill>
                <a:srgbClr val="FF0000"/>
              </a:solidFill>
            </a:endParaRPr>
          </a:p>
          <a:p>
            <a:pPr defTabSz="914354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125" name="Slide Number Placeholder 21"/>
          <p:cNvSpPr>
            <a:spLocks noGrp="1" noChangeArrowheads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D3F92B1A-6195-4571-91A0-A87F567D2984}" type="slidenum">
              <a:rPr lang="en-IN" altLang="en-US"/>
              <a:pPr>
                <a:defRPr/>
              </a:pPr>
              <a:t>1</a:t>
            </a:fld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19125"/>
          </a:xfrm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IN" dirty="0" smtClean="0"/>
              <a:t>Summary of presentation </a:t>
            </a:r>
            <a:endParaRPr lang="en-US" dirty="0"/>
          </a:p>
        </p:txBody>
      </p:sp>
      <p:sp>
        <p:nvSpPr>
          <p:cNvPr id="4099" name="Content Placeholder 8"/>
          <p:cNvSpPr>
            <a:spLocks noGrp="1"/>
          </p:cNvSpPr>
          <p:nvPr>
            <p:ph idx="1"/>
          </p:nvPr>
        </p:nvSpPr>
        <p:spPr>
          <a:xfrm>
            <a:off x="609600" y="1116013"/>
            <a:ext cx="10972800" cy="5486400"/>
          </a:xfrm>
        </p:spPr>
        <p:txBody>
          <a:bodyPr/>
          <a:lstStyle/>
          <a:p>
            <a:pPr eaLnBrk="1" hangingPunct="1"/>
            <a:r>
              <a:rPr lang="en-IN" smtClean="0"/>
              <a:t> Fertilizer supply in Rabi  2022-23 &amp;plan for Kharif </a:t>
            </a:r>
          </a:p>
          <a:p>
            <a:pPr eaLnBrk="1" hangingPunct="1"/>
            <a:r>
              <a:rPr lang="en-IN" smtClean="0"/>
              <a:t>Promotion of alternate fertilizers </a:t>
            </a:r>
          </a:p>
          <a:p>
            <a:pPr lvl="1" eaLnBrk="1" hangingPunct="1"/>
            <a:r>
              <a:rPr lang="en-IN" smtClean="0"/>
              <a:t>Nano urea, nano DAP  potash derived from molasses</a:t>
            </a:r>
          </a:p>
          <a:p>
            <a:pPr lvl="1" eaLnBrk="1" hangingPunct="1"/>
            <a:r>
              <a:rPr lang="en-IN" smtClean="0"/>
              <a:t>Bio &amp; organic fertilizers</a:t>
            </a:r>
          </a:p>
          <a:p>
            <a:pPr eaLnBrk="1" hangingPunct="1"/>
            <a:r>
              <a:rPr lang="en-IN" smtClean="0"/>
              <a:t>New initiatives </a:t>
            </a:r>
          </a:p>
          <a:p>
            <a:pPr lvl="1" eaLnBrk="1" hangingPunct="1"/>
            <a:r>
              <a:rPr lang="en-IN" smtClean="0"/>
              <a:t>PM Kisan Samrudhi Kendras (PMKSK)</a:t>
            </a:r>
          </a:p>
          <a:p>
            <a:pPr lvl="1" eaLnBrk="1" hangingPunct="1"/>
            <a:r>
              <a:rPr lang="en-IN" smtClean="0"/>
              <a:t>One Nation One Fertilizer (ONOF)</a:t>
            </a:r>
          </a:p>
          <a:p>
            <a:pPr lvl="1" eaLnBrk="1" hangingPunct="1"/>
            <a:r>
              <a:rPr lang="en-IN" smtClean="0"/>
              <a:t>PMPRANAM </a:t>
            </a:r>
          </a:p>
          <a:p>
            <a:pPr lvl="1" eaLnBrk="1" hangingPunct="1"/>
            <a:r>
              <a:rPr lang="en-IN" smtClean="0"/>
              <a:t>Market development Assistance  Scheme (MDA)</a:t>
            </a:r>
          </a:p>
          <a:p>
            <a:pPr eaLnBrk="1" hangingPunct="1"/>
            <a:r>
              <a:rPr lang="en-IN" smtClean="0"/>
              <a:t>Expectations from states </a:t>
            </a:r>
          </a:p>
          <a:p>
            <a:pPr lvl="1" eaLnBrk="1" hangingPunct="1"/>
            <a:endParaRPr lang="en-IN" smtClean="0"/>
          </a:p>
          <a:p>
            <a:pPr eaLnBrk="1" hangingPunct="1"/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69511A-CF3F-4D2D-9D93-5FA3DC6BD8A2}" type="slidenum">
              <a:rPr lang="en-IN" altLang="en-US"/>
              <a:pPr>
                <a:defRPr/>
              </a:pPr>
              <a:t>2</a:t>
            </a:fld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96888" y="1844675"/>
          <a:ext cx="11004885" cy="429928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528822">
                  <a:extLst>
                    <a:ext uri="{9D8B030D-6E8A-4147-A177-3AD203B41FA5}"/>
                  </a:extLst>
                </a:gridCol>
                <a:gridCol w="1902222">
                  <a:extLst>
                    <a:ext uri="{9D8B030D-6E8A-4147-A177-3AD203B41FA5}"/>
                  </a:extLst>
                </a:gridCol>
                <a:gridCol w="2117025">
                  <a:extLst>
                    <a:ext uri="{9D8B030D-6E8A-4147-A177-3AD203B41FA5}"/>
                  </a:extLst>
                </a:gridCol>
                <a:gridCol w="2720581">
                  <a:extLst>
                    <a:ext uri="{9D8B030D-6E8A-4147-A177-3AD203B41FA5}"/>
                  </a:extLst>
                </a:gridCol>
                <a:gridCol w="2736235"/>
              </a:tblGrid>
              <a:tr h="1313563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 smtClean="0">
                          <a:effectLst/>
                        </a:rPr>
                        <a:t>PRODUCT GROUP</a:t>
                      </a:r>
                      <a:endParaRPr lang="en-US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800" u="none" strike="noStrike" kern="1200" dirty="0" smtClean="0">
                          <a:effectLst/>
                        </a:rPr>
                        <a:t>SEASONAL</a:t>
                      </a:r>
                      <a:r>
                        <a:rPr lang="en-US" sz="1800" u="none" strike="noStrike" kern="1200" baseline="0" dirty="0" smtClean="0">
                          <a:effectLst/>
                        </a:rPr>
                        <a:t> </a:t>
                      </a:r>
                      <a:r>
                        <a:rPr lang="en-US" sz="1800" u="none" strike="noStrike" kern="1200" dirty="0" smtClean="0">
                          <a:effectLst/>
                        </a:rPr>
                        <a:t>REQUIREMENT</a:t>
                      </a:r>
                      <a:endParaRPr lang="en-US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kern="1200" dirty="0" smtClean="0">
                          <a:effectLst/>
                        </a:rPr>
                        <a:t>AVAILABILTY</a:t>
                      </a:r>
                    </a:p>
                    <a:p>
                      <a:pPr marL="0" algn="ctr" defTabSz="914400" rtl="0" eaLnBrk="1" fontAlgn="ctr" latinLnBrk="0" hangingPunct="1"/>
                      <a:endParaRPr lang="en-US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kern="1200" dirty="0" smtClean="0">
                          <a:effectLst/>
                        </a:rPr>
                        <a:t>DBT SALES</a:t>
                      </a:r>
                    </a:p>
                    <a:p>
                      <a:pPr marL="0" algn="ctr" defTabSz="914400" rtl="0" eaLnBrk="1" fontAlgn="ctr" latinLnBrk="0" hangingPunct="1"/>
                      <a:endParaRPr lang="en-US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800" u="none" strike="noStrike" kern="1200" dirty="0" smtClean="0">
                          <a:effectLst/>
                        </a:rPr>
                        <a:t>Opening Stock  for Kharif 2023 </a:t>
                      </a:r>
                    </a:p>
                    <a:p>
                      <a:pPr marL="0" algn="ctr" defTabSz="914400" rtl="0" eaLnBrk="1" fontAlgn="ctr" latinLnBrk="0" hangingPunct="1"/>
                      <a:r>
                        <a:rPr lang="en-IN" sz="1800" u="none" strike="noStrike" kern="1200" dirty="0" smtClean="0">
                          <a:effectLst/>
                        </a:rPr>
                        <a:t>(% of Kharif  requirement)</a:t>
                      </a:r>
                      <a:endParaRPr lang="en-US" sz="18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/>
                </a:extLst>
              </a:tr>
              <a:tr h="5971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UREA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180.18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243.20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184.64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/>
                        <a:t>58.56  (34 %)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/>
                </a:extLst>
              </a:tr>
              <a:tr h="5971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DAP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55.38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79.33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53.71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/>
                        <a:t>25.62 (47%)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/>
                </a:extLst>
              </a:tr>
              <a:tr h="5971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MOP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14.35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12.42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9.19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/>
                        <a:t>3.23 (22%)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/>
                </a:extLst>
              </a:tr>
              <a:tr h="5971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NPKS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56.97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86.08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55.24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/>
                        <a:t>30.84 (49%)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/>
                </a:extLst>
              </a:tr>
              <a:tr h="5971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SSP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33.64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44.48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23.75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 smtClean="0"/>
                        <a:t>20.73 ( 63%)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58775" y="0"/>
            <a:ext cx="11485563" cy="78581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AVAILABILITY OF FERTILIZER DURING  RABI 2022-23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167" name="TextBox 4"/>
          <p:cNvSpPr txBox="1">
            <a:spLocks noChangeArrowheads="1"/>
          </p:cNvSpPr>
          <p:nvPr/>
        </p:nvSpPr>
        <p:spPr bwMode="auto">
          <a:xfrm>
            <a:off x="584200" y="950913"/>
            <a:ext cx="10972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b="1"/>
              <a:t>&lt;FIGURES IN LMT&gt;</a:t>
            </a:r>
          </a:p>
        </p:txBody>
      </p:sp>
      <p:sp>
        <p:nvSpPr>
          <p:cNvPr id="5168" name="TextBox 7"/>
          <p:cNvSpPr txBox="1">
            <a:spLocks noChangeArrowheads="1"/>
          </p:cNvSpPr>
          <p:nvPr/>
        </p:nvSpPr>
        <p:spPr bwMode="auto">
          <a:xfrm>
            <a:off x="942975" y="1300163"/>
            <a:ext cx="24526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RABI 2022-23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44488" y="2598738"/>
          <a:ext cx="11582403" cy="3946457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625600">
                  <a:extLst>
                    <a:ext uri="{9D8B030D-6E8A-4147-A177-3AD203B41FA5}"/>
                  </a:extLst>
                </a:gridCol>
                <a:gridCol w="1661132">
                  <a:extLst>
                    <a:ext uri="{9D8B030D-6E8A-4147-A177-3AD203B41FA5}"/>
                  </a:extLst>
                </a:gridCol>
                <a:gridCol w="1488468">
                  <a:extLst>
                    <a:ext uri="{9D8B030D-6E8A-4147-A177-3AD203B41FA5}"/>
                  </a:extLst>
                </a:gridCol>
                <a:gridCol w="1310752">
                  <a:extLst>
                    <a:ext uri="{9D8B030D-6E8A-4147-A177-3AD203B41FA5}"/>
                  </a:extLst>
                </a:gridCol>
                <a:gridCol w="1312231">
                  <a:extLst>
                    <a:ext uri="{9D8B030D-6E8A-4147-A177-3AD203B41FA5}"/>
                  </a:extLst>
                </a:gridCol>
                <a:gridCol w="1394740">
                  <a:extLst>
                    <a:ext uri="{9D8B030D-6E8A-4147-A177-3AD203B41FA5}"/>
                  </a:extLst>
                </a:gridCol>
                <a:gridCol w="1394740">
                  <a:extLst>
                    <a:ext uri="{9D8B030D-6E8A-4147-A177-3AD203B41FA5}"/>
                  </a:extLst>
                </a:gridCol>
                <a:gridCol w="1394740">
                  <a:extLst>
                    <a:ext uri="{9D8B030D-6E8A-4147-A177-3AD203B41FA5}"/>
                  </a:extLst>
                </a:gridCol>
              </a:tblGrid>
              <a:tr h="91072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PRODUCT GROUP</a:t>
                      </a:r>
                      <a:endParaRPr lang="en-US" sz="2400" dirty="0"/>
                    </a:p>
                  </a:txBody>
                  <a:tcPr marL="121920" marR="121920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APR</a:t>
                      </a:r>
                      <a:r>
                        <a:rPr lang="en-US" sz="2400" baseline="0" dirty="0" smtClean="0"/>
                        <a:t> 23</a:t>
                      </a:r>
                    </a:p>
                    <a:p>
                      <a:pPr algn="ctr"/>
                      <a:endParaRPr lang="en-US" sz="2400" dirty="0"/>
                    </a:p>
                  </a:txBody>
                  <a:tcPr marL="121920" marR="121920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MAY</a:t>
                      </a:r>
                      <a:r>
                        <a:rPr lang="en-US" sz="2400" baseline="0" dirty="0" smtClean="0"/>
                        <a:t> 23</a:t>
                      </a:r>
                      <a:endParaRPr lang="en-US" sz="2400" dirty="0"/>
                    </a:p>
                  </a:txBody>
                  <a:tcPr marL="121920" marR="121920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JUNE 23</a:t>
                      </a:r>
                      <a:endParaRPr lang="en-US" sz="2400" dirty="0"/>
                    </a:p>
                  </a:txBody>
                  <a:tcPr marL="121920" marR="121920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JULY 23</a:t>
                      </a:r>
                      <a:endParaRPr lang="en-US" sz="2400" dirty="0"/>
                    </a:p>
                  </a:txBody>
                  <a:tcPr marL="121920" marR="121920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AUG 23</a:t>
                      </a:r>
                      <a:endParaRPr lang="en-US" sz="2400" dirty="0"/>
                    </a:p>
                  </a:txBody>
                  <a:tcPr marL="121920" marR="121920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SEP 23</a:t>
                      </a:r>
                      <a:endParaRPr lang="en-US" sz="2400" dirty="0"/>
                    </a:p>
                  </a:txBody>
                  <a:tcPr marL="121920" marR="121920" marT="45715" marB="4571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GRAND TOTAL</a:t>
                      </a:r>
                      <a:endParaRPr lang="en-US" sz="2400" dirty="0"/>
                    </a:p>
                  </a:txBody>
                  <a:tcPr marL="121920" marR="121920" marT="45715" marB="45715"/>
                </a:tc>
                <a:extLst>
                  <a:ext uri="{0D108BD9-81ED-4DB2-BD59-A6C34878D82A}"/>
                </a:extLst>
              </a:tr>
              <a:tr h="5059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UREA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45715" marB="4571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22.19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26.37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30.58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36.50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33.57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21.47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170.68</a:t>
                      </a:r>
                      <a:endParaRPr lang="en-US" sz="2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059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DAP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45715" marB="4571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8.72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9.89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11.08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10.85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7.47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7.18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55.19</a:t>
                      </a:r>
                      <a:endParaRPr lang="en-US" sz="2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059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MOP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45715" marB="4571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2.07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2.41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2.73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2.83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2.49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2.50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15.03</a:t>
                      </a:r>
                      <a:endParaRPr lang="en-US" sz="2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059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NPKS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45715" marB="4571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7.63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9.03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12.51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13.55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10.58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9.41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62.71</a:t>
                      </a:r>
                      <a:endParaRPr lang="en-US" sz="2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059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/>
                        <a:t>SSP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45715" marB="45715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4.34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4.86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6.74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6.15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5.83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kern="1200" dirty="0" smtClean="0"/>
                        <a:t>5.85</a:t>
                      </a:r>
                      <a:endParaRPr lang="en-US" sz="24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2400" b="1" kern="1200" dirty="0" smtClean="0"/>
                        <a:t>33.77</a:t>
                      </a:r>
                      <a:endParaRPr lang="en-US" sz="24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05955">
                <a:tc gridSpan="8">
                  <a:txBody>
                    <a:bodyPr/>
                    <a:lstStyle/>
                    <a:p>
                      <a:pPr algn="l"/>
                      <a:r>
                        <a:rPr lang="en-US" sz="2400" dirty="0" smtClean="0"/>
                        <a:t>NANO</a:t>
                      </a:r>
                      <a:r>
                        <a:rPr lang="en-US" sz="2400" baseline="0" dirty="0" smtClean="0"/>
                        <a:t> UREA REQUIREMENT (KHARIF 2023) – 1.78 Cr Bottles= 89 lakh bags of </a:t>
                      </a:r>
                      <a:r>
                        <a:rPr lang="en-US" sz="2400" b="1" baseline="0" dirty="0" smtClean="0"/>
                        <a:t>urea=4 LMT</a:t>
                      </a:r>
                      <a:endParaRPr 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marL="121920" marR="121920" marT="45715" marB="45715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4">
                            <a:shade val="30000"/>
                            <a:satMod val="115000"/>
                          </a:schemeClr>
                        </a:gs>
                        <a:gs pos="50000">
                          <a:schemeClr val="accent4">
                            <a:shade val="67500"/>
                            <a:satMod val="115000"/>
                          </a:schemeClr>
                        </a:gs>
                        <a:gs pos="100000">
                          <a:schemeClr val="accent4"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4">
                            <a:shade val="30000"/>
                            <a:satMod val="115000"/>
                          </a:schemeClr>
                        </a:gs>
                        <a:gs pos="50000">
                          <a:schemeClr val="accent4">
                            <a:shade val="67500"/>
                            <a:satMod val="115000"/>
                          </a:schemeClr>
                        </a:gs>
                        <a:gs pos="100000">
                          <a:schemeClr val="accent4"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gradFill flip="none" rotWithShape="1">
                      <a:gsLst>
                        <a:gs pos="0">
                          <a:schemeClr val="accent4">
                            <a:shade val="30000"/>
                            <a:satMod val="115000"/>
                          </a:schemeClr>
                        </a:gs>
                        <a:gs pos="50000">
                          <a:schemeClr val="accent4">
                            <a:shade val="67500"/>
                            <a:satMod val="115000"/>
                          </a:schemeClr>
                        </a:gs>
                        <a:gs pos="100000">
                          <a:schemeClr val="accent4">
                            <a:shade val="100000"/>
                            <a:satMod val="115000"/>
                          </a:schemeClr>
                        </a:gs>
                      </a:gsLst>
                      <a:path path="circle">
                        <a:fillToRect r="100000" b="100000"/>
                      </a:path>
                      <a:tileRect l="-100000" t="-100000"/>
                    </a:gra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0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2000" b="1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4488" y="274638"/>
            <a:ext cx="11277600" cy="6858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 smtClean="0"/>
              <a:t>MONTH WISE REQUIREMENT OF FERTILIZERS KHARIF 2023  </a:t>
            </a:r>
            <a:endParaRPr lang="en-US" sz="3600" b="1" dirty="0"/>
          </a:p>
        </p:txBody>
      </p:sp>
      <p:sp>
        <p:nvSpPr>
          <p:cNvPr id="6214" name="Rectangle 4"/>
          <p:cNvSpPr>
            <a:spLocks noChangeArrowheads="1"/>
          </p:cNvSpPr>
          <p:nvPr/>
        </p:nvSpPr>
        <p:spPr bwMode="auto">
          <a:xfrm>
            <a:off x="347663" y="2233613"/>
            <a:ext cx="11582400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altLang="en-US" b="1">
                <a:latin typeface="Calibri" pitchFamily="34" charset="0"/>
              </a:rPr>
              <a:t>&lt;FIGURES IN LMT&gt;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31788" y="952500"/>
            <a:ext cx="112903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>
              <a:defRPr/>
            </a:pPr>
            <a:endParaRPr lang="en-IN" sz="2400" dirty="0"/>
          </a:p>
          <a:p>
            <a:pPr marL="285750" indent="-285750" algn="just">
              <a:buFont typeface="Arial" panose="020B0604020202020204" pitchFamily="34" charset="0"/>
              <a:buChar char="•"/>
              <a:defRPr/>
            </a:pPr>
            <a:r>
              <a:rPr lang="en-IN" sz="2400" dirty="0"/>
              <a:t>Based on the requirement received from DA&amp;FW, Movement Division issues Agreed Monthly Supply Plan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55600" y="1684338"/>
          <a:ext cx="11504613" cy="497363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43510">
                  <a:extLst>
                    <a:ext uri="{9D8B030D-6E8A-4147-A177-3AD203B41FA5}"/>
                  </a:extLst>
                </a:gridCol>
                <a:gridCol w="1706535">
                  <a:extLst>
                    <a:ext uri="{9D8B030D-6E8A-4147-A177-3AD203B41FA5}"/>
                  </a:extLst>
                </a:gridCol>
                <a:gridCol w="2195603">
                  <a:extLst>
                    <a:ext uri="{9D8B030D-6E8A-4147-A177-3AD203B41FA5}"/>
                  </a:extLst>
                </a:gridCol>
                <a:gridCol w="2341283">
                  <a:extLst>
                    <a:ext uri="{9D8B030D-6E8A-4147-A177-3AD203B41FA5}"/>
                  </a:extLst>
                </a:gridCol>
                <a:gridCol w="1831403">
                  <a:extLst>
                    <a:ext uri="{9D8B030D-6E8A-4147-A177-3AD203B41FA5}"/>
                  </a:extLst>
                </a:gridCol>
                <a:gridCol w="1886728">
                  <a:extLst>
                    <a:ext uri="{9D8B030D-6E8A-4147-A177-3AD203B41FA5}"/>
                  </a:extLst>
                </a:gridCol>
              </a:tblGrid>
              <a:tr h="200448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PRODUCT GROUP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SEASONAL REQ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PRO RATA REQ TILL 30.04.2023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kern="1200" dirty="0" smtClean="0">
                          <a:effectLst/>
                        </a:rPr>
                        <a:t>AVAILABILITY TILL 30.04.2023</a:t>
                      </a:r>
                    </a:p>
                    <a:p>
                      <a:pPr marL="0" algn="ctr" defTabSz="914400" rtl="0" eaLnBrk="1" fontAlgn="ctr" latinLnBrk="0" hangingPunct="1"/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u="none" strike="noStrike" kern="1200" dirty="0" smtClean="0">
                          <a:effectLst/>
                        </a:rPr>
                        <a:t>SALES TILL 30.04.2023</a:t>
                      </a:r>
                    </a:p>
                    <a:p>
                      <a:pPr marL="0" algn="ctr" defTabSz="914400" rtl="0" eaLnBrk="1" fontAlgn="ctr" latinLnBrk="0" hangingPunct="1"/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CLOSING STOCK/ (% of total requirement)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/>
                </a:tc>
                <a:extLst>
                  <a:ext uri="{0D108BD9-81ED-4DB2-BD59-A6C34878D82A}"/>
                </a:extLst>
              </a:tr>
              <a:tr h="5937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UREA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170.67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22.19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</a:rPr>
                        <a:t>81.63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11.77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 smtClean="0">
                          <a:effectLst/>
                        </a:rPr>
                        <a:t>69.86 ( 41%)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937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DAP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55.19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8.72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</a:rPr>
                        <a:t>32.69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3.02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 smtClean="0">
                          <a:effectLst/>
                        </a:rPr>
                        <a:t>29.67 ( 54%)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937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MOP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15.02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2.07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</a:rPr>
                        <a:t>3.38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0.50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 smtClean="0">
                          <a:effectLst/>
                        </a:rPr>
                        <a:t>2.88 ( 19%)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937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NPKS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62.71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7.63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</a:rPr>
                        <a:t>38.36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2.62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 smtClean="0">
                          <a:effectLst/>
                        </a:rPr>
                        <a:t>35.74 ( 57%)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  <a:tr h="59371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SSP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33.76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4.34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b="1" u="none" strike="noStrike" kern="1200" dirty="0" smtClean="0">
                          <a:solidFill>
                            <a:schemeClr val="tx1"/>
                          </a:solidFill>
                          <a:effectLst/>
                        </a:rPr>
                        <a:t>23.00</a:t>
                      </a:r>
                      <a:endParaRPr lang="en-US" sz="2400" b="1" i="0" u="none" strike="noStrike" kern="12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2400" u="none" strike="noStrike" kern="1200" dirty="0" smtClean="0">
                          <a:effectLst/>
                        </a:rPr>
                        <a:t>1.66</a:t>
                      </a:r>
                      <a:endParaRPr lang="en-US" sz="2400" b="1" i="0" u="none" strike="noStrike" kern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1" u="none" strike="noStrike" kern="1200" dirty="0" smtClean="0">
                          <a:effectLst/>
                        </a:rPr>
                        <a:t>21.34 (63%)</a:t>
                      </a:r>
                      <a:endParaRPr lang="en-US" sz="2400" b="1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/>
                </a:extLst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dirty="0" smtClean="0">
                <a:solidFill>
                  <a:schemeClr val="accent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AVAILABILITY OF FERTILIZER DURING ONGOING KHARIF 2023 (TILL APRIL 2023)</a:t>
            </a:r>
            <a:endParaRPr lang="en-US" sz="4000" b="1" dirty="0">
              <a:solidFill>
                <a:schemeClr val="accent2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222" name="TextBox 4"/>
          <p:cNvSpPr txBox="1">
            <a:spLocks noChangeArrowheads="1"/>
          </p:cNvSpPr>
          <p:nvPr/>
        </p:nvSpPr>
        <p:spPr bwMode="auto">
          <a:xfrm>
            <a:off x="609600" y="1300163"/>
            <a:ext cx="109728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b="1"/>
              <a:t>&lt;FIGURES IN LMT&gt;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2762"/>
          </a:xfrm>
        </p:spPr>
        <p:txBody>
          <a:bodyPr/>
          <a:lstStyle/>
          <a:p>
            <a:pPr eaLnBrk="1" hangingPunct="1"/>
            <a:r>
              <a:rPr lang="en-IN" sz="3200" b="1" smtClean="0"/>
              <a:t>Movement Plan  </a:t>
            </a:r>
            <a:endParaRPr lang="en-US" sz="3200" b="1" smtClean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09600" y="1031358"/>
          <a:ext cx="10972800" cy="56565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2362834-5C52-4E4B-AFF5-C6D263BE4818}" type="slidenum">
              <a:rPr lang="en-IN" altLang="en-US"/>
              <a:pPr>
                <a:defRPr/>
              </a:pPr>
              <a:t>6</a:t>
            </a:fld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1175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IN" sz="3200" b="1" dirty="0" smtClean="0"/>
              <a:t>Action by Flying Squad 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58863"/>
            <a:ext cx="10972800" cy="5405437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US" dirty="0" smtClean="0"/>
              <a:t> </a:t>
            </a:r>
            <a:r>
              <a:rPr lang="en-US" sz="2800" dirty="0" smtClean="0"/>
              <a:t>Surprise inspections on 289 fertilizer / related units in 14 States</a:t>
            </a:r>
          </a:p>
          <a:p>
            <a:pPr>
              <a:defRPr/>
            </a:pPr>
            <a:r>
              <a:rPr lang="en-US" sz="2800" dirty="0" smtClean="0"/>
              <a:t>169 Mixture units, 114 urea using units and 6 SSP units- (Since October 2022)</a:t>
            </a:r>
          </a:p>
          <a:p>
            <a:pPr>
              <a:defRPr/>
            </a:pPr>
            <a:r>
              <a:rPr lang="en-US" sz="2800" dirty="0" smtClean="0"/>
              <a:t>Recommended for deauthorization of around 94 mixture manufacturers</a:t>
            </a:r>
          </a:p>
          <a:p>
            <a:pPr>
              <a:defRPr/>
            </a:pPr>
            <a:endParaRPr lang="en-US" sz="2800" dirty="0" smtClean="0"/>
          </a:p>
          <a:p>
            <a:pPr>
              <a:defRPr/>
            </a:pPr>
            <a:r>
              <a:rPr lang="en-US" sz="2800" dirty="0" smtClean="0"/>
              <a:t>28 FIRs/ complaints registered for diversion of urea</a:t>
            </a:r>
          </a:p>
          <a:p>
            <a:pPr>
              <a:defRPr/>
            </a:pPr>
            <a:r>
              <a:rPr lang="en-US" sz="2800" dirty="0" smtClean="0"/>
              <a:t>Many show cause notices issued for mismatch in procurement, production &amp; sales data</a:t>
            </a:r>
          </a:p>
          <a:p>
            <a:pPr>
              <a:defRPr/>
            </a:pPr>
            <a:endParaRPr lang="en-US" sz="2800" dirty="0" smtClean="0"/>
          </a:p>
          <a:p>
            <a:pPr>
              <a:defRPr/>
            </a:pPr>
            <a:r>
              <a:rPr lang="en-US" sz="2800" dirty="0" smtClean="0"/>
              <a:t>Seized 66276 bags of suspected urea from Gujarat, Kerala, Haryana, Rajasthan, Karnataka etc.</a:t>
            </a:r>
          </a:p>
          <a:p>
            <a:pPr>
              <a:buFont typeface="Arial" pitchFamily="34" charset="0"/>
              <a:buNone/>
              <a:defRPr/>
            </a:pPr>
            <a:r>
              <a:rPr lang="en-US" sz="2800" dirty="0" smtClean="0"/>
              <a:t> 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8ACEFF-F9E8-431E-8740-25BC3DE4860E}" type="slidenum">
              <a:rPr lang="en-IN" altLang="en-US" smtClean="0"/>
              <a:pPr>
                <a:defRPr/>
              </a:pPr>
              <a:t>7</a:t>
            </a:fld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83185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>
            <a:normAutofit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IN" sz="3200" b="1" dirty="0"/>
              <a:t>Expectations from </a:t>
            </a:r>
            <a:r>
              <a:rPr lang="en-IN" sz="3200" b="1" dirty="0" smtClean="0"/>
              <a:t>states </a:t>
            </a:r>
            <a:endParaRPr lang="en-US"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1575"/>
            <a:ext cx="10972800" cy="5400675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>
            <a:normAutofit fontScale="85000" lnSpcReduction="20000"/>
          </a:bodyPr>
          <a:lstStyle/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/>
              <a:t>Micro-planning and monitoring of fertilizer movement – use of IFMS , DoF 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/>
              <a:t>Quick unloading of rakes at rake points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/>
              <a:t>Coordination with fertilizer companies for targeted delivery of </a:t>
            </a:r>
            <a:r>
              <a:rPr lang="en-IN" sz="3300" dirty="0" smtClean="0"/>
              <a:t>fertilizers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 smtClean="0"/>
              <a:t> </a:t>
            </a:r>
            <a:endParaRPr lang="en-IN" sz="3300" dirty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 smtClean="0"/>
              <a:t>Limited share of cooperative sector- States to internally decide for more allocation to cooperative sector 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 smtClean="0"/>
              <a:t>Support </a:t>
            </a:r>
            <a:r>
              <a:rPr lang="en-IN" sz="3300" dirty="0"/>
              <a:t>to Flying squad from </a:t>
            </a:r>
            <a:r>
              <a:rPr lang="en-IN" sz="3300" dirty="0" smtClean="0"/>
              <a:t>GoI- control diversion, quality assurance  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endParaRPr lang="en-IN" sz="33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 smtClean="0"/>
              <a:t>Action against diversion of urea , hoarding of fertilizers - EC Act, PBM act , CrPC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endParaRPr lang="en-IN" sz="33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sz="3300" dirty="0" smtClean="0"/>
              <a:t>Quick action on control room information 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endParaRPr lang="en-IN" dirty="0" smtClean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endParaRPr lang="en-IN" dirty="0" smtClean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21"/>
          <p:cNvSpPr>
            <a:spLocks noGrp="1" noChangeArrowheads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36EEA2-5CBF-4A58-867D-EAC9C8F4B5EF}" type="slidenum">
              <a:rPr lang="en-IN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IN" alt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68288"/>
            <a:ext cx="12192000" cy="785812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>
            <a:normAutofit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US" b="1" dirty="0" smtClean="0">
                <a:cs typeface="Calibri" panose="020F0502020204030204" pitchFamily="34" charset="0"/>
              </a:rPr>
              <a:t>Nano urea- Benefit to Farmers</a:t>
            </a:r>
            <a:endParaRPr lang="en-US" b="1" dirty="0">
              <a:cs typeface="Calibri" panose="020F0502020204030204" pitchFamily="34" charset="0"/>
            </a:endParaRPr>
          </a:p>
        </p:txBody>
      </p:sp>
      <p:graphicFrame>
        <p:nvGraphicFramePr>
          <p:cNvPr id="25" name="Diagram 24"/>
          <p:cNvGraphicFramePr/>
          <p:nvPr/>
        </p:nvGraphicFramePr>
        <p:xfrm>
          <a:off x="568656" y="1903228"/>
          <a:ext cx="11223010" cy="44531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7-Point Star 4"/>
          <p:cNvSpPr/>
          <p:nvPr/>
        </p:nvSpPr>
        <p:spPr>
          <a:xfrm>
            <a:off x="8428038" y="361950"/>
            <a:ext cx="3763962" cy="1584325"/>
          </a:xfrm>
          <a:prstGeom prst="star7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71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tx1"/>
                </a:solidFill>
              </a:rPr>
              <a:t>Environmental</a:t>
            </a:r>
          </a:p>
          <a:p>
            <a:pPr algn="ctr" defTabSz="4571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400" b="1" dirty="0">
                <a:solidFill>
                  <a:schemeClr val="tx1"/>
                </a:solidFill>
              </a:rPr>
              <a:t>Benefits 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8" descr="Image"/>
          <p:cNvPicPr>
            <a:picLocks noChangeAspect="1" noChangeArrowheads="1"/>
          </p:cNvPicPr>
          <p:nvPr/>
        </p:nvPicPr>
        <p:blipFill>
          <a:blip r:embed="rId3"/>
          <a:srcRect l="11505" t="16776" r="16589" b="12518"/>
          <a:stretch>
            <a:fillRect/>
          </a:stretch>
        </p:blipFill>
        <p:spPr bwMode="auto">
          <a:xfrm>
            <a:off x="8648700" y="3840163"/>
            <a:ext cx="3376613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0" y="239713"/>
            <a:ext cx="12192000" cy="86201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21914" tIns="60957" rIns="121914" bIns="60957">
            <a:spAutoFit/>
          </a:bodyPr>
          <a:lstStyle/>
          <a:p>
            <a:pPr algn="ctr" defTabSz="4571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chemeClr val="tx2"/>
                </a:solidFill>
                <a:cs typeface="Calibri" panose="020F0502020204030204" pitchFamily="34" charset="0"/>
              </a:rPr>
              <a:t>Scaling Up Production of Nano Urea</a:t>
            </a:r>
          </a:p>
        </p:txBody>
      </p:sp>
      <p:graphicFrame>
        <p:nvGraphicFramePr>
          <p:cNvPr id="13" name="Content Placeholder 3"/>
          <p:cNvGraphicFramePr>
            <a:graphicFrameLocks noGrp="1"/>
          </p:cNvGraphicFramePr>
          <p:nvPr>
            <p:ph idx="1"/>
          </p:nvPr>
        </p:nvGraphicFramePr>
        <p:xfrm>
          <a:off x="0" y="1143000"/>
          <a:ext cx="8507413" cy="5776913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3008159">
                  <a:extLst>
                    <a:ext uri="{9D8B030D-6E8A-4147-A177-3AD203B41FA5}"/>
                  </a:extLst>
                </a:gridCol>
                <a:gridCol w="3821995">
                  <a:extLst>
                    <a:ext uri="{9D8B030D-6E8A-4147-A177-3AD203B41FA5}"/>
                  </a:extLst>
                </a:gridCol>
                <a:gridCol w="1676736">
                  <a:extLst>
                    <a:ext uri="{9D8B030D-6E8A-4147-A177-3AD203B41FA5}"/>
                  </a:extLst>
                </a:gridCol>
              </a:tblGrid>
              <a:tr h="914424">
                <a:tc>
                  <a:txBody>
                    <a:bodyPr/>
                    <a:lstStyle/>
                    <a:p>
                      <a:pPr algn="ctr"/>
                      <a:r>
                        <a:rPr lang="en-US" sz="19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Location</a:t>
                      </a:r>
                      <a:r>
                        <a:rPr lang="en-US" sz="19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 </a:t>
                      </a:r>
                      <a:endParaRPr lang="en-US" sz="19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90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Nano Urea Production</a:t>
                      </a:r>
                      <a:r>
                        <a:rPr lang="en-US" sz="19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 Capacity</a:t>
                      </a:r>
                    </a:p>
                    <a:p>
                      <a:pPr algn="l"/>
                      <a:r>
                        <a:rPr lang="en-US" sz="19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Bottles Per Year (in Crore) 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Commercial Production </a:t>
                      </a:r>
                      <a:endParaRPr lang="en-US" sz="1900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64010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IFFCO Kalol Gujarat </a:t>
                      </a:r>
                      <a:endParaRPr lang="en-US" sz="19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5.0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</a:rPr>
                        <a:t>August  2021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38102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IFFCO Phulpur UP</a:t>
                      </a:r>
                      <a:endParaRPr lang="en-US" sz="19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</a:rPr>
                        <a:t>6.0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</a:rPr>
                        <a:t>Sept 2022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38102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IFFCO </a:t>
                      </a:r>
                      <a:r>
                        <a:rPr lang="en-US" sz="1900" b="1" baseline="0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Aonla UP</a:t>
                      </a:r>
                      <a:endParaRPr lang="en-US" sz="19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</a:rPr>
                        <a:t>6.0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</a:rPr>
                        <a:t>April 2023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64010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IFFCO </a:t>
                      </a:r>
                      <a:r>
                        <a:rPr lang="en-US" sz="1900" b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Bengaluru, </a:t>
                      </a:r>
                      <a:r>
                        <a:rPr lang="en-US" sz="1900" b="1" dirty="0" err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Kar</a:t>
                      </a:r>
                      <a:endParaRPr lang="en-US" sz="19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6.0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</a:rPr>
                        <a:t>March 2024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64010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RCF </a:t>
                      </a:r>
                      <a:r>
                        <a:rPr lang="en-US" sz="19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Trombay</a:t>
                      </a:r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Maharashtra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</a:rPr>
                        <a:t>5.0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March 2024</a:t>
                      </a: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434851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</a:rPr>
                        <a:t>NFL Nangal Punjab </a:t>
                      </a:r>
                      <a:endParaRPr lang="en-US" sz="1900" b="1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</a:rPr>
                        <a:t>5.0</a:t>
                      </a:r>
                      <a:endParaRPr lang="en-US" sz="1900" b="1" dirty="0"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July 2024</a:t>
                      </a: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64010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IFFCO </a:t>
                      </a:r>
                      <a:r>
                        <a:rPr lang="en-US" sz="19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Deoghar</a:t>
                      </a:r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 Jharkhand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6.0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Nov 2024</a:t>
                      </a: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434851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+mn-lt"/>
                          <a:cs typeface="Arial" pitchFamily="34" charset="0"/>
                        </a:rPr>
                        <a:t>IFFCO Assam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5.0 </a:t>
                      </a:r>
                    </a:p>
                  </a:txBody>
                  <a:tcPr marT="45732" marB="45732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900" b="1" dirty="0">
                          <a:latin typeface="+mn-lt"/>
                          <a:cs typeface="Arial" pitchFamily="34" charset="0"/>
                        </a:rPr>
                        <a:t>Nov 2025</a:t>
                      </a:r>
                    </a:p>
                  </a:txBody>
                  <a:tcPr marT="45732" marB="45732"/>
                </a:tc>
                <a:extLst>
                  <a:ext uri="{0D108BD9-81ED-4DB2-BD59-A6C34878D82A}"/>
                </a:extLst>
              </a:tr>
              <a:tr h="670584">
                <a:tc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tx2"/>
                          </a:solidFill>
                          <a:latin typeface="+mn-lt"/>
                        </a:rPr>
                        <a:t>Total Capacity by 2025</a:t>
                      </a:r>
                      <a:endParaRPr lang="en-US" sz="1900" b="1" dirty="0">
                        <a:solidFill>
                          <a:schemeClr val="tx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 gridSpan="2">
                  <a:txBody>
                    <a:bodyPr/>
                    <a:lstStyle/>
                    <a:p>
                      <a:pPr algn="l"/>
                      <a:r>
                        <a:rPr lang="en-US" sz="1900" b="1" dirty="0">
                          <a:solidFill>
                            <a:schemeClr val="tx2"/>
                          </a:solidFill>
                          <a:latin typeface="+mn-lt"/>
                        </a:rPr>
                        <a:t>                          44.0 Crore Bottles </a:t>
                      </a:r>
                      <a:endParaRPr lang="en-US" sz="1900" b="1" dirty="0" smtClean="0">
                        <a:solidFill>
                          <a:schemeClr val="tx2"/>
                        </a:solidFill>
                        <a:latin typeface="+mn-lt"/>
                      </a:endParaRPr>
                    </a:p>
                    <a:p>
                      <a:pPr algn="l"/>
                      <a:r>
                        <a:rPr lang="en-US" sz="1900" b="1" dirty="0" smtClean="0">
                          <a:solidFill>
                            <a:schemeClr val="tx2"/>
                          </a:solidFill>
                          <a:latin typeface="+mn-lt"/>
                        </a:rPr>
                        <a:t>500</a:t>
                      </a:r>
                      <a:r>
                        <a:rPr lang="en-US" sz="1900" b="1" baseline="0" dirty="0" smtClean="0">
                          <a:solidFill>
                            <a:schemeClr val="tx2"/>
                          </a:solidFill>
                          <a:latin typeface="+mn-lt"/>
                        </a:rPr>
                        <a:t> ml= 1 bag urea     44cr bottles = </a:t>
                      </a:r>
                      <a:r>
                        <a:rPr lang="en-US" sz="1900" b="1" dirty="0" smtClean="0">
                          <a:solidFill>
                            <a:schemeClr val="tx2"/>
                          </a:solidFill>
                          <a:latin typeface="+mn-lt"/>
                        </a:rPr>
                        <a:t> 200 LMT  </a:t>
                      </a:r>
                      <a:endParaRPr lang="en-US" sz="1900" b="1" dirty="0">
                        <a:solidFill>
                          <a:schemeClr val="tx2"/>
                        </a:solidFill>
                        <a:latin typeface="+mn-lt"/>
                        <a:cs typeface="Arial" pitchFamily="34" charset="0"/>
                      </a:endParaRPr>
                    </a:p>
                  </a:txBody>
                  <a:tcPr marT="45732" marB="45732"/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/>
                </a:tc>
                <a:extLst>
                  <a:ext uri="{0D108BD9-81ED-4DB2-BD59-A6C34878D82A}"/>
                </a:extLst>
              </a:tr>
            </a:tbl>
          </a:graphicData>
        </a:graphic>
      </p:graphicFrame>
      <p:pic>
        <p:nvPicPr>
          <p:cNvPr id="12337" name="Picture 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636000" y="1098550"/>
            <a:ext cx="3376613" cy="2344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338" name="TextBox 3"/>
          <p:cNvSpPr txBox="1">
            <a:spLocks noChangeArrowheads="1"/>
          </p:cNvSpPr>
          <p:nvPr/>
        </p:nvSpPr>
        <p:spPr bwMode="auto">
          <a:xfrm>
            <a:off x="9271000" y="3429000"/>
            <a:ext cx="2554288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1914" tIns="60957" rIns="121914" bIns="60957">
            <a:spAutoFit/>
          </a:bodyPr>
          <a:lstStyle/>
          <a:p>
            <a:r>
              <a:rPr lang="en-IN" altLang="en-US" sz="2100" b="1">
                <a:latin typeface="Calibri" pitchFamily="34" charset="0"/>
              </a:rPr>
              <a:t>Nano Urea Kalol Plant</a:t>
            </a:r>
          </a:p>
        </p:txBody>
      </p:sp>
      <p:sp>
        <p:nvSpPr>
          <p:cNvPr id="12339" name="TextBox 4"/>
          <p:cNvSpPr txBox="1">
            <a:spLocks noChangeArrowheads="1"/>
          </p:cNvSpPr>
          <p:nvPr/>
        </p:nvSpPr>
        <p:spPr bwMode="auto">
          <a:xfrm>
            <a:off x="8770938" y="6278563"/>
            <a:ext cx="3054350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21914" tIns="60957" rIns="121914" bIns="60957">
            <a:spAutoFit/>
          </a:bodyPr>
          <a:lstStyle/>
          <a:p>
            <a:r>
              <a:rPr lang="en-IN" altLang="en-US" sz="2100" b="1">
                <a:latin typeface="Calibri" pitchFamily="34" charset="0"/>
              </a:rPr>
              <a:t>Technology Transfer to NFL &amp; RCF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82612"/>
          </a:xfrm>
          <a:solidFill>
            <a:schemeClr val="accent6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IN" sz="4300" b="1" dirty="0" smtClean="0"/>
              <a:t>Promotion of Innovative/ alternate  fertilizers </a:t>
            </a:r>
            <a:endParaRPr lang="en-US" sz="43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52500"/>
            <a:ext cx="10972800" cy="5524500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lnSpcReduction="10000"/>
          </a:bodyPr>
          <a:lstStyle/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sz="2900" b="1" dirty="0" smtClean="0"/>
              <a:t>Nano urea</a:t>
            </a:r>
            <a:r>
              <a:rPr lang="en-IN" sz="2900" dirty="0" smtClean="0"/>
              <a:t>: </a:t>
            </a:r>
          </a:p>
          <a:p>
            <a:pPr marL="819090" lvl="1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IN" sz="2400" kern="0" dirty="0" smtClean="0">
                <a:ea typeface="Arial"/>
                <a:sym typeface="Arial"/>
              </a:rPr>
              <a:t>5 cr bottles to 3 crore farmers -1 bottle nano=  45 kg urea bag</a:t>
            </a:r>
            <a:endParaRPr lang="en-US" sz="2400" kern="0" dirty="0" smtClean="0">
              <a:ea typeface="Arial"/>
              <a:sym typeface="Arial"/>
            </a:endParaRPr>
          </a:p>
          <a:p>
            <a:pPr marL="819090" lvl="1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US" sz="2400" kern="0" dirty="0" smtClean="0">
                <a:ea typeface="Arial"/>
                <a:sym typeface="Arial"/>
              </a:rPr>
              <a:t>Present capacity  </a:t>
            </a:r>
            <a:r>
              <a:rPr lang="en-US" sz="2400" kern="0" dirty="0">
                <a:ea typeface="Arial"/>
                <a:sym typeface="Arial"/>
              </a:rPr>
              <a:t>– 3 plants </a:t>
            </a:r>
            <a:r>
              <a:rPr lang="en-US" sz="2400" kern="0" dirty="0" smtClean="0">
                <a:ea typeface="Arial"/>
                <a:sym typeface="Arial"/>
              </a:rPr>
              <a:t>at kalol, Phulpur, Aonla -  ( equal to </a:t>
            </a:r>
            <a:r>
              <a:rPr lang="en-IN" sz="2400" kern="0" dirty="0" smtClean="0">
                <a:ea typeface="Arial"/>
                <a:sym typeface="Arial"/>
              </a:rPr>
              <a:t>75.6 </a:t>
            </a:r>
            <a:r>
              <a:rPr lang="en-IN" sz="2400" kern="0" dirty="0">
                <a:ea typeface="Arial"/>
                <a:sym typeface="Arial"/>
              </a:rPr>
              <a:t>LMT </a:t>
            </a:r>
            <a:r>
              <a:rPr lang="en-IN" sz="2400" kern="0" dirty="0" smtClean="0">
                <a:ea typeface="Arial"/>
                <a:sym typeface="Arial"/>
              </a:rPr>
              <a:t>of conventional Urea)</a:t>
            </a:r>
          </a:p>
          <a:p>
            <a:pPr marL="819090" lvl="1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IN" sz="2400" kern="0" dirty="0" smtClean="0">
                <a:ea typeface="Arial"/>
                <a:sym typeface="Arial"/>
              </a:rPr>
              <a:t>8 plants with 44 crore bottle capacity by 2025 (200LMT of conventional Urea)</a:t>
            </a:r>
            <a:endParaRPr lang="en-IN" sz="2400" kern="0" dirty="0">
              <a:ea typeface="Arial"/>
              <a:sym typeface="Arial"/>
            </a:endParaRPr>
          </a:p>
          <a:p>
            <a:pPr marL="285704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IN" sz="2900" b="1" kern="0" dirty="0" smtClean="0">
                <a:ea typeface="Arial"/>
                <a:sym typeface="Arial"/>
              </a:rPr>
              <a:t>Nano DAP : </a:t>
            </a:r>
          </a:p>
          <a:p>
            <a:pPr marL="819090" lvl="1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IN" sz="2400" kern="0" dirty="0" smtClean="0">
                <a:ea typeface="Arial"/>
                <a:sym typeface="Arial"/>
              </a:rPr>
              <a:t>Nano DAP by  IFFCO and CIL – approved </a:t>
            </a:r>
          </a:p>
          <a:p>
            <a:pPr marL="819090" lvl="1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r>
              <a:rPr lang="en-IN" sz="2400" kern="0" dirty="0" smtClean="0">
                <a:ea typeface="Arial"/>
                <a:sym typeface="Arial"/>
              </a:rPr>
              <a:t>Promotion of nano DAP – Aatma Nirbhar Bharat</a:t>
            </a:r>
          </a:p>
          <a:p>
            <a:pPr marL="819090" lvl="1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itchFamily="34" charset="0"/>
              <a:buNone/>
              <a:defRPr/>
            </a:pPr>
            <a:endParaRPr lang="en-IN" sz="2400" kern="0" dirty="0" smtClean="0">
              <a:ea typeface="Arial"/>
              <a:sym typeface="Arial"/>
            </a:endParaRP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sz="2500" b="1" dirty="0" smtClean="0">
                <a:latin typeface="Arial" pitchFamily="34" charset="0"/>
                <a:cs typeface="Arial" pitchFamily="34" charset="0"/>
              </a:rPr>
              <a:t>New fortified  urea combinations  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sz="2400" dirty="0" smtClean="0">
                <a:cs typeface="Arial" pitchFamily="34" charset="0"/>
              </a:rPr>
              <a:t>Enriched Urea = Urea Gold (Urea + Sulphur)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sz="2400" kern="0" dirty="0" smtClean="0">
                <a:ea typeface="Arial"/>
                <a:sym typeface="Arial"/>
              </a:rPr>
              <a:t>Single Super Phosphate (SSP + Urea) Complex  promotion instead of DAP</a:t>
            </a:r>
          </a:p>
          <a:p>
            <a:pPr marL="342863" indent="-285737" defTabSz="914354" eaLnBrk="1" fontAlgn="auto" hangingPunct="1">
              <a:spcAft>
                <a:spcPts val="0"/>
              </a:spcAft>
              <a:defRPr/>
            </a:pPr>
            <a:r>
              <a:rPr lang="en-IN" sz="2800" b="1" kern="0" dirty="0" smtClean="0">
                <a:ea typeface="Arial"/>
                <a:sym typeface="Arial"/>
              </a:rPr>
              <a:t>Promotion of Organic/ bio  fertilizers</a:t>
            </a:r>
          </a:p>
          <a:p>
            <a:pPr marL="342863" indent="-285737" defTabSz="914354" eaLnBrk="1" fontAlgn="auto" hangingPunct="1">
              <a:spcAft>
                <a:spcPts val="0"/>
              </a:spcAft>
              <a:defRPr/>
            </a:pPr>
            <a:r>
              <a:rPr lang="en-IN" sz="2800" b="1" kern="0" dirty="0" smtClean="0">
                <a:ea typeface="Arial"/>
                <a:sym typeface="Arial"/>
              </a:rPr>
              <a:t>Promotion of Phosphate derived from Molasses (PDM)</a:t>
            </a:r>
            <a:endParaRPr lang="en-IN" sz="2000" kern="0" dirty="0" smtClean="0">
              <a:ea typeface="Arial"/>
              <a:sym typeface="Arial"/>
            </a:endParaRPr>
          </a:p>
          <a:p>
            <a:pPr marL="285704" indent="-285704" defTabSz="914354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defRPr/>
            </a:pPr>
            <a:endParaRPr lang="en-IN" sz="2400" kern="0" dirty="0">
              <a:ea typeface="Arial"/>
              <a:sym typeface="Arial"/>
            </a:endParaRP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/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60400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US" b="1" dirty="0"/>
              <a:t>Expectations From </a:t>
            </a:r>
            <a:r>
              <a:rPr lang="en-US" b="1" dirty="0" smtClean="0"/>
              <a:t>States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/>
            </a:extLst>
          </p:cNvPr>
          <p:cNvSpPr>
            <a:spLocks noGrp="1"/>
          </p:cNvSpPr>
          <p:nvPr>
            <p:ph idx="1"/>
          </p:nvPr>
        </p:nvSpPr>
        <p:spPr>
          <a:xfrm>
            <a:off x="677863" y="1265238"/>
            <a:ext cx="10593387" cy="5141912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>
            <a:normAutofit fontScale="92500" lnSpcReduction="20000"/>
          </a:bodyPr>
          <a:lstStyle/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 Promoting  Use </a:t>
            </a:r>
            <a:r>
              <a:rPr lang="en-US" sz="2800" dirty="0"/>
              <a:t>of Nano </a:t>
            </a:r>
            <a:r>
              <a:rPr lang="en-US" sz="2800" dirty="0" smtClean="0"/>
              <a:t>Urea, nano DAP  – large demonstrations at state  agri farms</a:t>
            </a: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sz="2800" dirty="0" smtClean="0"/>
              <a:t>Nano Urea at all PMKSKs- monitoring needed</a:t>
            </a:r>
            <a:endParaRPr lang="en-US" sz="28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Awareness among </a:t>
            </a:r>
            <a:r>
              <a:rPr lang="en-US" sz="2800" dirty="0"/>
              <a:t>Farmers to </a:t>
            </a:r>
            <a:r>
              <a:rPr lang="en-US" sz="2800" dirty="0" smtClean="0"/>
              <a:t>  </a:t>
            </a:r>
            <a:r>
              <a:rPr lang="en-US" sz="2800" dirty="0"/>
              <a:t>increase use of Alternative </a:t>
            </a:r>
            <a:r>
              <a:rPr lang="en-US" sz="2800" dirty="0" smtClean="0"/>
              <a:t>Fertilizers- ATMA, KVKS, Krishi Sakhi, Pasusakhi , AC&amp;ABC</a:t>
            </a: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endParaRPr lang="en-US" sz="28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sz="2800" dirty="0" smtClean="0"/>
              <a:t>Assessing impact  of nano urea used in last season</a:t>
            </a: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endParaRPr lang="en-IN" sz="28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sz="2800" dirty="0" smtClean="0"/>
              <a:t>Monitoring the use of nano urea under supply plan  </a:t>
            </a:r>
            <a:endParaRPr lang="en-US" sz="28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Extension work at regional level - kisan sammelans, FFS, Radio/DD Kisan, training module; use of PMKSK , Kisan Call Centres for extension</a:t>
            </a:r>
            <a:endParaRPr lang="en-US" sz="2800" dirty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2E3F8D-BAEB-453C-BEFA-5FF548CF0D38}" type="slidenum">
              <a:rPr lang="en-IN" altLang="en-US"/>
              <a:pPr>
                <a:defRPr/>
              </a:pPr>
              <a:t>12</a:t>
            </a:fld>
            <a:endParaRPr lang="en-I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Grp="1"/>
          </p:cNvSpPr>
          <p:nvPr>
            <p:ph type="title"/>
          </p:nvPr>
        </p:nvSpPr>
        <p:spPr>
          <a:xfrm>
            <a:off x="288925" y="0"/>
            <a:ext cx="11495088" cy="1028700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US" altLang="en-US" sz="3600" b="1" dirty="0"/>
              <a:t>PMPRANAM – </a:t>
            </a:r>
            <a:r>
              <a:rPr lang="en-US" sz="3600" b="1" dirty="0" smtClean="0"/>
              <a:t>PM Programme for Restoration, Awareness generation, Nourishment and    Amelioration of Mother –Earth </a:t>
            </a:r>
            <a:r>
              <a:rPr lang="en-US" altLang="en-US" sz="4300" b="1" dirty="0" smtClean="0"/>
              <a:t>  </a:t>
            </a:r>
            <a:endParaRPr lang="en-US" altLang="en-US" sz="4300" b="1" dirty="0"/>
          </a:p>
        </p:txBody>
      </p:sp>
      <p:sp>
        <p:nvSpPr>
          <p:cNvPr id="3" name="Rectangle 2"/>
          <p:cNvSpPr>
            <a:spLocks noGrp="1"/>
          </p:cNvSpPr>
          <p:nvPr>
            <p:ph idx="1"/>
          </p:nvPr>
        </p:nvSpPr>
        <p:spPr>
          <a:xfrm>
            <a:off x="561975" y="1747838"/>
            <a:ext cx="4635500" cy="1492250"/>
          </a:xfrm>
          <a:solidFill>
            <a:schemeClr val="accent5">
              <a:lumMod val="20000"/>
              <a:lumOff val="80000"/>
            </a:schemeClr>
          </a:solidFill>
        </p:spPr>
        <p:txBody>
          <a:bodyPr rtlCol="0" anchor="ctr">
            <a:normAutofit fontScale="92500" lnSpcReduction="20000"/>
          </a:bodyPr>
          <a:lstStyle/>
          <a:p>
            <a:pPr marL="365751" lvl="1" indent="-285737" algn="just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b="1" dirty="0"/>
              <a:t>    </a:t>
            </a:r>
            <a:r>
              <a:rPr lang="en-IN" sz="2400" b="1" dirty="0" smtClean="0">
                <a:latin typeface="Arial" pitchFamily="34" charset="0"/>
                <a:cs typeface="Arial" pitchFamily="34" charset="0"/>
              </a:rPr>
              <a:t>Objective- 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“</a:t>
            </a:r>
            <a:r>
              <a:rPr lang="en-IN" sz="2400" i="1" dirty="0" smtClean="0">
                <a:latin typeface="Arial" pitchFamily="34" charset="0"/>
                <a:cs typeface="Arial" pitchFamily="34" charset="0"/>
              </a:rPr>
              <a:t>Incentivising the States/UTs adopting mechanism  for  reduced use of chemical fertilizers</a:t>
            </a:r>
            <a:r>
              <a:rPr lang="en-IN" sz="2400" dirty="0" smtClean="0">
                <a:latin typeface="Arial" pitchFamily="34" charset="0"/>
                <a:cs typeface="Arial" pitchFamily="34" charset="0"/>
              </a:rPr>
              <a:t>    to protect the health of “</a:t>
            </a:r>
            <a:r>
              <a:rPr lang="en-IN" sz="2400" i="1" dirty="0" smtClean="0">
                <a:latin typeface="Arial" pitchFamily="34" charset="0"/>
                <a:cs typeface="Arial" pitchFamily="34" charset="0"/>
              </a:rPr>
              <a:t>Mother Earth””</a:t>
            </a:r>
          </a:p>
        </p:txBody>
      </p:sp>
      <p:sp>
        <p:nvSpPr>
          <p:cNvPr id="4" name="Cube 3"/>
          <p:cNvSpPr/>
          <p:nvPr/>
        </p:nvSpPr>
        <p:spPr>
          <a:xfrm>
            <a:off x="6080125" y="1316038"/>
            <a:ext cx="5534025" cy="4506912"/>
          </a:xfrm>
          <a:prstGeom prst="cub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882" indent="-342882" defTabSz="914354" fontAlgn="auto">
              <a:spcAft>
                <a:spcPts val="0"/>
              </a:spcAft>
              <a:defRPr/>
            </a:pPr>
            <a:r>
              <a:rPr lang="en-IN" altLang="en-US" sz="2400" b="1" dirty="0">
                <a:solidFill>
                  <a:schemeClr val="tx1"/>
                </a:solidFill>
                <a:latin typeface="+mj-lt"/>
                <a:cs typeface="Arial" charset="0"/>
              </a:rPr>
              <a:t>Benefits</a:t>
            </a:r>
            <a:r>
              <a:rPr lang="en-IN" altLang="en-US" sz="2400" dirty="0">
                <a:solidFill>
                  <a:schemeClr val="tx1"/>
                </a:solidFill>
                <a:latin typeface="+mj-lt"/>
                <a:cs typeface="Arial" charset="0"/>
              </a:rPr>
              <a:t>:  </a:t>
            </a:r>
          </a:p>
          <a:p>
            <a:pPr marL="342882" indent="-342882" defTabSz="914354" fontAlgn="auto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altLang="en-US" sz="2400" dirty="0">
                <a:solidFill>
                  <a:schemeClr val="tx1"/>
                </a:solidFill>
                <a:latin typeface="+mj-lt"/>
                <a:cs typeface="Arial" charset="0"/>
              </a:rPr>
              <a:t>Restoring fertility of soil- protect health of </a:t>
            </a:r>
            <a:r>
              <a:rPr lang="en-IN" altLang="en-US" sz="2400" b="1" dirty="0">
                <a:solidFill>
                  <a:schemeClr val="tx1"/>
                </a:solidFill>
                <a:latin typeface="+mj-lt"/>
                <a:cs typeface="Arial" charset="0"/>
              </a:rPr>
              <a:t>Mother Earth</a:t>
            </a:r>
          </a:p>
          <a:p>
            <a:pPr marL="342882" indent="-342882" defTabSz="914354" fontAlgn="auto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altLang="en-US" sz="2400" dirty="0">
                <a:solidFill>
                  <a:schemeClr val="tx1"/>
                </a:solidFill>
                <a:latin typeface="+mj-lt"/>
                <a:cs typeface="Arial" charset="0"/>
              </a:rPr>
              <a:t>Reducing ground water contamination due to leaching of fertilizers </a:t>
            </a:r>
          </a:p>
          <a:p>
            <a:pPr marL="342882" indent="-342882" defTabSz="914354" fontAlgn="auto">
              <a:spcAft>
                <a:spcPts val="0"/>
              </a:spcAft>
              <a:buFont typeface="Arial" charset="0"/>
              <a:buChar char="•"/>
              <a:defRPr/>
            </a:pPr>
            <a:r>
              <a:rPr lang="en-IN" altLang="en-US" sz="2400" dirty="0">
                <a:solidFill>
                  <a:schemeClr val="tx1"/>
                </a:solidFill>
                <a:latin typeface="+mj-lt"/>
                <a:cs typeface="Arial" charset="0"/>
              </a:rPr>
              <a:t>Improving  Fertilizer Response  Ratio</a:t>
            </a:r>
          </a:p>
        </p:txBody>
      </p:sp>
      <p:sp>
        <p:nvSpPr>
          <p:cNvPr id="8" name="Down Arrow 7"/>
          <p:cNvSpPr/>
          <p:nvPr/>
        </p:nvSpPr>
        <p:spPr>
          <a:xfrm>
            <a:off x="2903538" y="3352800"/>
            <a:ext cx="368300" cy="89852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04800" y="4411663"/>
            <a:ext cx="5118100" cy="22129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sz="2400" b="1" dirty="0">
                <a:solidFill>
                  <a:schemeClr val="tx1"/>
                </a:solidFill>
                <a:latin typeface="+mj-lt"/>
              </a:rPr>
              <a:t>Mechanisms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+mj-lt"/>
              </a:rPr>
              <a:t>Organic/ natural farming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+mj-lt"/>
              </a:rPr>
              <a:t>Resource conservation technologies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+mj-lt"/>
              </a:rPr>
              <a:t>Use of alternate fertilizers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IN" sz="2400" dirty="0">
                <a:solidFill>
                  <a:schemeClr val="tx1"/>
                </a:solidFill>
                <a:latin typeface="+mj-lt"/>
              </a:rPr>
              <a:t>Integrated nutrient Management practices  </a:t>
            </a:r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3100" y="1282700"/>
            <a:ext cx="4572000" cy="46196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IN" sz="2400" b="1" dirty="0">
                <a:latin typeface="+mj-lt"/>
              </a:rPr>
              <a:t>Budget Announcement 2023 </a:t>
            </a:r>
            <a:endParaRPr lang="en-US" sz="2400" b="1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Content Placeholder 3"/>
          <p:cNvPicPr>
            <a:picLocks noGrp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04800" y="1201738"/>
            <a:ext cx="11615738" cy="5283200"/>
          </a:xfrm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158750" y="68263"/>
            <a:ext cx="11760200" cy="9794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lIns="121917" tIns="60958" rIns="121917" bIns="60958" anchor="ctr"/>
          <a:lstStyle/>
          <a:p>
            <a:pPr algn="ctr" defTabSz="457178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4300" b="1" dirty="0">
                <a:latin typeface="+mn-lt"/>
                <a:ea typeface="+mj-ea"/>
                <a:cs typeface="+mn-cs"/>
              </a:rPr>
              <a:t>PMPRANAM- Proposal </a:t>
            </a:r>
            <a:endParaRPr lang="en-US" sz="43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285709" y="1238235"/>
          <a:ext cx="11525331" cy="5143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82612"/>
          </a:xfrm>
          <a:solidFill>
            <a:schemeClr val="accent1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IN" sz="4300" b="1" dirty="0"/>
              <a:t>PMPRANAM - Use of Grant </a:t>
            </a:r>
            <a:endParaRPr lang="en-US" sz="4300" dirty="0"/>
          </a:p>
        </p:txBody>
      </p:sp>
      <p:sp>
        <p:nvSpPr>
          <p:cNvPr id="6" name="12-Point Star 5"/>
          <p:cNvSpPr/>
          <p:nvPr/>
        </p:nvSpPr>
        <p:spPr>
          <a:xfrm>
            <a:off x="0" y="817563"/>
            <a:ext cx="4235450" cy="2214562"/>
          </a:xfrm>
          <a:prstGeom prst="star12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000" b="1" dirty="0">
                <a:solidFill>
                  <a:schemeClr val="tx1"/>
                </a:solidFill>
              </a:rPr>
              <a:t>Budget from savings of Urea Subsidy Scheme and Nutrient Based Subsidy Scheme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60400"/>
          </a:xfrm>
          <a:solidFill>
            <a:schemeClr val="accent3">
              <a:lumMod val="20000"/>
              <a:lumOff val="80000"/>
            </a:schemeClr>
          </a:solidFill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IN" b="1" dirty="0" smtClean="0"/>
              <a:t>Prime Minister Kisan Samridhi Kendras(PMKSK</a:t>
            </a:r>
            <a:r>
              <a:rPr lang="en-IN" dirty="0" smtClean="0"/>
              <a:t>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22375"/>
            <a:ext cx="10972800" cy="5241925"/>
          </a:xfrm>
          <a:solidFill>
            <a:schemeClr val="bg1">
              <a:lumMod val="95000"/>
            </a:schemeClr>
          </a:solidFill>
        </p:spPr>
        <p:txBody>
          <a:bodyPr rtlCol="0">
            <a:normAutofit lnSpcReduction="10000"/>
          </a:bodyPr>
          <a:lstStyle/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dirty="0" smtClean="0"/>
              <a:t>Conversion of fertilizer retail shops (  active 2.6 lakh) into “</a:t>
            </a:r>
            <a:r>
              <a:rPr lang="en-IN" b="1" dirty="0" smtClean="0"/>
              <a:t>One stop shop </a:t>
            </a:r>
            <a:r>
              <a:rPr lang="en-IN" dirty="0" smtClean="0"/>
              <a:t>“</a:t>
            </a: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b="1" dirty="0" smtClean="0"/>
              <a:t>One Stop Shop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dirty="0" smtClean="0"/>
              <a:t>All inputs- seeds, fertilizers, pesticides. Machinery 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dirty="0" smtClean="0"/>
              <a:t>Testing - soil, seed, fertilizer testing facilities/ connection to facilities 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dirty="0" smtClean="0"/>
              <a:t>Advisory-new technologies for smart agriculture ;  agriculture practices such as IFS, INM, IPM, Natural/ organic farming 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dirty="0" smtClean="0"/>
              <a:t> </a:t>
            </a:r>
            <a:r>
              <a:rPr lang="en-US" dirty="0" smtClean="0"/>
              <a:t>provide information regarding various Government schemes – insurance, loans, marketing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US" dirty="0" smtClean="0"/>
              <a:t>Ensure regular capacity building of retailers at block/ district level outlets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9C08C9-9460-4A7C-83FF-D1F6DB7A3800}" type="slidenum">
              <a:rPr lang="en-IN" altLang="en-US"/>
              <a:pPr>
                <a:defRPr/>
              </a:pPr>
              <a:t>16</a:t>
            </a:fld>
            <a:endParaRPr lang="en-I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/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69900"/>
          </a:xfrm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US" b="1" dirty="0" smtClean="0"/>
              <a:t>PMKSK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/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9400" y="812800"/>
            <a:ext cx="3811588" cy="5608638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>
            <a:normAutofit lnSpcReduction="10000"/>
          </a:bodyPr>
          <a:lstStyle/>
          <a:p>
            <a:pPr marL="342882" indent="-342882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IN" sz="2400" dirty="0" smtClean="0"/>
              <a:t> </a:t>
            </a:r>
            <a:endParaRPr lang="en-IN" b="1" dirty="0" smtClean="0"/>
          </a:p>
          <a:p>
            <a:pPr marL="342882" indent="-342882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b="1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b="1" dirty="0" smtClean="0"/>
              <a:t>Fertilizer companies given targets in consultation with States</a:t>
            </a: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endParaRPr lang="en-IN" b="1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b="1" dirty="0" smtClean="0"/>
              <a:t>Inauguration of 600 PMKSK by Hon’ble PM on 17</a:t>
            </a:r>
            <a:r>
              <a:rPr lang="en-IN" b="1" baseline="30000" dirty="0" smtClean="0"/>
              <a:t>th</a:t>
            </a:r>
            <a:r>
              <a:rPr lang="en-IN" b="1" dirty="0" smtClean="0"/>
              <a:t> October.</a:t>
            </a:r>
            <a:endParaRPr lang="en-US" b="1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endParaRPr lang="en-US" b="1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US" b="1" dirty="0" smtClean="0"/>
              <a:t>PMKSKs as on date-  </a:t>
            </a:r>
            <a:r>
              <a:rPr lang="en-US" b="1" dirty="0" smtClean="0">
                <a:solidFill>
                  <a:srgbClr val="FF0000"/>
                </a:solidFill>
              </a:rPr>
              <a:t>63,901 </a:t>
            </a:r>
            <a:r>
              <a:rPr lang="en-IN" b="1" dirty="0" smtClean="0"/>
              <a:t> 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b="1" dirty="0" smtClean="0"/>
          </a:p>
        </p:txBody>
      </p:sp>
      <p:sp>
        <p:nvSpPr>
          <p:cNvPr id="4" name="Slide Number Placeholder 3">
            <a:extLst>
              <a:ext uri="{FF2B5EF4-FFF2-40B4-BE49-F238E27FC236}"/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7BEEB2-291E-4118-9438-42BF942472A0}" type="slidenum">
              <a:rPr lang="en-IN" altLang="en-US"/>
              <a:pPr>
                <a:defRPr/>
              </a:pPr>
              <a:t>17</a:t>
            </a:fld>
            <a:endParaRPr lang="en-IN" altLang="en-US"/>
          </a:p>
        </p:txBody>
      </p:sp>
      <p:pic>
        <p:nvPicPr>
          <p:cNvPr id="19461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 l="27000" t="10667" r="5499" b="32001"/>
          <a:stretch>
            <a:fillRect/>
          </a:stretch>
        </p:blipFill>
        <p:spPr>
          <a:xfrm>
            <a:off x="4235450" y="917575"/>
            <a:ext cx="7620000" cy="54356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71512"/>
          </a:xfrm>
        </p:spPr>
        <p:txBody>
          <a:bodyPr rtlCol="0">
            <a:normAutofit fontScale="90000"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IN" b="1" dirty="0" smtClean="0"/>
              <a:t>One Nation One Fertilizer</a:t>
            </a:r>
            <a:endParaRPr lang="en-US" b="1" dirty="0" smtClean="0"/>
          </a:p>
        </p:txBody>
      </p:sp>
      <p:pic>
        <p:nvPicPr>
          <p:cNvPr id="6147" name="Content Placeholder 3" descr="01-Urea.jpg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279775" y="1276350"/>
            <a:ext cx="2379663" cy="4321175"/>
          </a:xfrm>
          <a:solidFill>
            <a:schemeClr val="bg1">
              <a:lumMod val="95000"/>
            </a:schemeClr>
          </a:solidFill>
        </p:spPr>
      </p:pic>
      <p:graphicFrame>
        <p:nvGraphicFramePr>
          <p:cNvPr id="9" name="Content Placeholder 8"/>
          <p:cNvGraphicFramePr>
            <a:graphicFrameLocks noGrp="1"/>
          </p:cNvGraphicFramePr>
          <p:nvPr>
            <p:ph sz="half" idx="2"/>
          </p:nvPr>
        </p:nvGraphicFramePr>
        <p:xfrm>
          <a:off x="284880" y="1185347"/>
          <a:ext cx="3104706" cy="53800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/>
          <p:cNvSpPr/>
          <p:nvPr/>
        </p:nvSpPr>
        <p:spPr>
          <a:xfrm>
            <a:off x="3609975" y="5651500"/>
            <a:ext cx="8175625" cy="10287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45717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sz="2400" b="1" dirty="0">
                <a:solidFill>
                  <a:schemeClr val="tx1"/>
                </a:solidFill>
              </a:rPr>
              <a:t> </a:t>
            </a:r>
          </a:p>
          <a:p>
            <a:pPr defTabSz="45717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sz="2400" b="1" dirty="0">
                <a:solidFill>
                  <a:schemeClr val="tx1"/>
                </a:solidFill>
              </a:rPr>
              <a:t>UREA, DAP, MOP AND NPKS – BHARAT brand </a:t>
            </a:r>
          </a:p>
          <a:p>
            <a:pPr defTabSz="45717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IN" sz="2400" b="1" dirty="0">
              <a:solidFill>
                <a:schemeClr val="tx1"/>
              </a:solidFill>
            </a:endParaRPr>
          </a:p>
          <a:p>
            <a:pPr defTabSz="457178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IN" sz="2400" b="1" dirty="0">
                <a:solidFill>
                  <a:schemeClr val="tx1"/>
                </a:solidFill>
              </a:rPr>
              <a:t> MULTICOLOR LOGO</a:t>
            </a:r>
            <a:r>
              <a:rPr lang="en-IN" b="1" dirty="0">
                <a:solidFill>
                  <a:schemeClr val="tx1"/>
                </a:solidFill>
              </a:rPr>
              <a:t> </a:t>
            </a:r>
          </a:p>
          <a:p>
            <a:pPr algn="ctr" defTabSz="45717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2048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613400" y="1435100"/>
            <a:ext cx="2082800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7" name="Picture 3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861300" y="1435100"/>
            <a:ext cx="2070100" cy="412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88" name="Picture 4"/>
          <p:cNvPicPr>
            <a:picLocks noChangeAspect="1" noChangeArrowheads="1"/>
          </p:cNvPicPr>
          <p:nvPr/>
        </p:nvPicPr>
        <p:blipFill>
          <a:blip r:embed="rId9"/>
          <a:srcRect l="11111" t="6818" r="11111" b="6818"/>
          <a:stretch>
            <a:fillRect/>
          </a:stretch>
        </p:blipFill>
        <p:spPr bwMode="auto">
          <a:xfrm>
            <a:off x="10020300" y="1625600"/>
            <a:ext cx="1955800" cy="389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142;p22"/>
          <p:cNvSpPr txBox="1">
            <a:spLocks noChangeArrowheads="1"/>
          </p:cNvSpPr>
          <p:nvPr/>
        </p:nvSpPr>
        <p:spPr bwMode="auto">
          <a:xfrm>
            <a:off x="1331913" y="1844675"/>
            <a:ext cx="4622800" cy="1747838"/>
          </a:xfrm>
          <a:prstGeom prst="rect">
            <a:avLst/>
          </a:prstGeom>
          <a:solidFill>
            <a:srgbClr val="E6E0EC"/>
          </a:solidFill>
          <a:ln w="25400">
            <a:solidFill>
              <a:srgbClr val="385D8A"/>
            </a:solidFill>
            <a:miter lim="800000"/>
            <a:headEnd type="none" w="sm" len="sm"/>
            <a:tailEnd type="none" w="sm" len="sm"/>
          </a:ln>
        </p:spPr>
        <p:txBody>
          <a:bodyPr lIns="121897" tIns="60932" rIns="121897" bIns="60932" anchor="ctr"/>
          <a:lstStyle/>
          <a:p>
            <a:pPr marL="454025" indent="-454025" algn="just">
              <a:buClr>
                <a:srgbClr val="000000"/>
              </a:buClr>
              <a:buSzPts val="2200"/>
            </a:pPr>
            <a:r>
              <a:rPr lang="en-US" sz="2900" b="1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SATAT Scheme: MoP&amp;NG</a:t>
            </a:r>
            <a:endParaRPr lang="en-US">
              <a:latin typeface="Calibri" pitchFamily="34" charset="0"/>
            </a:endParaRPr>
          </a:p>
          <a:p>
            <a:pPr marL="454025" lvl="2" indent="-454025"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sz="27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Present- 40 CBG plants</a:t>
            </a:r>
            <a:endParaRPr lang="en-US">
              <a:latin typeface="Calibri" pitchFamily="34" charset="0"/>
            </a:endParaRPr>
          </a:p>
          <a:p>
            <a:pPr marL="454025" lvl="2" indent="-454025">
              <a:buClr>
                <a:srgbClr val="000000"/>
              </a:buClr>
              <a:buSzPts val="2000"/>
              <a:buFont typeface="Arial" pitchFamily="34" charset="0"/>
              <a:buChar char="•"/>
            </a:pPr>
            <a:r>
              <a:rPr lang="en-US" sz="27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MoP&amp;NG</a:t>
            </a:r>
            <a:endParaRPr lang="en-US">
              <a:latin typeface="Calibri" pitchFamily="34" charset="0"/>
            </a:endParaRPr>
          </a:p>
        </p:txBody>
      </p:sp>
      <p:sp>
        <p:nvSpPr>
          <p:cNvPr id="21507" name="Google Shape;143;p22"/>
          <p:cNvSpPr txBox="1">
            <a:spLocks noChangeArrowheads="1"/>
          </p:cNvSpPr>
          <p:nvPr/>
        </p:nvSpPr>
        <p:spPr bwMode="auto">
          <a:xfrm>
            <a:off x="6753225" y="1909763"/>
            <a:ext cx="4611688" cy="1635125"/>
          </a:xfrm>
          <a:prstGeom prst="rect">
            <a:avLst/>
          </a:prstGeom>
          <a:solidFill>
            <a:srgbClr val="EBF1DE"/>
          </a:solidFill>
          <a:ln w="25400">
            <a:solidFill>
              <a:srgbClr val="385D8A"/>
            </a:solidFill>
            <a:miter lim="800000"/>
            <a:headEnd type="none" w="sm" len="sm"/>
            <a:tailEnd type="none" w="sm" len="sm"/>
          </a:ln>
        </p:spPr>
        <p:txBody>
          <a:bodyPr lIns="121897" tIns="60932" rIns="121897" bIns="60932" anchor="ctr"/>
          <a:lstStyle/>
          <a:p>
            <a:pPr marL="454025" indent="-454025"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GOBARdhan Scheme</a:t>
            </a:r>
            <a:endParaRPr lang="en-US">
              <a:latin typeface="Calibri" pitchFamily="34" charset="0"/>
            </a:endParaRPr>
          </a:p>
          <a:p>
            <a:pPr marL="454025" indent="-454025" algn="just">
              <a:buClr>
                <a:srgbClr val="000000"/>
              </a:buClr>
              <a:buSzPts val="1800"/>
              <a:buFont typeface="Arial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Convert agri-waste to wealth - setting up of </a:t>
            </a:r>
            <a:r>
              <a:rPr lang="en-US" sz="2400" b="1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bio-gas plants</a:t>
            </a:r>
            <a:endParaRPr lang="en-US">
              <a:latin typeface="Calibri" pitchFamily="34" charset="0"/>
            </a:endParaRPr>
          </a:p>
          <a:p>
            <a:pPr marL="454025" indent="-454025">
              <a:buClr>
                <a:srgbClr val="000000"/>
              </a:buClr>
              <a:buSzPts val="1800"/>
              <a:buFont typeface="Arial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Present- 400 plants </a:t>
            </a:r>
            <a:endParaRPr lang="en-US">
              <a:latin typeface="Calibri" pitchFamily="34" charset="0"/>
            </a:endParaRPr>
          </a:p>
          <a:p>
            <a:pPr marL="454025" indent="-454025">
              <a:buClr>
                <a:srgbClr val="000000"/>
              </a:buClr>
              <a:buSzPts val="1600"/>
              <a:buFont typeface="Arial" pitchFamily="34" charset="0"/>
              <a:buChar char="•"/>
            </a:pPr>
            <a:r>
              <a:rPr lang="en-US" sz="21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DDWS &amp; MNRE </a:t>
            </a:r>
            <a:endParaRPr lang="en-US">
              <a:latin typeface="Calibri" pitchFamily="34" charset="0"/>
            </a:endParaRPr>
          </a:p>
        </p:txBody>
      </p:sp>
      <p:sp>
        <p:nvSpPr>
          <p:cNvPr id="30724" name="Google Shape;144;p22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87362"/>
          </a:xfrm>
          <a:solidFill>
            <a:schemeClr val="accent6">
              <a:lumMod val="20000"/>
              <a:lumOff val="80000"/>
            </a:schemeClr>
          </a:solidFill>
        </p:spPr>
        <p:txBody>
          <a:bodyPr lIns="121897" tIns="60932" rIns="121897" bIns="60932"/>
          <a:lstStyle/>
          <a:p>
            <a:pPr eaLnBrk="1" hangingPunct="1">
              <a:buClr>
                <a:srgbClr val="000000"/>
              </a:buClr>
              <a:buSzPts val="3200"/>
              <a:defRPr/>
            </a:pPr>
            <a:r>
              <a:rPr lang="en-US" sz="4300" b="1" dirty="0" smtClean="0">
                <a:solidFill>
                  <a:srgbClr val="000000"/>
                </a:solidFill>
                <a:cs typeface="Calibri" pitchFamily="34" charset="0"/>
                <a:sym typeface="Calibri" pitchFamily="34" charset="0"/>
              </a:rPr>
              <a:t>Market Development Assistance: Background </a:t>
            </a:r>
            <a:endParaRPr lang="en-US" dirty="0" smtClean="0"/>
          </a:p>
        </p:txBody>
      </p:sp>
      <p:sp>
        <p:nvSpPr>
          <p:cNvPr id="21509" name="Google Shape;145;p22"/>
          <p:cNvSpPr>
            <a:spLocks noChangeArrowheads="1"/>
          </p:cNvSpPr>
          <p:nvPr/>
        </p:nvSpPr>
        <p:spPr bwMode="auto">
          <a:xfrm>
            <a:off x="2592388" y="4324350"/>
            <a:ext cx="7715250" cy="2305050"/>
          </a:xfrm>
          <a:prstGeom prst="cube">
            <a:avLst>
              <a:gd name="adj" fmla="val 25000"/>
            </a:avLst>
          </a:prstGeom>
          <a:solidFill>
            <a:srgbClr val="FDEADA"/>
          </a:solidFill>
          <a:ln w="25400">
            <a:solidFill>
              <a:srgbClr val="385D8A"/>
            </a:solidFill>
            <a:miter lim="800000"/>
            <a:headEnd type="none" w="sm" len="sm"/>
            <a:tailEnd type="none" w="sm" len="sm"/>
          </a:ln>
        </p:spPr>
        <p:txBody>
          <a:bodyPr lIns="121897" tIns="60932" rIns="121897" bIns="60932" anchor="ctr"/>
          <a:lstStyle/>
          <a:p>
            <a:pPr marL="454025" indent="-454025" algn="just">
              <a:buClr>
                <a:srgbClr val="000000"/>
              </a:buClr>
              <a:buSzPts val="1800"/>
            </a:pPr>
            <a:r>
              <a:rPr lang="en-US" sz="2400" b="1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Fermented Organic Manure (FOM):</a:t>
            </a:r>
            <a:r>
              <a:rPr lang="en-US" sz="24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 by-product of the CGB / BG plants - important source of revenue</a:t>
            </a:r>
            <a:endParaRPr lang="en-US">
              <a:latin typeface="Calibri" pitchFamily="34" charset="0"/>
            </a:endParaRPr>
          </a:p>
          <a:p>
            <a:pPr marL="454025" indent="-454025">
              <a:buClr>
                <a:srgbClr val="000000"/>
              </a:buClr>
              <a:buSzPts val="1800"/>
              <a:buFont typeface="Arial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NPK nutrient potential: 1.2%-12kg/MT; </a:t>
            </a:r>
            <a:endParaRPr lang="en-US">
              <a:latin typeface="Calibri" pitchFamily="34" charset="0"/>
            </a:endParaRPr>
          </a:p>
          <a:p>
            <a:pPr marL="454025" indent="-454025">
              <a:buClr>
                <a:srgbClr val="000000"/>
              </a:buClr>
              <a:buSzPts val="1800"/>
              <a:buFont typeface="Arial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Calibri" pitchFamily="34" charset="0"/>
                <a:cs typeface="Calibri" pitchFamily="34" charset="0"/>
                <a:sym typeface="Calibri" pitchFamily="34" charset="0"/>
              </a:rPr>
              <a:t>Organic Carbon- 14%-140kg/MT</a:t>
            </a:r>
            <a:endParaRPr lang="en-US">
              <a:latin typeface="Calibri" pitchFamily="34" charset="0"/>
            </a:endParaRPr>
          </a:p>
        </p:txBody>
      </p:sp>
      <p:sp>
        <p:nvSpPr>
          <p:cNvPr id="21510" name="Google Shape;146;p22"/>
          <p:cNvSpPr>
            <a:spLocks noChangeArrowheads="1"/>
          </p:cNvSpPr>
          <p:nvPr/>
        </p:nvSpPr>
        <p:spPr bwMode="auto">
          <a:xfrm>
            <a:off x="3716338" y="3638550"/>
            <a:ext cx="1238250" cy="673100"/>
          </a:xfrm>
          <a:prstGeom prst="downArrow">
            <a:avLst>
              <a:gd name="adj1" fmla="val 10796"/>
              <a:gd name="adj2" fmla="val 50000"/>
            </a:avLst>
          </a:prstGeom>
          <a:solidFill>
            <a:srgbClr val="B7DEE8"/>
          </a:solidFill>
          <a:ln w="25400">
            <a:solidFill>
              <a:srgbClr val="385D8A"/>
            </a:solidFill>
            <a:miter lim="800000"/>
            <a:headEnd type="none" w="sm" len="sm"/>
            <a:tailEnd type="none" w="sm" len="sm"/>
          </a:ln>
        </p:spPr>
        <p:txBody>
          <a:bodyPr lIns="121897" tIns="60932" rIns="121897" bIns="60932" anchor="ctr"/>
          <a:lstStyle/>
          <a:p>
            <a:endParaRPr lang="en-US" sz="2400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21511" name="Google Shape;147;p22"/>
          <p:cNvSpPr>
            <a:spLocks noChangeArrowheads="1"/>
          </p:cNvSpPr>
          <p:nvPr/>
        </p:nvSpPr>
        <p:spPr bwMode="auto">
          <a:xfrm>
            <a:off x="8032750" y="3605213"/>
            <a:ext cx="1238250" cy="673100"/>
          </a:xfrm>
          <a:prstGeom prst="downArrow">
            <a:avLst>
              <a:gd name="adj1" fmla="val 10796"/>
              <a:gd name="adj2" fmla="val 50000"/>
            </a:avLst>
          </a:prstGeom>
          <a:solidFill>
            <a:srgbClr val="8EB4E3"/>
          </a:solidFill>
          <a:ln w="25400">
            <a:solidFill>
              <a:srgbClr val="385D8A"/>
            </a:solidFill>
            <a:miter lim="800000"/>
            <a:headEnd type="none" w="sm" len="sm"/>
            <a:tailEnd type="none" w="sm" len="sm"/>
          </a:ln>
        </p:spPr>
        <p:txBody>
          <a:bodyPr lIns="121897" tIns="60932" rIns="121897" bIns="60932" anchor="ctr"/>
          <a:lstStyle/>
          <a:p>
            <a:endParaRPr lang="en-US" sz="2400">
              <a:solidFill>
                <a:srgbClr val="000000"/>
              </a:solidFill>
              <a:sym typeface="Arial" pitchFamily="34" charset="0"/>
            </a:endParaRPr>
          </a:p>
        </p:txBody>
      </p:sp>
      <p:sp>
        <p:nvSpPr>
          <p:cNvPr id="21512" name="TextBox 9"/>
          <p:cNvSpPr txBox="1">
            <a:spLocks noChangeArrowheads="1"/>
          </p:cNvSpPr>
          <p:nvPr/>
        </p:nvSpPr>
        <p:spPr bwMode="auto">
          <a:xfrm>
            <a:off x="223838" y="930275"/>
            <a:ext cx="11647487" cy="4000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IN" sz="2000" b="1"/>
              <a:t>Budget Announcement 2023- market support to manure produced in Gobardhan Schemes </a:t>
            </a:r>
            <a:endParaRPr lang="en-US" sz="2000"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77862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/>
          <a:p>
            <a:pPr>
              <a:defRPr/>
            </a:pPr>
            <a:r>
              <a:rPr lang="en-IN" altLang="en-US" sz="4300" b="1" dirty="0" smtClean="0"/>
              <a:t>  Market Development Assistance -Proposal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7500" y="1604963"/>
            <a:ext cx="4914900" cy="4967287"/>
          </a:xfrm>
        </p:spPr>
        <p:txBody>
          <a:bodyPr/>
          <a:lstStyle/>
          <a:p>
            <a:pPr marL="0" lvl="2" indent="0">
              <a:buFont typeface="Arial" pitchFamily="34" charset="0"/>
              <a:buNone/>
              <a:defRPr/>
            </a:pPr>
            <a:r>
              <a:rPr lang="en-US" dirty="0" smtClean="0"/>
              <a:t>      </a:t>
            </a:r>
            <a:r>
              <a:rPr lang="en-US" sz="2400" b="1" dirty="0" smtClean="0"/>
              <a:t>Financial Implications ( 2023-24 to 2025-26)</a:t>
            </a:r>
            <a:endParaRPr lang="en-IN" sz="2400" b="1" dirty="0" smtClean="0"/>
          </a:p>
          <a:p>
            <a:pPr marL="457189" lvl="2" indent="-457189" algn="just">
              <a:defRPr/>
            </a:pPr>
            <a:r>
              <a:rPr lang="en-IN" sz="2400" dirty="0" smtClean="0"/>
              <a:t>MDA </a:t>
            </a:r>
            <a:r>
              <a:rPr lang="en-IN" sz="2400" dirty="0"/>
              <a:t>for </a:t>
            </a:r>
            <a:r>
              <a:rPr lang="en-IN" sz="2400" b="1" dirty="0"/>
              <a:t>FOM </a:t>
            </a:r>
            <a:r>
              <a:rPr lang="en-IN" sz="2400" b="1" dirty="0" smtClean="0"/>
              <a:t>for 400 CBG plants</a:t>
            </a:r>
            <a:r>
              <a:rPr lang="en-IN" sz="2400" dirty="0" smtClean="0"/>
              <a:t>: Rs.1013 </a:t>
            </a:r>
            <a:r>
              <a:rPr lang="en-IN" sz="2400" dirty="0"/>
              <a:t>Crore </a:t>
            </a:r>
            <a:r>
              <a:rPr lang="en-IN" sz="2400" dirty="0" smtClean="0"/>
              <a:t> </a:t>
            </a:r>
          </a:p>
          <a:p>
            <a:pPr marL="457189" lvl="2" indent="-457189" algn="just">
              <a:defRPr/>
            </a:pPr>
            <a:r>
              <a:rPr lang="en-US" sz="2400" dirty="0" smtClean="0"/>
              <a:t>MDA for </a:t>
            </a:r>
            <a:r>
              <a:rPr lang="en-US" sz="2400" b="1" dirty="0" smtClean="0"/>
              <a:t>FOM for 700 GOBARdhan </a:t>
            </a:r>
            <a:r>
              <a:rPr lang="en-US" sz="2400" dirty="0" smtClean="0"/>
              <a:t>plants: Rs.78.84 Crore  </a:t>
            </a:r>
          </a:p>
          <a:p>
            <a:pPr marL="457189" lvl="2" indent="-457189">
              <a:defRPr/>
            </a:pPr>
            <a:r>
              <a:rPr lang="en-US" sz="2400" b="1" dirty="0" smtClean="0"/>
              <a:t>Corpus (gap funding/research, etc.): Rs.360 Crore </a:t>
            </a:r>
            <a:r>
              <a:rPr lang="en-US" sz="2400" dirty="0" smtClean="0"/>
              <a:t> </a:t>
            </a:r>
          </a:p>
          <a:p>
            <a:pPr marL="457189" lvl="2" indent="-457189">
              <a:defRPr/>
            </a:pPr>
            <a:r>
              <a:rPr lang="en-US" sz="2400" b="1" dirty="0" smtClean="0"/>
              <a:t>TOTAL: Rs.1452 Crore</a:t>
            </a:r>
            <a:endParaRPr lang="en-IN" sz="2400" b="1" dirty="0"/>
          </a:p>
          <a:p>
            <a:pPr>
              <a:defRPr/>
            </a:pPr>
            <a:r>
              <a:rPr lang="en-IN" sz="2400" dirty="0" smtClean="0"/>
              <a:t>Cabinet Note under Submission </a:t>
            </a:r>
            <a:endParaRPr lang="en-IN" sz="2400" dirty="0"/>
          </a:p>
        </p:txBody>
      </p:sp>
      <p:sp>
        <p:nvSpPr>
          <p:cNvPr id="27652" name="Slide Number Placeholder 4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73B142E1-2B6D-4CF3-AF0E-D1C622711AC5}" type="slidenum">
              <a:rPr lang="en-US" altLang="en-US" smtClean="0">
                <a:cs typeface="Arial" pitchFamily="34" charset="0"/>
              </a:rPr>
              <a:pPr>
                <a:defRPr/>
              </a:pPr>
              <a:t>20</a:t>
            </a:fld>
            <a:endParaRPr lang="en-US" altLang="en-US" sz="1600" dirty="0" smtClean="0">
              <a:solidFill>
                <a:srgbClr val="898989"/>
              </a:solidFill>
              <a:cs typeface="Arial" pitchFamily="34" charset="0"/>
            </a:endParaRPr>
          </a:p>
        </p:txBody>
      </p:sp>
      <p:graphicFrame>
        <p:nvGraphicFramePr>
          <p:cNvPr id="6" name="Content Placeholder 3"/>
          <p:cNvGraphicFramePr>
            <a:graphicFrameLocks noGrp="1"/>
          </p:cNvGraphicFramePr>
          <p:nvPr>
            <p:ph sz="half" idx="1"/>
          </p:nvPr>
        </p:nvGraphicFramePr>
        <p:xfrm>
          <a:off x="380960" y="1238235"/>
          <a:ext cx="6096043" cy="52387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66762"/>
          </a:xfrm>
          <a:solidFill>
            <a:schemeClr val="accent2">
              <a:lumMod val="20000"/>
              <a:lumOff val="80000"/>
            </a:schemeClr>
          </a:solidFill>
        </p:spPr>
        <p:txBody>
          <a:bodyPr rtlCol="0">
            <a:normAutofit/>
          </a:bodyPr>
          <a:lstStyle/>
          <a:p>
            <a:pPr defTabSz="914354" eaLnBrk="1" fontAlgn="auto" hangingPunct="1">
              <a:spcAft>
                <a:spcPts val="0"/>
              </a:spcAft>
              <a:defRPr/>
            </a:pPr>
            <a:r>
              <a:rPr lang="en-IN" dirty="0" smtClean="0"/>
              <a:t>Expectations from States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988"/>
            <a:ext cx="10972800" cy="5432425"/>
          </a:xfrm>
          <a:solidFill>
            <a:schemeClr val="bg1">
              <a:lumMod val="95000"/>
            </a:schemeClr>
          </a:solidFill>
        </p:spPr>
        <p:txBody>
          <a:bodyPr rtlCol="0">
            <a:normAutofit fontScale="77500" lnSpcReduction="20000"/>
          </a:bodyPr>
          <a:lstStyle/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sz="3800" dirty="0" smtClean="0"/>
              <a:t>Monitoring the progress  of PMKSK, ONOF 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sz="3800" dirty="0" smtClean="0"/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r>
              <a:rPr lang="en-IN" sz="3800" dirty="0" smtClean="0"/>
              <a:t>Adoption of  practices  for successful implementation of PMPRANAM </a:t>
            </a:r>
          </a:p>
          <a:p>
            <a:pPr marL="342882" indent="-342882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sz="3800" dirty="0" smtClean="0"/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sz="3400" dirty="0" smtClean="0"/>
              <a:t>Natural/ Organic Farming 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sz="3400" dirty="0" smtClean="0"/>
              <a:t>Promotion of  innovative / alternate fertilizers: nano  /bio &amp;organic fertilizer  etc.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defRPr/>
            </a:pPr>
            <a:r>
              <a:rPr lang="en-IN" sz="3400" dirty="0" smtClean="0"/>
              <a:t>Ensuring 100 % production of capacity:  biofertilizers in state/ private units</a:t>
            </a:r>
          </a:p>
          <a:p>
            <a:pPr marL="742913" lvl="1" indent="-285737" defTabSz="914354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IN" sz="3400" dirty="0" smtClean="0"/>
          </a:p>
          <a:p>
            <a:pPr marL="342863" indent="-285737" defTabSz="914354" eaLnBrk="1" fontAlgn="auto" hangingPunct="1">
              <a:spcAft>
                <a:spcPts val="0"/>
              </a:spcAft>
              <a:defRPr/>
            </a:pPr>
            <a:r>
              <a:rPr lang="en-IN" sz="3800" dirty="0" smtClean="0"/>
              <a:t>coordination&amp; helping units of  SATAT/ GOBARdhan   for quality testing </a:t>
            </a:r>
          </a:p>
          <a:p>
            <a:pPr marL="342863" indent="-285737" defTabSz="914354" eaLnBrk="1" fontAlgn="auto" hangingPunct="1">
              <a:spcAft>
                <a:spcPts val="0"/>
              </a:spcAft>
              <a:defRPr/>
            </a:pPr>
            <a:r>
              <a:rPr lang="en-IN" sz="3400" dirty="0" smtClean="0"/>
              <a:t>Extension  activity for FOM/ PROM  promotion </a:t>
            </a:r>
          </a:p>
          <a:p>
            <a:pPr marL="342863" indent="-285737" defTabSz="914354" eaLnBrk="1" fontAlgn="auto" hangingPunct="1">
              <a:spcAft>
                <a:spcPts val="0"/>
              </a:spcAft>
              <a:defRPr/>
            </a:pPr>
            <a:r>
              <a:rPr lang="en-IN" sz="3400" dirty="0" smtClean="0"/>
              <a:t>Soil test based nutrient integrated use in 4:2:1  </a:t>
            </a:r>
          </a:p>
          <a:p>
            <a:pPr marL="342882" indent="-342882" defTabSz="914354" eaLnBrk="1" fontAlgn="auto" hangingPunct="1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F5A306-08FA-4380-8812-722A4A27CB6B}" type="slidenum">
              <a:rPr lang="en-IN" altLang="en-US"/>
              <a:pPr>
                <a:defRPr/>
              </a:pPr>
              <a:t>21</a:t>
            </a:fld>
            <a:endParaRPr lang="en-I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9"/>
          <p:cNvSpPr txBox="1">
            <a:spLocks noChangeArrowheads="1"/>
          </p:cNvSpPr>
          <p:nvPr/>
        </p:nvSpPr>
        <p:spPr bwMode="auto">
          <a:xfrm>
            <a:off x="5297488" y="2368550"/>
            <a:ext cx="6145212" cy="1838325"/>
          </a:xfrm>
          <a:prstGeom prst="rect">
            <a:avLst/>
          </a:prstGeom>
        </p:spPr>
        <p:txBody>
          <a:bodyPr lIns="91436" tIns="45718" rIns="91436" bIns="45718" anchor="b">
            <a:normAutofit/>
          </a:bodyPr>
          <a:lstStyle/>
          <a:p>
            <a:pPr defTabSz="457178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r>
              <a:rPr lang="en-US" sz="5500" b="1" i="1" dirty="0">
                <a:solidFill>
                  <a:schemeClr val="accent1"/>
                </a:solidFill>
                <a:latin typeface="+mn-lt"/>
                <a:ea typeface="+mj-ea"/>
                <a:cs typeface="+mj-cs"/>
              </a:rPr>
              <a:t>Thank You</a:t>
            </a:r>
          </a:p>
          <a:p>
            <a:pPr defTabSz="457178" fontAlgn="auto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/>
            </a:pPr>
            <a:endParaRPr lang="en-US" sz="5500" b="1" i="1" dirty="0">
              <a:latin typeface="+mj-lt"/>
              <a:ea typeface="+mj-ea"/>
              <a:cs typeface="+mj-cs"/>
            </a:endParaRPr>
          </a:p>
        </p:txBody>
      </p:sp>
      <p:sp>
        <p:nvSpPr>
          <p:cNvPr id="67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413375" y="4408488"/>
            <a:ext cx="4243388" cy="19050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6" tIns="45718" rIns="91436" bIns="45718" anchor="ctr"/>
          <a:lstStyle/>
          <a:p>
            <a:pPr algn="ctr" defTabSz="457178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534" name="Slide Number Placeholder 59"/>
          <p:cNvSpPr>
            <a:spLocks noGrp="1" noChangeArrowheads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600"/>
              </a:spcAft>
              <a:defRPr/>
            </a:pPr>
            <a:fld id="{5FD35D09-470B-43DB-B2E6-2F2AC570D573}" type="slidenum">
              <a:rPr lang="en-US" altLang="en-US"/>
              <a:pPr>
                <a:spcAft>
                  <a:spcPts val="600"/>
                </a:spcAft>
                <a:defRPr/>
              </a:pPr>
              <a:t>22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8342</TotalTime>
  <Words>1459</Words>
  <Application>Microsoft Macintosh PowerPoint</Application>
  <PresentationFormat>Custom</PresentationFormat>
  <Paragraphs>338</Paragraphs>
  <Slides>22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AKSHARUNI</vt:lpstr>
      <vt:lpstr>Office Theme</vt:lpstr>
      <vt:lpstr>                 Issues related to Fertilizers  </vt:lpstr>
      <vt:lpstr>Summary of presentation </vt:lpstr>
      <vt:lpstr>AVAILABILITY OF FERTILIZER DURING  RABI 2022-23</vt:lpstr>
      <vt:lpstr>MONTH WISE REQUIREMENT OF FERTILIZERS KHARIF 2023  </vt:lpstr>
      <vt:lpstr>AVAILABILITY OF FERTILIZER DURING ONGOING KHARIF 2023 (TILL APRIL 2023)</vt:lpstr>
      <vt:lpstr>Movement Plan  </vt:lpstr>
      <vt:lpstr>Action by Flying Squad  </vt:lpstr>
      <vt:lpstr>Expectations from states </vt:lpstr>
      <vt:lpstr>Nano urea- Benefit to Farmers</vt:lpstr>
      <vt:lpstr>Slide 10</vt:lpstr>
      <vt:lpstr>Promotion of Innovative/ alternate  fertilizers </vt:lpstr>
      <vt:lpstr>Expectations From States</vt:lpstr>
      <vt:lpstr>PMPRANAM – PM Programme for Restoration, Awareness generation, Nourishment and    Amelioration of Mother –Earth   </vt:lpstr>
      <vt:lpstr>Slide 14</vt:lpstr>
      <vt:lpstr>PMPRANAM - Use of Grant </vt:lpstr>
      <vt:lpstr>Prime Minister Kisan Samridhi Kendras(PMKSK) </vt:lpstr>
      <vt:lpstr>PMKSK</vt:lpstr>
      <vt:lpstr>One Nation One Fertilizer</vt:lpstr>
      <vt:lpstr>Market Development Assistance: Background </vt:lpstr>
      <vt:lpstr>  Market Development Assistance -Proposal </vt:lpstr>
      <vt:lpstr>Expectations from States </vt:lpstr>
      <vt:lpstr>Slide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TARUNENDU SINGH</dc:creator>
  <cp:lastModifiedBy>GC Section</cp:lastModifiedBy>
  <cp:revision>1413</cp:revision>
  <cp:lastPrinted>2021-12-28T06:33:52Z</cp:lastPrinted>
  <dcterms:created xsi:type="dcterms:W3CDTF">2021-11-25T10:47:45Z</dcterms:created>
  <dcterms:modified xsi:type="dcterms:W3CDTF">2023-05-02T13:33:08Z</dcterms:modified>
</cp:coreProperties>
</file>